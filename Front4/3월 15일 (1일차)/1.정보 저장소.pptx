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1" r:id="rId3"/>
    <p:sldId id="258" r:id="rId4"/>
    <p:sldId id="263" r:id="rId5"/>
    <p:sldId id="262" r:id="rId6"/>
    <p:sldId id="259" r:id="rId7"/>
    <p:sldId id="260" r:id="rId8"/>
    <p:sldId id="257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5548" autoAdjust="0"/>
  </p:normalViewPr>
  <p:slideViewPr>
    <p:cSldViewPr snapToGrid="0">
      <p:cViewPr varScale="1">
        <p:scale>
          <a:sx n="87" d="100"/>
          <a:sy n="87" d="100"/>
        </p:scale>
        <p:origin x="1476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DB6E7B-FE9C-47A2-92BD-7CF128839194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41B2DB-8A70-4260-A9AE-4B6CFA8CCD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7115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data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안에 저장된 값은 어디에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들어가야하나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라는 질문에 “여기요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!”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 답해주는 역할이 바로 </a:t>
            </a:r>
            <a:r>
              <a:rPr lang="en-US" altLang="ko-KR" dirty="0" smtClean="0"/>
              <a:t>{{ mustache}}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en-US" altLang="ko-K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모양이 수염을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닮았다고해서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“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Mustache”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syntax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불리는 </a:t>
            </a:r>
            <a:endParaRPr lang="en-US" altLang="ko-K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기호 안에 </a:t>
            </a:r>
            <a:r>
              <a:rPr lang="en-US" altLang="ko-KR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vue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선언된 속성 내의 변수나 함수 등을 호출하여 사용할 수 있습니다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41B2DB-8A70-4260-A9AE-4B6CFA8CCDC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87663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41B2DB-8A70-4260-A9AE-4B6CFA8CCDC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87663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41B2DB-8A70-4260-A9AE-4B6CFA8CCDC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8766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Vue </a:t>
            </a:r>
            <a:r>
              <a:rPr lang="ko-KR" altLang="en-US" b="1" dirty="0"/>
              <a:t>강의자료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 txBox="1">
            <a:spLocks/>
          </p:cNvSpPr>
          <p:nvPr/>
        </p:nvSpPr>
        <p:spPr>
          <a:xfrm>
            <a:off x="1581510" y="3748599"/>
            <a:ext cx="9144000" cy="1193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 smtClean="0">
                <a:solidFill>
                  <a:srgbClr val="FF0000"/>
                </a:solidFill>
              </a:rPr>
              <a:t>정보 저장소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2387600"/>
          </a:xfrm>
        </p:spPr>
        <p:txBody>
          <a:bodyPr/>
          <a:lstStyle/>
          <a:p>
            <a:r>
              <a:rPr lang="ko-KR" altLang="en-US" b="1" dirty="0"/>
              <a:t>정보 저장소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 txBox="1">
            <a:spLocks/>
          </p:cNvSpPr>
          <p:nvPr/>
        </p:nvSpPr>
        <p:spPr>
          <a:xfrm>
            <a:off x="0" y="3325905"/>
            <a:ext cx="9144000" cy="1193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 smtClean="0">
                <a:solidFill>
                  <a:srgbClr val="FF0000"/>
                </a:solidFill>
              </a:rPr>
              <a:t>el</a:t>
            </a:r>
            <a:r>
              <a:rPr lang="ko-KR" altLang="en-US" b="1" dirty="0" smtClean="0">
                <a:solidFill>
                  <a:srgbClr val="FF0000"/>
                </a:solidFill>
              </a:rPr>
              <a:t>과 </a:t>
            </a:r>
            <a:r>
              <a:rPr lang="en-US" altLang="ko-KR" b="1" dirty="0" smtClean="0">
                <a:solidFill>
                  <a:srgbClr val="FF0000"/>
                </a:solidFill>
              </a:rPr>
              <a:t>data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6248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EA3FF3F-4139-4812-9768-39C4BFB374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171428" cy="61238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29098" y="4061450"/>
            <a:ext cx="7366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FF0000"/>
                </a:solidFill>
              </a:rPr>
              <a:t>n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ew </a:t>
            </a:r>
            <a:r>
              <a:rPr lang="en-US" altLang="ko-KR" sz="2400" b="1" dirty="0" err="1" smtClean="0">
                <a:solidFill>
                  <a:srgbClr val="FF0000"/>
                </a:solidFill>
              </a:rPr>
              <a:t>Vue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({ })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29097" y="5145197"/>
            <a:ext cx="7366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>
                <a:solidFill>
                  <a:srgbClr val="FF0000"/>
                </a:solidFill>
              </a:rPr>
              <a:t>V</a:t>
            </a:r>
            <a:r>
              <a:rPr lang="en-US" altLang="ko-KR" sz="2400" b="1" dirty="0" err="1" smtClean="0">
                <a:solidFill>
                  <a:srgbClr val="FF0000"/>
                </a:solidFill>
              </a:rPr>
              <a:t>ue</a:t>
            </a:r>
            <a:r>
              <a:rPr lang="ko-KR" altLang="en-US" sz="2400" b="1" dirty="0">
                <a:solidFill>
                  <a:srgbClr val="FF0000"/>
                </a:solidFill>
              </a:rPr>
              <a:t>를 선언하고 정의해주는 역할을 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29098" y="6005169"/>
            <a:ext cx="7366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 smtClean="0">
                <a:solidFill>
                  <a:srgbClr val="FF0000"/>
                </a:solidFill>
              </a:rPr>
              <a:t>Vue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는 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DOM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에 데이터를 </a:t>
            </a:r>
            <a:r>
              <a:rPr lang="ko-KR" altLang="en-US" sz="2400" b="1" dirty="0" err="1" smtClean="0">
                <a:solidFill>
                  <a:srgbClr val="FF0000"/>
                </a:solidFill>
              </a:rPr>
              <a:t>렌더링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 함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EA3FF3F-4139-4812-9768-39C4BFB374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171428" cy="61238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29098" y="4061450"/>
            <a:ext cx="73669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FF0000"/>
                </a:solidFill>
              </a:rPr>
              <a:t>el</a:t>
            </a:r>
            <a:r>
              <a:rPr lang="ko-KR" altLang="en-US" sz="2400" b="1" dirty="0">
                <a:solidFill>
                  <a:srgbClr val="FF0000"/>
                </a:solidFill>
              </a:rPr>
              <a:t> 요소는 </a:t>
            </a:r>
            <a:r>
              <a:rPr lang="en-US" altLang="ko-KR" sz="2400" b="1" dirty="0" err="1">
                <a:solidFill>
                  <a:srgbClr val="FF0000"/>
                </a:solidFill>
              </a:rPr>
              <a:t>Vue</a:t>
            </a:r>
            <a:r>
              <a:rPr lang="ko-KR" altLang="en-US" sz="2400" b="1" dirty="0">
                <a:solidFill>
                  <a:srgbClr val="FF0000"/>
                </a:solidFill>
              </a:rPr>
              <a:t>가 새롭게 정의될 때</a:t>
            </a:r>
            <a:r>
              <a:rPr lang="en-US" altLang="ko-KR" sz="2400" b="1" dirty="0">
                <a:solidFill>
                  <a:srgbClr val="FF0000"/>
                </a:solidFill>
              </a:rPr>
              <a:t>, </a:t>
            </a:r>
            <a:endParaRPr lang="en-US" altLang="ko-KR" sz="2400" b="1" dirty="0" smtClean="0">
              <a:solidFill>
                <a:srgbClr val="FF0000"/>
              </a:solidFill>
            </a:endParaRPr>
          </a:p>
          <a:p>
            <a:endParaRPr lang="en-US" altLang="ko-KR" sz="2400" b="1" dirty="0">
              <a:solidFill>
                <a:srgbClr val="FF0000"/>
              </a:solidFill>
            </a:endParaRPr>
          </a:p>
          <a:p>
            <a:r>
              <a:rPr lang="ko-KR" altLang="en-US" sz="2400" b="1" dirty="0" smtClean="0">
                <a:solidFill>
                  <a:srgbClr val="FF0000"/>
                </a:solidFill>
              </a:rPr>
              <a:t>해당 </a:t>
            </a:r>
            <a:r>
              <a:rPr lang="en-US" altLang="ko-KR" sz="2400" b="1" dirty="0" err="1">
                <a:solidFill>
                  <a:srgbClr val="FF0000"/>
                </a:solidFill>
              </a:rPr>
              <a:t>Vue</a:t>
            </a:r>
            <a:r>
              <a:rPr lang="ko-KR" altLang="en-US" sz="2400" b="1" dirty="0">
                <a:solidFill>
                  <a:srgbClr val="FF0000"/>
                </a:solidFill>
              </a:rPr>
              <a:t>가 적용될 요소를 지정해주는 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역할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29097" y="5622831"/>
            <a:ext cx="73669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FF0000"/>
                </a:solidFill>
              </a:rPr>
              <a:t>data</a:t>
            </a:r>
            <a:r>
              <a:rPr lang="ko-KR" altLang="en-US" sz="2400" b="1" dirty="0">
                <a:solidFill>
                  <a:srgbClr val="FF0000"/>
                </a:solidFill>
              </a:rPr>
              <a:t>는 </a:t>
            </a:r>
            <a:r>
              <a:rPr lang="en-US" altLang="ko-KR" sz="2400" b="1" dirty="0" err="1">
                <a:solidFill>
                  <a:srgbClr val="FF0000"/>
                </a:solidFill>
              </a:rPr>
              <a:t>Vue</a:t>
            </a:r>
            <a:r>
              <a:rPr lang="ko-KR" altLang="en-US" sz="2400" b="1" dirty="0">
                <a:solidFill>
                  <a:srgbClr val="FF0000"/>
                </a:solidFill>
              </a:rPr>
              <a:t>에서 사용할 정보들을 저장하는 곳으로 </a:t>
            </a:r>
            <a:endParaRPr lang="en-US" altLang="ko-KR" sz="2400" b="1" dirty="0" smtClean="0">
              <a:solidFill>
                <a:srgbClr val="FF0000"/>
              </a:solidFill>
            </a:endParaRPr>
          </a:p>
          <a:p>
            <a:endParaRPr lang="en-US" altLang="ko-KR" sz="2400" b="1" dirty="0">
              <a:solidFill>
                <a:srgbClr val="FF0000"/>
              </a:solidFill>
            </a:endParaRPr>
          </a:p>
          <a:p>
            <a:r>
              <a:rPr lang="en-US" altLang="ko-KR" sz="2400" b="1" dirty="0" smtClean="0">
                <a:solidFill>
                  <a:srgbClr val="FF0000"/>
                </a:solidFill>
              </a:rPr>
              <a:t>object</a:t>
            </a:r>
            <a:r>
              <a:rPr lang="ko-KR" altLang="en-US" sz="2400" b="1" dirty="0">
                <a:solidFill>
                  <a:srgbClr val="FF0000"/>
                </a:solidFill>
              </a:rPr>
              <a:t> 형태로 정보들을 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가</a:t>
            </a:r>
            <a:r>
              <a:rPr lang="ko-KR" altLang="en-US" sz="2400" b="1" dirty="0">
                <a:solidFill>
                  <a:srgbClr val="FF0000"/>
                </a:solidFill>
              </a:rPr>
              <a:t>짐</a:t>
            </a:r>
          </a:p>
        </p:txBody>
      </p:sp>
    </p:spTree>
    <p:extLst>
      <p:ext uri="{BB962C8B-B14F-4D97-AF65-F5344CB8AC3E}">
        <p14:creationId xmlns:p14="http://schemas.microsoft.com/office/powerpoint/2010/main" val="3654125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EA3FF3F-4139-4812-9768-39C4BFB374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171428" cy="61238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11383" y="1641560"/>
            <a:ext cx="7366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rgbClr val="FF0000"/>
                </a:solidFill>
              </a:rPr>
              <a:t>{{ }} &lt;- mustache (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수염</a:t>
            </a:r>
            <a:r>
              <a:rPr lang="en-US" altLang="ko-KR" sz="2800" b="1" dirty="0" smtClean="0">
                <a:solidFill>
                  <a:srgbClr val="FF0000"/>
                </a:solidFill>
              </a:rPr>
              <a:t>)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046747" y="2595195"/>
            <a:ext cx="102823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이 기호 안에 </a:t>
            </a:r>
            <a:r>
              <a:rPr lang="en-US" altLang="ko-KR" sz="2400" b="1" dirty="0" err="1">
                <a:solidFill>
                  <a:srgbClr val="FF0000"/>
                </a:solidFill>
              </a:rPr>
              <a:t>vue</a:t>
            </a:r>
            <a:r>
              <a:rPr lang="ko-KR" altLang="en-US" sz="2400" b="1" dirty="0">
                <a:solidFill>
                  <a:srgbClr val="FF0000"/>
                </a:solidFill>
              </a:rPr>
              <a:t>에서 선언된 속성 내의 변수나 함수 등을 호출하여 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사용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8810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DD90A28-E818-4E51-94EF-5EC706E75F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780889" cy="5480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02F6CB4-7631-400D-BC05-931C56DD1A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1322756" cy="5519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824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75</Words>
  <Application>Microsoft Office PowerPoint</Application>
  <PresentationFormat>와이드스크린</PresentationFormat>
  <Paragraphs>24</Paragraphs>
  <Slides>8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Vue 강의자료</vt:lpstr>
      <vt:lpstr>정보 저장소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FullName</cp:lastModifiedBy>
  <cp:revision>14</cp:revision>
  <dcterms:created xsi:type="dcterms:W3CDTF">2020-07-24T04:52:29Z</dcterms:created>
  <dcterms:modified xsi:type="dcterms:W3CDTF">2021-03-15T09:35:24Z</dcterms:modified>
</cp:coreProperties>
</file>