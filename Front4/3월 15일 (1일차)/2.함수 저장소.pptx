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7" r:id="rId4"/>
    <p:sldId id="258" r:id="rId5"/>
    <p:sldId id="266" r:id="rId6"/>
    <p:sldId id="268" r:id="rId7"/>
    <p:sldId id="259" r:id="rId8"/>
    <p:sldId id="269" r:id="rId9"/>
    <p:sldId id="260" r:id="rId10"/>
    <p:sldId id="261" r:id="rId11"/>
    <p:sldId id="25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-96" y="-57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=""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=""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=""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=""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=""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=""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=""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=""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=""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=""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=""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=""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=""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=""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=""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=""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=""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=""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=""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=""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=""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b="1" dirty="0"/>
              <a:t>Vue </a:t>
            </a:r>
            <a:r>
              <a:rPr lang="ko-KR" altLang="en-US" b="1" dirty="0"/>
              <a:t>강의자료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1581510" y="3748599"/>
            <a:ext cx="9144000" cy="1193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b="1" dirty="0" smtClean="0">
                <a:solidFill>
                  <a:srgbClr val="FF0000"/>
                </a:solidFill>
              </a:rPr>
              <a:t>함수 저장소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9144000" cy="2387600"/>
          </a:xfrm>
        </p:spPr>
        <p:txBody>
          <a:bodyPr/>
          <a:lstStyle/>
          <a:p>
            <a:r>
              <a:rPr lang="ko-KR" altLang="en-US" b="1" dirty="0" smtClean="0"/>
              <a:t>함수 </a:t>
            </a:r>
            <a:r>
              <a:rPr lang="ko-KR" altLang="en-US" b="1" dirty="0"/>
              <a:t>저장소</a:t>
            </a:r>
          </a:p>
        </p:txBody>
      </p:sp>
      <p:sp>
        <p:nvSpPr>
          <p:cNvPr id="3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 txBox="1">
            <a:spLocks/>
          </p:cNvSpPr>
          <p:nvPr/>
        </p:nvSpPr>
        <p:spPr>
          <a:xfrm>
            <a:off x="0" y="3325905"/>
            <a:ext cx="9144000" cy="263494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b="1" dirty="0" smtClean="0">
                <a:solidFill>
                  <a:srgbClr val="FF0000"/>
                </a:solidFill>
              </a:rPr>
              <a:t>methods: {</a:t>
            </a:r>
          </a:p>
          <a:p>
            <a:endParaRPr lang="en-US" altLang="ko-KR" b="1" dirty="0">
              <a:solidFill>
                <a:srgbClr val="FF0000"/>
              </a:solidFill>
            </a:endParaRPr>
          </a:p>
          <a:p>
            <a:r>
              <a:rPr lang="en-US" altLang="ko-KR" b="1" dirty="0" smtClean="0">
                <a:solidFill>
                  <a:srgbClr val="FF0000"/>
                </a:solidFill>
              </a:rPr>
              <a:t>} </a:t>
            </a:r>
            <a:r>
              <a:rPr lang="ko-KR" altLang="en-US" b="1" dirty="0" smtClean="0">
                <a:solidFill>
                  <a:srgbClr val="FF0000"/>
                </a:solidFill>
              </a:rPr>
              <a:t>내부에 함수 저장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5121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/>
              <a:t> </a:t>
            </a:r>
            <a:r>
              <a:rPr lang="en-US" altLang="ko-KR" b="1" dirty="0" smtClean="0"/>
              <a:t>1.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449602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52DEEAD-96D9-4A7B-8001-E8565E34C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05"/>
            <a:ext cx="8461829" cy="65611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30914" y="1118340"/>
            <a:ext cx="73669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smtClean="0">
                <a:solidFill>
                  <a:srgbClr val="FF0000"/>
                </a:solidFill>
              </a:rPr>
              <a:t>{{ }} &lt;- mustache (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수염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)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315560" y="2104278"/>
            <a:ext cx="1028231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dirty="0">
                <a:solidFill>
                  <a:srgbClr val="FF0000"/>
                </a:solidFill>
              </a:rPr>
              <a:t>이 기호 안에 </a:t>
            </a:r>
            <a:r>
              <a:rPr lang="en-US" altLang="ko-KR" sz="2400" b="1" dirty="0" err="1">
                <a:solidFill>
                  <a:srgbClr val="FF0000"/>
                </a:solidFill>
              </a:rPr>
              <a:t>vue</a:t>
            </a:r>
            <a:r>
              <a:rPr lang="ko-KR" altLang="en-US" sz="2400" b="1" dirty="0">
                <a:solidFill>
                  <a:srgbClr val="FF0000"/>
                </a:solidFill>
              </a:rPr>
              <a:t>에서 선언된 속성 내의 변수나 함수 등을 호출하여 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사용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059083" y="3830617"/>
            <a:ext cx="7366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>
                <a:solidFill>
                  <a:srgbClr val="FF0000"/>
                </a:solidFill>
              </a:rPr>
              <a:t>n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ew 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Vue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({ })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059082" y="4914364"/>
            <a:ext cx="7366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>
                <a:solidFill>
                  <a:srgbClr val="FF0000"/>
                </a:solidFill>
              </a:rPr>
              <a:t>V</a:t>
            </a:r>
            <a:r>
              <a:rPr lang="en-US" altLang="ko-KR" sz="2400" b="1" dirty="0" err="1" smtClean="0">
                <a:solidFill>
                  <a:srgbClr val="FF0000"/>
                </a:solidFill>
              </a:rPr>
              <a:t>ue</a:t>
            </a:r>
            <a:r>
              <a:rPr lang="ko-KR" altLang="en-US" sz="2400" b="1" dirty="0">
                <a:solidFill>
                  <a:srgbClr val="FF0000"/>
                </a:solidFill>
              </a:rPr>
              <a:t>를 선언하고 정의해주는 역할을 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9083" y="5774336"/>
            <a:ext cx="73669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Vue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는 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DOM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에 데이터를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렌더링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함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C52DEEAD-96D9-4A7B-8001-E8565E34C7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05"/>
            <a:ext cx="8461829" cy="65611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62134" y="740036"/>
            <a:ext cx="73669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sayHello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함수 호출</a:t>
            </a:r>
            <a:endParaRPr lang="en-US" altLang="ko-KR" sz="2800" b="1" dirty="0" smtClean="0">
              <a:solidFill>
                <a:srgbClr val="FF0000"/>
              </a:solidFill>
            </a:endParaRPr>
          </a:p>
          <a:p>
            <a:r>
              <a:rPr lang="en-US" altLang="ko-KR" sz="2800" b="1" dirty="0" err="1" smtClean="0">
                <a:solidFill>
                  <a:srgbClr val="FF0000"/>
                </a:solidFill>
              </a:rPr>
              <a:t>howAreYou</a:t>
            </a:r>
            <a:r>
              <a:rPr lang="en-US" altLang="ko-KR" sz="28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800" b="1" dirty="0" smtClean="0">
                <a:solidFill>
                  <a:srgbClr val="FF0000"/>
                </a:solidFill>
              </a:rPr>
              <a:t>함수 호출</a:t>
            </a:r>
            <a:endParaRPr lang="ko-KR" altLang="en-US" sz="28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3687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/>
              <a:t> </a:t>
            </a:r>
            <a:r>
              <a:rPr lang="en-US" altLang="ko-KR" b="1" dirty="0" smtClean="0"/>
              <a:t>2.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6317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2FFECF8D-CDA9-43FC-9AB4-71A3DF204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839979" cy="6204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예제</a:t>
            </a:r>
            <a:r>
              <a:rPr lang="en-US" altLang="ko-KR" b="1" dirty="0"/>
              <a:t> </a:t>
            </a:r>
            <a:r>
              <a:rPr lang="en-US" altLang="ko-KR" b="1" dirty="0" smtClean="0"/>
              <a:t>3.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858452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71B4FB69-AA5D-4EE7-8E08-7A71ED90D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009524" cy="6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0303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="" xmlns:a16="http://schemas.microsoft.com/office/drawing/2014/main" id="{3B7BB1C4-8C2C-476D-B495-330CCE5E8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514286" cy="67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267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=""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66</Words>
  <Application>Microsoft Office PowerPoint</Application>
  <PresentationFormat>사용자 지정</PresentationFormat>
  <Paragraphs>17</Paragraphs>
  <Slides>11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2" baseType="lpstr">
      <vt:lpstr>Office 테마</vt:lpstr>
      <vt:lpstr>Vue 강의자료</vt:lpstr>
      <vt:lpstr>함수 저장소</vt:lpstr>
      <vt:lpstr>예제 1.</vt:lpstr>
      <vt:lpstr>PowerPoint 프레젠테이션</vt:lpstr>
      <vt:lpstr>PowerPoint 프레젠테이션</vt:lpstr>
      <vt:lpstr>예제 2.</vt:lpstr>
      <vt:lpstr>PowerPoint 프레젠테이션</vt:lpstr>
      <vt:lpstr>예제 3.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10</cp:revision>
  <dcterms:created xsi:type="dcterms:W3CDTF">2020-07-24T04:52:29Z</dcterms:created>
  <dcterms:modified xsi:type="dcterms:W3CDTF">2020-08-15T14:20:50Z</dcterms:modified>
</cp:coreProperties>
</file>