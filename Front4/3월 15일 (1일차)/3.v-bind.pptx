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7" r:id="rId4"/>
    <p:sldId id="258" r:id="rId5"/>
    <p:sldId id="263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v</a:t>
            </a:r>
            <a:r>
              <a:rPr lang="en-US" altLang="ko-KR" b="1" dirty="0" smtClean="0">
                <a:solidFill>
                  <a:srgbClr val="FF0000"/>
                </a:solidFill>
              </a:rPr>
              <a:t>-bind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09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v-bind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3325905"/>
            <a:ext cx="11619782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HTML </a:t>
            </a:r>
            <a:r>
              <a:rPr lang="ko-KR" altLang="en-US" b="1" dirty="0">
                <a:solidFill>
                  <a:srgbClr val="FF0000"/>
                </a:solidFill>
              </a:rPr>
              <a:t>속성 내에서 </a:t>
            </a:r>
            <a:r>
              <a:rPr lang="en-US" altLang="ko-KR" b="1" dirty="0" err="1">
                <a:solidFill>
                  <a:srgbClr val="FF0000"/>
                </a:solidFill>
              </a:rPr>
              <a:t>Vue</a:t>
            </a:r>
            <a:r>
              <a:rPr lang="ko-KR" altLang="en-US" b="1" dirty="0">
                <a:solidFill>
                  <a:srgbClr val="FF0000"/>
                </a:solidFill>
              </a:rPr>
              <a:t>에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선언된 </a:t>
            </a:r>
            <a:r>
              <a:rPr lang="ko-KR" altLang="en-US" b="1" dirty="0">
                <a:solidFill>
                  <a:srgbClr val="FF0000"/>
                </a:solidFill>
              </a:rPr>
              <a:t>값을 </a:t>
            </a:r>
            <a:r>
              <a:rPr lang="ko-KR" altLang="en-US" b="1" dirty="0" smtClean="0">
                <a:solidFill>
                  <a:srgbClr val="FF0000"/>
                </a:solidFill>
              </a:rPr>
              <a:t>사용하려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할때</a:t>
            </a:r>
            <a:r>
              <a:rPr lang="ko-KR" altLang="en-US" b="1" dirty="0" smtClean="0">
                <a:solidFill>
                  <a:srgbClr val="FF0000"/>
                </a:solidFill>
              </a:rPr>
              <a:t>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41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/>
              <a:t> </a:t>
            </a:r>
            <a:r>
              <a:rPr lang="en-US" altLang="ko-KR" b="1" dirty="0" smtClean="0"/>
              <a:t>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7977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D6A1233-43E3-40C5-8A4A-E17822141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669867" cy="641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D6A1233-43E3-40C5-8A4A-E17822141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669867" cy="6414699"/>
          </a:xfrm>
          <a:prstGeom prst="rect">
            <a:avLst/>
          </a:prstGeom>
        </p:spPr>
      </p:pic>
      <p:cxnSp>
        <p:nvCxnSpPr>
          <p:cNvPr id="4" name="직선 화살표 연결선 3"/>
          <p:cNvCxnSpPr/>
          <p:nvPr/>
        </p:nvCxnSpPr>
        <p:spPr>
          <a:xfrm flipH="1" flipV="1">
            <a:off x="2803585" y="1337094"/>
            <a:ext cx="1043796" cy="341606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328468" y="5115464"/>
            <a:ext cx="39940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79470" y="1496291"/>
            <a:ext cx="4857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v-bind</a:t>
            </a:r>
            <a:r>
              <a:rPr lang="ko-KR" altLang="en-US" b="1" dirty="0" smtClean="0">
                <a:solidFill>
                  <a:srgbClr val="FF0000"/>
                </a:solidFill>
              </a:rPr>
              <a:t>를 썼기 때문에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단순 문자열 </a:t>
            </a:r>
            <a:r>
              <a:rPr lang="en-US" altLang="ko-KR" b="1" dirty="0" smtClean="0">
                <a:solidFill>
                  <a:srgbClr val="FF0000"/>
                </a:solidFill>
              </a:rPr>
              <a:t>link</a:t>
            </a:r>
            <a:r>
              <a:rPr lang="ko-KR" altLang="en-US" b="1" dirty="0" smtClean="0">
                <a:solidFill>
                  <a:srgbClr val="FF0000"/>
                </a:solidFill>
              </a:rPr>
              <a:t>가 아니라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b="1" dirty="0" smtClean="0">
                <a:solidFill>
                  <a:srgbClr val="FF0000"/>
                </a:solidFill>
              </a:rPr>
              <a:t>에 정의된 속성으로 사용됨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22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52F6E96-7680-4BB7-B52C-E18A312E9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04762" cy="6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32</Words>
  <Application>Microsoft Office PowerPoint</Application>
  <PresentationFormat>사용자 지정</PresentationFormat>
  <Paragraphs>10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Vue 강의자료</vt:lpstr>
      <vt:lpstr>v-bind</vt:lpstr>
      <vt:lpstr>예제 1.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12</cp:revision>
  <dcterms:created xsi:type="dcterms:W3CDTF">2020-07-24T04:52:29Z</dcterms:created>
  <dcterms:modified xsi:type="dcterms:W3CDTF">2020-08-15T15:28:02Z</dcterms:modified>
</cp:coreProperties>
</file>