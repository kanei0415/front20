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4" r:id="rId5"/>
    <p:sldId id="263" r:id="rId6"/>
    <p:sldId id="258" r:id="rId7"/>
    <p:sldId id="259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512" autoAdjust="0"/>
  </p:normalViewPr>
  <p:slideViewPr>
    <p:cSldViewPr snapToGrid="0">
      <p:cViewPr varScale="1">
        <p:scale>
          <a:sx n="79" d="100"/>
          <a:sy n="79" d="100"/>
        </p:scale>
        <p:origin x="179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6D9AB-8BF8-4EB5-9EF5-D00F8DF8E0DA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44F6F-3C14-4F0F-932B-D31B4904EF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539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코드를 직접적으로 입력해줄 때 사용되는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입니다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solidFill>
                  <a:srgbClr val="FF0000"/>
                </a:solidFill>
              </a:rPr>
              <a:t>v-html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849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v-html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2" y="3325905"/>
            <a:ext cx="12192001" cy="2634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 b="1" dirty="0" smtClean="0">
                <a:solidFill>
                  <a:srgbClr val="FF0000"/>
                </a:solidFill>
              </a:rPr>
              <a:t>data 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값을 </a:t>
            </a:r>
            <a:endParaRPr lang="en-US" altLang="ko-KR" sz="5400" b="1" dirty="0" smtClean="0">
              <a:solidFill>
                <a:srgbClr val="FF0000"/>
              </a:solidFill>
            </a:endParaRPr>
          </a:p>
          <a:p>
            <a:r>
              <a:rPr lang="en-US" altLang="ko-KR" sz="5400" b="1" dirty="0" smtClean="0">
                <a:solidFill>
                  <a:srgbClr val="FF0000"/>
                </a:solidFill>
              </a:rPr>
              <a:t>html 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코드 형태로 인식하게 함</a:t>
            </a:r>
            <a:endParaRPr lang="ko-KR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90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v-html </a:t>
            </a:r>
            <a:r>
              <a:rPr lang="ko-KR" altLang="en-US" b="1" dirty="0" smtClean="0"/>
              <a:t>미사용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8081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j\Downloads\vue 강의자료 (20.07.24)\5.v-html\v-html 미사용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893515" cy="527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45474" y="1227909"/>
            <a:ext cx="2821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태그로 인식되지 않음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849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v-html </a:t>
            </a:r>
            <a:r>
              <a:rPr lang="ko-KR" altLang="en-US" b="1" dirty="0" smtClean="0"/>
              <a:t>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8075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2814CA-FF41-4783-B8AC-87B49CFBF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602133" cy="60689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63486" y="1344023"/>
            <a:ext cx="2821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태그로 인식됨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EBFB72-9ECA-4A55-9CAE-78BD181B4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505244" cy="617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</Words>
  <Application>Microsoft Office PowerPoint</Application>
  <PresentationFormat>와이드스크린</PresentationFormat>
  <Paragraphs>15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Vue 강의자료</vt:lpstr>
      <vt:lpstr>v-html</vt:lpstr>
      <vt:lpstr>v-html 미사용</vt:lpstr>
      <vt:lpstr>PowerPoint 프레젠테이션</vt:lpstr>
      <vt:lpstr>v-html 사용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11</cp:revision>
  <dcterms:created xsi:type="dcterms:W3CDTF">2020-07-24T04:52:29Z</dcterms:created>
  <dcterms:modified xsi:type="dcterms:W3CDTF">2021-03-15T09:38:23Z</dcterms:modified>
</cp:coreProperties>
</file>