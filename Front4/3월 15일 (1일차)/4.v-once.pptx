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2" r:id="rId4"/>
    <p:sldId id="264" r:id="rId5"/>
    <p:sldId id="258" r:id="rId6"/>
    <p:sldId id="265" r:id="rId7"/>
    <p:sldId id="263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61" autoAdjust="0"/>
  </p:normalViewPr>
  <p:slideViewPr>
    <p:cSldViewPr snapToGrid="0">
      <p:cViewPr varScale="1">
        <p:scale>
          <a:sx n="94" d="100"/>
          <a:sy n="94" d="100"/>
        </p:scale>
        <p:origin x="119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DB5C9-C7D9-4FA0-80A6-968BFB1D28A1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6EE0E-9D5C-499F-A107-1951A600E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954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349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v</a:t>
            </a:r>
            <a:r>
              <a:rPr lang="en-US" altLang="ko-KR" b="1" dirty="0" smtClean="0">
                <a:solidFill>
                  <a:srgbClr val="FF0000"/>
                </a:solidFill>
              </a:rPr>
              <a:t>-once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573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/>
              <a:t>v</a:t>
            </a:r>
            <a:r>
              <a:rPr lang="en-US" altLang="ko-KR" b="1" dirty="0" smtClean="0"/>
              <a:t>-once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3325905"/>
            <a:ext cx="11619782" cy="2634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일회성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렌더링을</a:t>
            </a:r>
            <a:r>
              <a:rPr lang="ko-KR" altLang="en-US" b="1" dirty="0" smtClean="0">
                <a:solidFill>
                  <a:srgbClr val="FF0000"/>
                </a:solidFill>
              </a:rPr>
              <a:t> 위해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481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/>
              <a:t>v</a:t>
            </a:r>
            <a:r>
              <a:rPr lang="en-US" altLang="ko-KR" b="1" dirty="0" smtClean="0"/>
              <a:t>-once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3325905"/>
            <a:ext cx="11619782" cy="2634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HTML</a:t>
            </a:r>
            <a:r>
              <a:rPr lang="ko-KR" altLang="en-US" b="1" dirty="0">
                <a:solidFill>
                  <a:srgbClr val="FF0000"/>
                </a:solidFill>
              </a:rPr>
              <a:t>코드로 출력이 된 이후에 어떤 </a:t>
            </a:r>
            <a:r>
              <a:rPr lang="ko-KR" altLang="en-US" b="1" dirty="0" smtClean="0">
                <a:solidFill>
                  <a:srgbClr val="FF0000"/>
                </a:solidFill>
              </a:rPr>
              <a:t>후 처리가 </a:t>
            </a:r>
            <a:r>
              <a:rPr lang="ko-KR" altLang="en-US" b="1" dirty="0">
                <a:solidFill>
                  <a:srgbClr val="FF0000"/>
                </a:solidFill>
              </a:rPr>
              <a:t>있더라도 처음에 출력한 값을 유지시킬 때 </a:t>
            </a:r>
            <a:r>
              <a:rPr lang="ko-KR" altLang="en-US" b="1" dirty="0" smtClean="0">
                <a:solidFill>
                  <a:srgbClr val="FF0000"/>
                </a:solidFill>
              </a:rPr>
              <a:t>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08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v-once </a:t>
            </a:r>
            <a:r>
              <a:rPr lang="ko-KR" altLang="en-US" b="1" dirty="0" smtClean="0"/>
              <a:t>미사용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4449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709558" cy="6618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33204" y="5462649"/>
            <a:ext cx="35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함수 내부에서 </a:t>
            </a:r>
            <a:r>
              <a:rPr lang="en-US" altLang="ko-KR" b="1" dirty="0" smtClean="0">
                <a:solidFill>
                  <a:srgbClr val="FF0000"/>
                </a:solidFill>
              </a:rPr>
              <a:t>title</a:t>
            </a:r>
            <a:r>
              <a:rPr lang="ko-KR" altLang="en-US" b="1" dirty="0" smtClean="0">
                <a:solidFill>
                  <a:srgbClr val="FF0000"/>
                </a:solidFill>
              </a:rPr>
              <a:t>이 바뀌면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74965" y="876795"/>
            <a:ext cx="35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이전에 출력했던 </a:t>
            </a:r>
            <a:r>
              <a:rPr lang="en-US" altLang="ko-KR" b="1" dirty="0" smtClean="0">
                <a:solidFill>
                  <a:srgbClr val="FF0000"/>
                </a:solidFill>
              </a:rPr>
              <a:t>title</a:t>
            </a:r>
            <a:r>
              <a:rPr lang="ko-KR" altLang="en-US" b="1" dirty="0" smtClean="0">
                <a:solidFill>
                  <a:srgbClr val="FF0000"/>
                </a:solidFill>
              </a:rPr>
              <a:t>도 바뀜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/>
          <p:cNvCxnSpPr/>
          <p:nvPr/>
        </p:nvCxnSpPr>
        <p:spPr>
          <a:xfrm flipH="1" flipV="1">
            <a:off x="3990109" y="1448790"/>
            <a:ext cx="378030" cy="4013859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smtClean="0"/>
              <a:t>v-once </a:t>
            </a:r>
            <a:r>
              <a:rPr lang="ko-KR" altLang="en-US" b="1" smtClean="0"/>
              <a:t>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57242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84AB2D-D57C-4B1B-91AC-66C3325D5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457143" cy="63142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83230" y="5425044"/>
            <a:ext cx="35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함수 내부에서 </a:t>
            </a:r>
            <a:r>
              <a:rPr lang="en-US" altLang="ko-KR" b="1" dirty="0" smtClean="0">
                <a:solidFill>
                  <a:srgbClr val="FF0000"/>
                </a:solidFill>
              </a:rPr>
              <a:t>title</a:t>
            </a:r>
            <a:r>
              <a:rPr lang="ko-KR" altLang="en-US" b="1" dirty="0" smtClean="0">
                <a:solidFill>
                  <a:srgbClr val="FF0000"/>
                </a:solidFill>
              </a:rPr>
              <a:t>이 바뀌어도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24991" y="839190"/>
            <a:ext cx="35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이전에 출력했던 </a:t>
            </a:r>
            <a:r>
              <a:rPr lang="en-US" altLang="ko-KR" b="1" dirty="0" smtClean="0">
                <a:solidFill>
                  <a:srgbClr val="FF0000"/>
                </a:solidFill>
              </a:rPr>
              <a:t>title</a:t>
            </a:r>
            <a:r>
              <a:rPr lang="ko-KR" altLang="en-US" b="1" smtClean="0">
                <a:solidFill>
                  <a:srgbClr val="FF0000"/>
                </a:solidFill>
              </a:rPr>
              <a:t>이 안 바뀜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/>
          <p:cNvCxnSpPr/>
          <p:nvPr/>
        </p:nvCxnSpPr>
        <p:spPr>
          <a:xfrm flipH="1" flipV="1">
            <a:off x="4940135" y="1411185"/>
            <a:ext cx="378030" cy="4013859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514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</Words>
  <Application>Microsoft Office PowerPoint</Application>
  <PresentationFormat>와이드스크린</PresentationFormat>
  <Paragraphs>19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Vue 강의자료</vt:lpstr>
      <vt:lpstr>v-once</vt:lpstr>
      <vt:lpstr>v-once</vt:lpstr>
      <vt:lpstr>v-once 미사용</vt:lpstr>
      <vt:lpstr>PowerPoint 프레젠테이션</vt:lpstr>
      <vt:lpstr>v-once 사용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10</cp:revision>
  <dcterms:created xsi:type="dcterms:W3CDTF">2020-07-24T04:52:29Z</dcterms:created>
  <dcterms:modified xsi:type="dcterms:W3CDTF">2021-03-15T09:36:43Z</dcterms:modified>
</cp:coreProperties>
</file>