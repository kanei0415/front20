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1" r:id="rId2"/>
    <p:sldId id="262" r:id="rId3"/>
    <p:sldId id="265" r:id="rId4"/>
    <p:sldId id="263" r:id="rId5"/>
    <p:sldId id="258" r:id="rId6"/>
    <p:sldId id="264" r:id="rId7"/>
    <p:sldId id="260" r:id="rId8"/>
    <p:sldId id="259" r:id="rId9"/>
    <p:sldId id="257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0AE29-50B3-4392-A0A0-52968407E867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9FBB7D-1552-4485-B5D8-845DDFD3E1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13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v-once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출력이 된 이후에 어떤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후처리가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있더라도 처음에 출력한 값을 유지시킬 때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v-once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출력이 된 이후에 어떤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후처리가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있더라도 처음에 출력한 값을 유지시킬 때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smtClean="0">
                <a:solidFill>
                  <a:srgbClr val="FF0000"/>
                </a:solidFill>
              </a:rPr>
              <a:t>v-on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928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v-on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2" y="3325905"/>
            <a:ext cx="12192001" cy="1893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5400" b="1" dirty="0">
                <a:solidFill>
                  <a:srgbClr val="FF0000"/>
                </a:solidFill>
              </a:rPr>
              <a:t>v-on</a:t>
            </a:r>
            <a:r>
              <a:rPr lang="ko-KR" altLang="en-US" sz="5400" b="1" dirty="0">
                <a:solidFill>
                  <a:srgbClr val="FF0000"/>
                </a:solidFill>
              </a:rPr>
              <a:t>은 이벤트 </a:t>
            </a:r>
            <a:r>
              <a:rPr lang="ko-KR" altLang="en-US" sz="5400" b="1" dirty="0" err="1">
                <a:solidFill>
                  <a:srgbClr val="FF0000"/>
                </a:solidFill>
              </a:rPr>
              <a:t>리스너의</a:t>
            </a:r>
            <a:r>
              <a:rPr lang="ko-KR" altLang="en-US" sz="5400" b="1" dirty="0">
                <a:solidFill>
                  <a:srgbClr val="FF0000"/>
                </a:solidFill>
              </a:rPr>
              <a:t> </a:t>
            </a:r>
            <a:r>
              <a:rPr lang="ko-KR" altLang="en-US" sz="5400" b="1" dirty="0" smtClean="0">
                <a:solidFill>
                  <a:srgbClr val="FF0000"/>
                </a:solidFill>
              </a:rPr>
              <a:t>역할</a:t>
            </a:r>
            <a:endParaRPr lang="en-US" altLang="ko-KR" sz="5400" b="1" dirty="0" smtClean="0">
              <a:solidFill>
                <a:srgbClr val="FF0000"/>
              </a:solidFill>
            </a:endParaRPr>
          </a:p>
          <a:p>
            <a:r>
              <a:rPr lang="en-US" altLang="ko-KR" sz="5400" b="1" dirty="0" smtClean="0">
                <a:solidFill>
                  <a:srgbClr val="FF0000"/>
                </a:solidFill>
              </a:rPr>
              <a:t>(event listener)</a:t>
            </a:r>
            <a:endParaRPr lang="ko-KR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63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v-on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2" y="3325905"/>
            <a:ext cx="12192001" cy="1893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5400" b="1" dirty="0" smtClean="0">
                <a:solidFill>
                  <a:srgbClr val="FF0000"/>
                </a:solidFill>
              </a:rPr>
              <a:t>이벤트 </a:t>
            </a:r>
            <a:r>
              <a:rPr lang="en-US" altLang="ko-KR" sz="54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5400" b="1" dirty="0" smtClean="0">
                <a:solidFill>
                  <a:srgbClr val="FF0000"/>
                </a:solidFill>
              </a:rPr>
              <a:t>동작</a:t>
            </a:r>
            <a:r>
              <a:rPr lang="en-US" altLang="ko-KR" sz="5400" b="1" dirty="0" smtClean="0">
                <a:solidFill>
                  <a:srgbClr val="FF0000"/>
                </a:solidFill>
              </a:rPr>
              <a:t>) </a:t>
            </a:r>
            <a:r>
              <a:rPr lang="ko-KR" altLang="en-US" sz="5400" b="1" dirty="0" smtClean="0">
                <a:solidFill>
                  <a:srgbClr val="FF0000"/>
                </a:solidFill>
              </a:rPr>
              <a:t>를 걸어줄 수 있음</a:t>
            </a:r>
            <a:endParaRPr lang="ko-KR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135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v-on </a:t>
            </a:r>
            <a:r>
              <a:rPr lang="ko-KR" altLang="en-US" b="1" dirty="0" smtClean="0"/>
              <a:t>미사용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22793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CD9E77E4-4EA3-460B-8267-BCFFFCC15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561905" cy="6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v-on </a:t>
            </a:r>
            <a:r>
              <a:rPr lang="ko-KR" altLang="en-US" b="1" dirty="0" smtClean="0"/>
              <a:t>사용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89378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9D5D144E-1C88-4053-8A4D-64650AC61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111"/>
            <a:ext cx="8400000" cy="65619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62543" y="1448790"/>
            <a:ext cx="36694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클릭하면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rollDice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함수 실행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3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86C694B6-61F6-43AE-8FA3-28B3497D2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47619" cy="6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</Words>
  <Application>Microsoft Office PowerPoint</Application>
  <PresentationFormat>사용자 지정</PresentationFormat>
  <Paragraphs>17</Paragraphs>
  <Slides>9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Vue 강의자료</vt:lpstr>
      <vt:lpstr>v-on</vt:lpstr>
      <vt:lpstr>v-on</vt:lpstr>
      <vt:lpstr>v-on 미사용</vt:lpstr>
      <vt:lpstr>PowerPoint 프레젠테이션</vt:lpstr>
      <vt:lpstr>v-on 사용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9</cp:revision>
  <dcterms:created xsi:type="dcterms:W3CDTF">2020-07-24T04:52:29Z</dcterms:created>
  <dcterms:modified xsi:type="dcterms:W3CDTF">2020-08-15T16:17:36Z</dcterms:modified>
</cp:coreProperties>
</file>