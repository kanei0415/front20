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57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90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Vue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111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6291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942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503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267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217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701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와이드스크린</PresentationFormat>
  <Paragraphs>2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Vue 강의자료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4</cp:revision>
  <dcterms:created xsi:type="dcterms:W3CDTF">2020-07-24T04:52:29Z</dcterms:created>
  <dcterms:modified xsi:type="dcterms:W3CDTF">2021-04-08T10:20:59Z</dcterms:modified>
</cp:coreProperties>
</file>