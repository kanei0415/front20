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81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68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21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2021-04-08T10:19:24Z</dcterms:modified>
</cp:coreProperties>
</file>