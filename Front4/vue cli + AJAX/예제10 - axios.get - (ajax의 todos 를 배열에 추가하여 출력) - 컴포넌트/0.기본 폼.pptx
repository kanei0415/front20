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65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65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37" y="0"/>
            <a:ext cx="10807699" cy="564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39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35491" cy="663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9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Vue 강의자료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3</cp:revision>
  <dcterms:created xsi:type="dcterms:W3CDTF">2020-07-24T04:52:29Z</dcterms:created>
  <dcterms:modified xsi:type="dcterms:W3CDTF">2021-04-08T10:22:29Z</dcterms:modified>
</cp:coreProperties>
</file>