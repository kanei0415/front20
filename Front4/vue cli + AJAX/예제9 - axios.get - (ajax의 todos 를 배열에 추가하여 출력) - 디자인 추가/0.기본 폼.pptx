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59" r:id="rId6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65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65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399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778836" cy="563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58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670473" cy="620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Vue 강의자료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3</cp:revision>
  <dcterms:created xsi:type="dcterms:W3CDTF">2020-07-24T04:52:29Z</dcterms:created>
  <dcterms:modified xsi:type="dcterms:W3CDTF">2021-04-08T10:21:57Z</dcterms:modified>
</cp:coreProperties>
</file>