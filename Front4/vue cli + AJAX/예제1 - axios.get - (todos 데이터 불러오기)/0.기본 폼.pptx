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59" r:id="rId7"/>
    <p:sldId id="263" r:id="rId8"/>
    <p:sldId id="25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0" y="8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Vue </a:t>
            </a:r>
            <a:r>
              <a:rPr lang="ko-KR" altLang="en-US" b="1" dirty="0"/>
              <a:t>강의자료</a:t>
            </a: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67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628"/>
            <a:ext cx="12192000" cy="657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177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89673" cy="328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916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5915891" cy="6231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787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455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7430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166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와이드스크린</PresentationFormat>
  <Paragraphs>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Vue 강의자료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3</cp:revision>
  <dcterms:created xsi:type="dcterms:W3CDTF">2020-07-24T04:52:29Z</dcterms:created>
  <dcterms:modified xsi:type="dcterms:W3CDTF">2021-04-08T10:17:29Z</dcterms:modified>
</cp:coreProperties>
</file>