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0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Vue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4567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699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Vue 강의자료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3</cp:revision>
  <dcterms:created xsi:type="dcterms:W3CDTF">2020-07-24T04:52:29Z</dcterms:created>
  <dcterms:modified xsi:type="dcterms:W3CDTF">2021-04-08T10:18:23Z</dcterms:modified>
</cp:coreProperties>
</file>