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425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89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44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02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96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2021-04-08T10:21:29Z</dcterms:modified>
</cp:coreProperties>
</file>