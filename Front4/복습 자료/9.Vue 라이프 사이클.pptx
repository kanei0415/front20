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60" r:id="rId2"/>
    <p:sldId id="263" r:id="rId3"/>
    <p:sldId id="264" r:id="rId4"/>
    <p:sldId id="265" r:id="rId5"/>
    <p:sldId id="258" r:id="rId6"/>
    <p:sldId id="261" r:id="rId7"/>
    <p:sldId id="259" r:id="rId8"/>
    <p:sldId id="262" r:id="rId9"/>
    <p:sldId id="257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10" d="100"/>
          <a:sy n="110" d="100"/>
        </p:scale>
        <p:origin x="-558" y="-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22F41D-0A76-4DE0-92BB-BF8AA98E5B8A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7113718-5F2B-4FEA-87F9-3F73057A5D09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285257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4A60AE3-B3ED-4E3D-9372-ECE333D7F2C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xmlns="" id="{4111084E-B3A3-488D-B6F0-9B49F68F312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74FAF163-3992-4040-BDAE-27FED55A7DC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7E66CF5-352A-4019-B70E-B65DE0F5E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5AF6C434-26A8-4242-B33F-402169645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914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6C9C565-2DA9-4242-87D7-8F4D0FC515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3C78B137-7597-4F7E-9685-E87BCC1766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18B5D4C8-93E0-48C1-8918-0D184CD480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97FAA92B-55E1-4782-A355-8583A56608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24DBD77E-B81D-418A-8183-5B1A8DE968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557276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024D2D17-26F6-489F-98A6-31A72A5004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45FA90D0-40E9-4DA5-A8CA-A15B9918F22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26AC5E86-B71F-49DE-A232-8AF7834581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01929F0B-984E-40CD-B8AD-3C1E1C70AE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B5EC4380-4890-4B51-BDA9-7D4CA70661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455272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5F66EEC1-CB96-45B4-9E54-E2614D1134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11E93620-398D-425E-9F4A-57E0B619AA6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3D7D6826-9CD0-40EA-8D97-F224B34CB03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530C1ADC-A37C-4AD3-A181-F37C25DF98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085BBA3C-969A-4E9A-AEAA-C1F5BBC2B8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E0198E27-2067-4C54-B9B5-2C90C9862C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747088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C2C698B4-286A-4E43-B83D-BFC09A890E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5932CAF1-9569-4F40-9322-3D9115DDABB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xmlns="" id="{DE78BA8E-9759-445B-9454-5BD859B6046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xmlns="" id="{3F6B0EB0-306A-4469-9E2E-2668CE72DA4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xmlns="" id="{A36EBCD2-569E-4686-B335-00AC52D57CE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xmlns="" id="{C67B924B-1F63-4668-9F27-DABCDD4BD3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xmlns="" id="{E37B2F25-3FB1-41DF-917F-96E785AC92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xmlns="" id="{F696110A-8EE2-4477-BA46-BAD1155F1A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513779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14C6D661-0AE0-4A39-9295-F5A3745966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xmlns="" id="{CC7DC0D1-3201-414F-AAA4-044FB95B50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xmlns="" id="{60EFBC13-BB25-4831-B50D-F2C93FEBFB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xmlns="" id="{9DC7677F-67C7-4A12-9099-A619920641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538878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xmlns="" id="{ADAE8CD5-27A8-4913-AA78-D8084F1DD42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xmlns="" id="{CF530F6B-894B-496D-B5B8-7009A69F33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xmlns="" id="{941EA277-61F3-4F94-93BC-277C599C08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6916519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E3733B66-4F35-472C-875F-EC1BEAE8C8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xmlns="" id="{88FDEE53-BF68-4B22-9310-E98B1994F2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832AEA08-6629-4B0B-A7A8-6C97841760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E1A68AF-CD30-40DE-B1F9-8DE4421E93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7B5A9A10-8403-4CD3-876C-34ED3021A4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8356746F-414F-45A1-8FA9-652FC8561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653454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FB7EC89E-A179-4D41-9AC0-506076946F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xmlns="" id="{382EF334-EBD6-45BA-9ADD-504D08E8B1A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xmlns="" id="{A378B46F-D774-47ED-9299-93BD966F5AA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xmlns="" id="{99137BB2-1E58-4361-AA02-0759ABAB16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xmlns="" id="{685E63B9-5E6F-4C05-83B8-0EDCA14EC9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xmlns="" id="{1D07B4CA-54A4-4783-AA62-C55071436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7861342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3B5DDC15-1FBF-4FED-AAE3-A45587FEC6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A08F82DA-AF5D-4771-855D-D12471491AA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3B9E77A3-8773-4A1C-B628-F7E33D5627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FA5E9043-87B2-4A01-89A1-60A0AB02E1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6F467C25-CA83-4C75-9687-F840AA60E9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4707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xmlns="" id="{4F778D5A-DF75-4088-95F7-C3A793BC0D9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xmlns="" id="{DB5C191C-8EF4-4FB4-B9A3-F498921E65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8A98FF33-E69D-441A-9E83-854CAAFA8C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6E8C4BF3-022F-454E-B7FF-12B58F9CA5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1F4F011-1EF5-48C5-83EF-56180B05F9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269972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1">
            <a:lumMod val="40000"/>
            <a:lumOff val="6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xmlns="" id="{87041561-D6B4-4F35-97D9-91B6E56F106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xmlns="" id="{C48DE5F2-DC99-471C-BCB6-11EB57753B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xmlns="" id="{5B70BA47-1E61-46C4-B875-17AE425C9AD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52F9B60-EB7D-4950-BDEB-48903CF55AB8}" type="datetimeFigureOut">
              <a:rPr lang="ko-KR" altLang="en-US" smtClean="0"/>
              <a:t>2020-08-03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xmlns="" id="{50222B51-3B3D-4B2F-AF53-4FE78F6A67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xmlns="" id="{D9CAE1D6-3175-477B-ACB5-657DF855D35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717CC1-8081-492F-8044-E52C0489A848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188004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2"/>
            <a:ext cx="9144000" cy="3333523"/>
          </a:xfrm>
        </p:spPr>
        <p:txBody>
          <a:bodyPr>
            <a:normAutofit/>
          </a:bodyPr>
          <a:lstStyle/>
          <a:p>
            <a:r>
              <a:rPr lang="en-US" altLang="ko-KR" b="1" dirty="0" err="1"/>
              <a:t>Vue</a:t>
            </a:r>
            <a:r>
              <a:rPr lang="en-US" altLang="ko-KR" b="1" dirty="0"/>
              <a:t> </a:t>
            </a:r>
            <a:r>
              <a:rPr lang="ko-KR" altLang="en-US" b="1" dirty="0" smtClean="0"/>
              <a:t>강의자료</a:t>
            </a: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smtClean="0"/>
              <a:t/>
            </a:r>
            <a:br>
              <a:rPr lang="en-US" altLang="ko-KR" b="1" dirty="0" smtClean="0"/>
            </a:br>
            <a:r>
              <a:rPr lang="en-US" altLang="ko-KR" b="1" dirty="0" err="1">
                <a:solidFill>
                  <a:srgbClr val="FF0000"/>
                </a:solidFill>
              </a:rPr>
              <a:t>Vue</a:t>
            </a:r>
            <a:r>
              <a:rPr lang="ko-KR" altLang="en-US" b="1" dirty="0">
                <a:solidFill>
                  <a:srgbClr val="FF0000"/>
                </a:solidFill>
              </a:rPr>
              <a:t>라이프 사이클</a:t>
            </a:r>
          </a:p>
        </p:txBody>
      </p:sp>
    </p:spTree>
    <p:extLst>
      <p:ext uri="{BB962C8B-B14F-4D97-AF65-F5344CB8AC3E}">
        <p14:creationId xmlns:p14="http://schemas.microsoft.com/office/powerpoint/2010/main" val="388751628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166" y="207033"/>
            <a:ext cx="7763774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 smtClean="0">
                <a:solidFill>
                  <a:srgbClr val="FF0000"/>
                </a:solidFill>
              </a:rPr>
              <a:t>beforeCreate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ko-KR" altLang="en-US" sz="2400" b="1" dirty="0" err="1" smtClean="0"/>
              <a:t>인스턴스가</a:t>
            </a:r>
            <a:r>
              <a:rPr lang="ko-KR" altLang="en-US" sz="2400" b="1" dirty="0" smtClean="0"/>
              <a:t> 생성되고 나서 가장 처음 실행되는 함수</a:t>
            </a:r>
            <a:endParaRPr lang="en-US" altLang="ko-KR" sz="2400" b="1" dirty="0" smtClean="0"/>
          </a:p>
          <a:p>
            <a:endParaRPr lang="en-US" altLang="ko-KR" sz="2400" b="1" dirty="0"/>
          </a:p>
          <a:p>
            <a:r>
              <a:rPr lang="en-US" altLang="ko-KR" sz="2400" b="1" dirty="0"/>
              <a:t>d</a:t>
            </a:r>
            <a:r>
              <a:rPr lang="en-US" altLang="ko-KR" sz="2400" b="1" dirty="0" smtClean="0"/>
              <a:t>ata</a:t>
            </a:r>
            <a:r>
              <a:rPr lang="ko-KR" altLang="en-US" sz="2400" b="1" dirty="0" smtClean="0"/>
              <a:t>와 </a:t>
            </a:r>
            <a:r>
              <a:rPr lang="en-US" altLang="ko-KR" sz="2400" b="1" dirty="0" smtClean="0"/>
              <a:t>methods </a:t>
            </a:r>
            <a:r>
              <a:rPr lang="ko-KR" altLang="en-US" sz="2400" b="1" dirty="0" smtClean="0"/>
              <a:t>속성이 정의되어 있지 않음</a:t>
            </a:r>
            <a:endParaRPr lang="ko-KR" alt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50166" y="2196859"/>
            <a:ext cx="77637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created</a:t>
            </a:r>
          </a:p>
          <a:p>
            <a:r>
              <a:rPr lang="en-US" altLang="ko-KR" sz="2400" b="1" dirty="0" err="1" smtClean="0"/>
              <a:t>beforeCreate</a:t>
            </a:r>
            <a:r>
              <a:rPr lang="en-US" altLang="ko-KR" sz="2400" b="1" dirty="0" smtClean="0"/>
              <a:t> </a:t>
            </a:r>
            <a:r>
              <a:rPr lang="ko-KR" altLang="en-US" sz="2400" b="1" dirty="0" smtClean="0"/>
              <a:t>다음에 실행됨</a:t>
            </a:r>
            <a:endParaRPr lang="en-US" altLang="ko-KR" sz="2400" b="1" dirty="0" smtClean="0"/>
          </a:p>
          <a:p>
            <a:r>
              <a:rPr lang="en-US" altLang="ko-KR" sz="2400" b="1" dirty="0"/>
              <a:t>d</a:t>
            </a:r>
            <a:r>
              <a:rPr lang="en-US" altLang="ko-KR" sz="2400" b="1" dirty="0" smtClean="0"/>
              <a:t>ata</a:t>
            </a:r>
            <a:r>
              <a:rPr lang="ko-KR" altLang="en-US" sz="2400" b="1" dirty="0" smtClean="0"/>
              <a:t>와 </a:t>
            </a:r>
            <a:r>
              <a:rPr lang="en-US" altLang="ko-KR" sz="2400" b="1" dirty="0" smtClean="0"/>
              <a:t>methods </a:t>
            </a:r>
            <a:r>
              <a:rPr lang="ko-KR" altLang="en-US" sz="2400" b="1" dirty="0" smtClean="0"/>
              <a:t>속성이 정의되어 있음</a:t>
            </a:r>
            <a:endParaRPr lang="ko-KR" alt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50166" y="4413847"/>
            <a:ext cx="776377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 smtClean="0">
                <a:solidFill>
                  <a:srgbClr val="FF0000"/>
                </a:solidFill>
              </a:rPr>
              <a:t>beforeMount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en-US" altLang="ko-KR" sz="2400" b="1" dirty="0"/>
              <a:t>c</a:t>
            </a:r>
            <a:r>
              <a:rPr lang="en-US" altLang="ko-KR" sz="2400" b="1" dirty="0" smtClean="0"/>
              <a:t>reated</a:t>
            </a:r>
            <a:r>
              <a:rPr lang="ko-KR" altLang="en-US" sz="2400" b="1" dirty="0" smtClean="0"/>
              <a:t>다음 </a:t>
            </a:r>
            <a:r>
              <a:rPr lang="en-US" altLang="ko-KR" sz="2400" b="1" dirty="0" smtClean="0"/>
              <a:t>render</a:t>
            </a:r>
            <a:r>
              <a:rPr lang="ko-KR" altLang="en-US" sz="2400" b="1" dirty="0" smtClean="0"/>
              <a:t>함수가 호출되어</a:t>
            </a:r>
            <a:endParaRPr lang="en-US" altLang="ko-KR" sz="2400" b="1" dirty="0" smtClean="0"/>
          </a:p>
          <a:p>
            <a:r>
              <a:rPr lang="en-US" altLang="ko-KR" sz="2400" b="1" dirty="0" smtClean="0"/>
              <a:t>el</a:t>
            </a:r>
            <a:r>
              <a:rPr lang="ko-KR" altLang="en-US" sz="2400" b="1" dirty="0" smtClean="0"/>
              <a:t>속성에 지정한 </a:t>
            </a:r>
            <a:r>
              <a:rPr lang="en-US" altLang="ko-KR" sz="2400" b="1" dirty="0" smtClean="0"/>
              <a:t>DOM</a:t>
            </a:r>
            <a:r>
              <a:rPr lang="ko-KR" altLang="en-US" sz="2400" b="1" dirty="0" smtClean="0"/>
              <a:t>에 </a:t>
            </a:r>
            <a:r>
              <a:rPr lang="ko-KR" altLang="en-US" sz="2400" b="1" dirty="0" err="1" smtClean="0"/>
              <a:t>인스턴스를</a:t>
            </a:r>
            <a:r>
              <a:rPr lang="ko-KR" altLang="en-US" sz="2400" b="1" dirty="0" smtClean="0"/>
              <a:t> 부착하기 전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29414325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166" y="207033"/>
            <a:ext cx="95235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mounted</a:t>
            </a:r>
          </a:p>
          <a:p>
            <a:r>
              <a:rPr lang="en-US" altLang="ko-KR" sz="2400" b="1" dirty="0"/>
              <a:t>el</a:t>
            </a:r>
            <a:r>
              <a:rPr lang="ko-KR" altLang="en-US" sz="2400" b="1" dirty="0"/>
              <a:t>속성에 지정한 </a:t>
            </a:r>
            <a:r>
              <a:rPr lang="en-US" altLang="ko-KR" sz="2400" b="1" dirty="0"/>
              <a:t>DOM</a:t>
            </a:r>
            <a:r>
              <a:rPr lang="ko-KR" altLang="en-US" sz="2400" b="1" dirty="0"/>
              <a:t>에 </a:t>
            </a:r>
            <a:r>
              <a:rPr lang="ko-KR" altLang="en-US" sz="2400" b="1" dirty="0" err="1" smtClean="0"/>
              <a:t>인스턴스가</a:t>
            </a:r>
            <a:r>
              <a:rPr lang="ko-KR" altLang="en-US" sz="2400" b="1" dirty="0" smtClean="0"/>
              <a:t> 부착되고 난 뒤 호출</a:t>
            </a:r>
            <a:endParaRPr lang="ko-KR" alt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50166" y="2196859"/>
            <a:ext cx="77637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 smtClean="0">
                <a:solidFill>
                  <a:srgbClr val="FF0000"/>
                </a:solidFill>
              </a:rPr>
              <a:t>beforeUpdate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ko-KR" altLang="en-US" sz="2400" b="1" dirty="0" smtClean="0"/>
              <a:t>데이터가 변경되면 화면을 다시 그리기 전에 호출</a:t>
            </a:r>
            <a:endParaRPr lang="ko-KR" altLang="en-US" sz="2400" b="1" dirty="0"/>
          </a:p>
        </p:txBody>
      </p:sp>
      <p:sp>
        <p:nvSpPr>
          <p:cNvPr id="4" name="TextBox 3"/>
          <p:cNvSpPr txBox="1"/>
          <p:nvPr/>
        </p:nvSpPr>
        <p:spPr>
          <a:xfrm>
            <a:off x="250166" y="4413847"/>
            <a:ext cx="77637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updated</a:t>
            </a:r>
          </a:p>
          <a:p>
            <a:r>
              <a:rPr lang="ko-KR" altLang="en-US" sz="2400" b="1" dirty="0" smtClean="0"/>
              <a:t>데이터가 변경되고 나서 화면을 그리고 나면 실행됨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40039568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0166" y="207033"/>
            <a:ext cx="952356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err="1" smtClean="0">
                <a:solidFill>
                  <a:srgbClr val="FF0000"/>
                </a:solidFill>
              </a:rPr>
              <a:t>beforeDestroy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ko-KR" altLang="en-US" sz="2400" b="1" dirty="0" err="1" smtClean="0"/>
              <a:t>뷰</a:t>
            </a:r>
            <a:r>
              <a:rPr lang="ko-KR" altLang="en-US" sz="2400" b="1" dirty="0" smtClean="0"/>
              <a:t> </a:t>
            </a:r>
            <a:r>
              <a:rPr lang="ko-KR" altLang="en-US" sz="2400" b="1" dirty="0" err="1" smtClean="0"/>
              <a:t>인스턴스가</a:t>
            </a:r>
            <a:r>
              <a:rPr lang="ko-KR" altLang="en-US" sz="2400" b="1" dirty="0" smtClean="0"/>
              <a:t> 파괴 되기 직전에 호출</a:t>
            </a:r>
            <a:endParaRPr lang="ko-KR" altLang="en-US" sz="2400" b="1" dirty="0"/>
          </a:p>
        </p:txBody>
      </p:sp>
      <p:sp>
        <p:nvSpPr>
          <p:cNvPr id="3" name="TextBox 2"/>
          <p:cNvSpPr txBox="1"/>
          <p:nvPr/>
        </p:nvSpPr>
        <p:spPr>
          <a:xfrm>
            <a:off x="250166" y="2196859"/>
            <a:ext cx="776377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destroyed</a:t>
            </a:r>
          </a:p>
          <a:p>
            <a:r>
              <a:rPr lang="ko-KR" altLang="en-US" sz="2400" b="1" dirty="0" err="1" smtClean="0"/>
              <a:t>뷰</a:t>
            </a:r>
            <a:r>
              <a:rPr lang="ko-KR" altLang="en-US" sz="2400" b="1" dirty="0" smtClean="0"/>
              <a:t> </a:t>
            </a:r>
            <a:r>
              <a:rPr lang="ko-KR" altLang="en-US" sz="2400" b="1" dirty="0" err="1" smtClean="0"/>
              <a:t>인스턴스가</a:t>
            </a:r>
            <a:r>
              <a:rPr lang="ko-KR" altLang="en-US" sz="2400" b="1" dirty="0" smtClean="0"/>
              <a:t> 파괴 되고 나서 호출</a:t>
            </a:r>
            <a:endParaRPr lang="ko-KR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10590672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11162805" cy="410241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36388187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4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4191990" cy="68607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42111651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1" y="0"/>
            <a:ext cx="9025247" cy="5475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2" name="TextBox 1"/>
          <p:cNvSpPr txBox="1"/>
          <p:nvPr/>
        </p:nvSpPr>
        <p:spPr>
          <a:xfrm>
            <a:off x="3027872" y="5029200"/>
            <a:ext cx="46582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400" b="1" dirty="0" smtClean="0">
                <a:solidFill>
                  <a:srgbClr val="FF0000"/>
                </a:solidFill>
              </a:rPr>
              <a:t>updated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는 실행되지 않음</a:t>
            </a:r>
            <a:endParaRPr lang="en-US" altLang="ko-KR" sz="2400" b="1" dirty="0" smtClean="0">
              <a:solidFill>
                <a:srgbClr val="FF0000"/>
              </a:solidFill>
            </a:endParaRPr>
          </a:p>
          <a:p>
            <a:r>
              <a:rPr lang="en-US" altLang="ko-KR" sz="2400" b="1" dirty="0" smtClean="0">
                <a:solidFill>
                  <a:srgbClr val="FF0000"/>
                </a:solidFill>
              </a:rPr>
              <a:t>(</a:t>
            </a:r>
            <a:r>
              <a:rPr lang="ko-KR" altLang="en-US" sz="2400" b="1" dirty="0" smtClean="0">
                <a:solidFill>
                  <a:srgbClr val="FF0000"/>
                </a:solidFill>
              </a:rPr>
              <a:t>값이 변경되지 않았으므로</a:t>
            </a:r>
            <a:r>
              <a:rPr lang="en-US" altLang="ko-KR" sz="2400" b="1" dirty="0" smtClean="0">
                <a:solidFill>
                  <a:srgbClr val="FF0000"/>
                </a:solidFill>
              </a:rPr>
              <a:t>)</a:t>
            </a:r>
            <a:endParaRPr lang="ko-KR" altLang="en-US" sz="2400" b="1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1003675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952961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xmlns="" id="{75BEEB66-5FE2-4DE4-BF44-73FE2AF1065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3483504"/>
          </a:xfrm>
        </p:spPr>
        <p:txBody>
          <a:bodyPr>
            <a:normAutofit/>
          </a:bodyPr>
          <a:lstStyle/>
          <a:p>
            <a:r>
              <a:rPr lang="ko-KR" altLang="en-US" sz="9600" b="1" dirty="0"/>
              <a:t>끝</a:t>
            </a:r>
          </a:p>
        </p:txBody>
      </p:sp>
    </p:spTree>
    <p:extLst>
      <p:ext uri="{BB962C8B-B14F-4D97-AF65-F5344CB8AC3E}">
        <p14:creationId xmlns:p14="http://schemas.microsoft.com/office/powerpoint/2010/main" val="12662153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121</TotalTime>
  <Words>92</Words>
  <Application>Microsoft Office PowerPoint</Application>
  <PresentationFormat>사용자 지정</PresentationFormat>
  <Paragraphs>24</Paragraphs>
  <Slides>9</Slides>
  <Notes>0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0" baseType="lpstr">
      <vt:lpstr>Office 테마</vt:lpstr>
      <vt:lpstr>Vue 강의자료  Vue라이프 사이클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끝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Vue 강의자료</dc:title>
  <dc:creator>s</dc:creator>
  <cp:lastModifiedBy>jj</cp:lastModifiedBy>
  <cp:revision>8</cp:revision>
  <dcterms:created xsi:type="dcterms:W3CDTF">2020-07-24T04:52:29Z</dcterms:created>
  <dcterms:modified xsi:type="dcterms:W3CDTF">2020-08-03T11:25:40Z</dcterms:modified>
</cp:coreProperties>
</file>