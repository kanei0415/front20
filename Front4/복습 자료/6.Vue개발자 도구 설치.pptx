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  <p:sldId id="261" r:id="rId5"/>
    <p:sldId id="262" r:id="rId6"/>
    <p:sldId id="263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52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err="1" smtClean="0">
                <a:solidFill>
                  <a:srgbClr val="FF0000"/>
                </a:solidFill>
              </a:rPr>
              <a:t>Vue</a:t>
            </a:r>
            <a:r>
              <a:rPr lang="ko-KR" altLang="en-US" b="1" dirty="0" smtClean="0">
                <a:solidFill>
                  <a:srgbClr val="FF0000"/>
                </a:solidFill>
              </a:rPr>
              <a:t>개발자 도구 설치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601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307782" cy="5976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71564" cy="6028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922826" cy="5936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012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2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</Words>
  <Application>Microsoft Office PowerPoint</Application>
  <PresentationFormat>사용자 지정</PresentationFormat>
  <Paragraphs>2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Vue 강의자료  Vue개발자 도구 설치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7</cp:revision>
  <dcterms:created xsi:type="dcterms:W3CDTF">2020-07-24T04:52:29Z</dcterms:created>
  <dcterms:modified xsi:type="dcterms:W3CDTF">2020-08-01T11:23:48Z</dcterms:modified>
</cp:coreProperties>
</file>