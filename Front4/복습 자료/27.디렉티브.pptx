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4" r:id="rId4"/>
    <p:sldId id="259" r:id="rId5"/>
    <p:sldId id="261" r:id="rId6"/>
    <p:sldId id="265" r:id="rId7"/>
    <p:sldId id="262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8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 smtClean="0">
                <a:solidFill>
                  <a:srgbClr val="FF0000"/>
                </a:solidFill>
              </a:rPr>
              <a:t>디렉티브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 smtClean="0"/>
              <a:t>디렉티브란</a:t>
            </a:r>
            <a:r>
              <a:rPr lang="en-US" altLang="ko-KR" b="1" dirty="0" smtClean="0"/>
              <a:t>? </a:t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directive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9315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41" y="1122363"/>
            <a:ext cx="10412083" cy="2362709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HTML </a:t>
            </a:r>
            <a:r>
              <a:rPr lang="ko-KR" altLang="en-US" b="1" dirty="0" err="1" smtClean="0"/>
              <a:t>태그안에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v- </a:t>
            </a:r>
            <a:r>
              <a:rPr lang="ko-KR" altLang="en-US" b="1" dirty="0" smtClean="0"/>
              <a:t>접두사를 가지는 모든 속성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9112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977745" cy="624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78286" cy="6312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62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977745" cy="624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09" y="364106"/>
            <a:ext cx="481012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978770" y="364106"/>
            <a:ext cx="5007364" cy="22479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2363638" y="1488056"/>
            <a:ext cx="5287992" cy="87558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2820838" y="2246804"/>
            <a:ext cx="5112588" cy="223893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3942272" y="1925847"/>
            <a:ext cx="3919267" cy="134356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87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05257" cy="530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62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</Words>
  <Application>Microsoft Office PowerPoint</Application>
  <PresentationFormat>사용자 지정</PresentationFormat>
  <Paragraphs>4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Vue 강의자료  디렉티브</vt:lpstr>
      <vt:lpstr>디렉티브란?  (directive)</vt:lpstr>
      <vt:lpstr>HTML 태그안에 v- 접두사를 가지는 모든 속성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9</cp:revision>
  <dcterms:created xsi:type="dcterms:W3CDTF">2020-07-24T04:52:29Z</dcterms:created>
  <dcterms:modified xsi:type="dcterms:W3CDTF">2020-08-04T11:44:36Z</dcterms:modified>
</cp:coreProperties>
</file>