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  <p:sldId id="267" r:id="rId3"/>
    <p:sldId id="268" r:id="rId4"/>
    <p:sldId id="269" r:id="rId5"/>
    <p:sldId id="270" r:id="rId6"/>
    <p:sldId id="273" r:id="rId7"/>
    <p:sldId id="274" r:id="rId8"/>
    <p:sldId id="275" r:id="rId9"/>
    <p:sldId id="276" r:id="rId10"/>
    <p:sldId id="277" r:id="rId11"/>
    <p:sldId id="263" r:id="rId12"/>
    <p:sldId id="264" r:id="rId13"/>
    <p:sldId id="271" r:id="rId14"/>
    <p:sldId id="272" r:id="rId15"/>
    <p:sldId id="265" r:id="rId16"/>
    <p:sldId id="258" r:id="rId17"/>
    <p:sldId id="259" r:id="rId18"/>
    <p:sldId id="260" r:id="rId19"/>
    <p:sldId id="257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2021-04-07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2021-04-07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7527" y="1312367"/>
            <a:ext cx="10462161" cy="2915247"/>
          </a:xfrm>
        </p:spPr>
        <p:txBody>
          <a:bodyPr>
            <a:normAutofit/>
          </a:bodyPr>
          <a:lstStyle/>
          <a:p>
            <a:r>
              <a:rPr lang="en-US" altLang="ko-KR" b="1" dirty="0" err="1"/>
              <a:t>Vue</a:t>
            </a:r>
            <a:r>
              <a:rPr lang="en-US" altLang="ko-KR" b="1" dirty="0"/>
              <a:t> </a:t>
            </a:r>
            <a:r>
              <a:rPr lang="ko-KR" altLang="en-US" b="1" dirty="0" smtClean="0"/>
              <a:t>강의자료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ko-KR" altLang="en-US" b="1" dirty="0" err="1" smtClean="0">
                <a:solidFill>
                  <a:srgbClr val="FF0000"/>
                </a:solidFill>
              </a:rPr>
              <a:t>뷰</a:t>
            </a:r>
            <a:r>
              <a:rPr lang="ko-KR" altLang="en-US" b="1" dirty="0" smtClean="0">
                <a:solidFill>
                  <a:srgbClr val="FF0000"/>
                </a:solidFill>
              </a:rPr>
              <a:t>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라우터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65670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7527" y="1312367"/>
            <a:ext cx="10462161" cy="2915247"/>
          </a:xfrm>
        </p:spPr>
        <p:txBody>
          <a:bodyPr>
            <a:normAutofit/>
          </a:bodyPr>
          <a:lstStyle/>
          <a:p>
            <a:r>
              <a:rPr lang="ko-KR" altLang="en-US" b="1" dirty="0" err="1" smtClean="0">
                <a:solidFill>
                  <a:srgbClr val="FF0000"/>
                </a:solidFill>
              </a:rPr>
              <a:t>라우팅</a:t>
            </a:r>
            <a:r>
              <a:rPr lang="ko-KR" altLang="en-US" b="1" dirty="0" smtClean="0">
                <a:solidFill>
                  <a:srgbClr val="FF0000"/>
                </a:solidFill>
              </a:rPr>
              <a:t> </a:t>
            </a:r>
            <a:r>
              <a:rPr lang="en-US" altLang="ko-KR" b="1" dirty="0" smtClean="0"/>
              <a:t>(Routing)</a:t>
            </a:r>
            <a:br>
              <a:rPr lang="en-US" altLang="ko-KR" b="1" dirty="0" smtClean="0"/>
            </a:b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ko-KR" altLang="en-US" b="1" dirty="0" smtClean="0"/>
              <a:t>웹 페이지 간의 이동 방법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604595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7527" y="1312367"/>
            <a:ext cx="10462161" cy="2915247"/>
          </a:xfrm>
        </p:spPr>
        <p:txBody>
          <a:bodyPr>
            <a:normAutofit/>
          </a:bodyPr>
          <a:lstStyle/>
          <a:p>
            <a:r>
              <a:rPr lang="ko-KR" altLang="en-US" b="1" dirty="0" err="1" smtClean="0">
                <a:solidFill>
                  <a:srgbClr val="FF0000"/>
                </a:solidFill>
              </a:rPr>
              <a:t>라우팅</a:t>
            </a:r>
            <a:r>
              <a:rPr lang="ko-KR" altLang="en-US" b="1" dirty="0" smtClean="0">
                <a:solidFill>
                  <a:srgbClr val="FF0000"/>
                </a:solidFill>
              </a:rPr>
              <a:t> </a:t>
            </a:r>
            <a:r>
              <a:rPr lang="en-US" altLang="ko-KR" b="1" dirty="0" smtClean="0"/>
              <a:t>(Routing)</a:t>
            </a:r>
            <a:r>
              <a:rPr lang="ko-KR" altLang="en-US" b="1" dirty="0"/>
              <a:t>은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 smtClean="0"/>
              <a:t>SPA</a:t>
            </a:r>
            <a:r>
              <a:rPr lang="ko-KR" altLang="en-US" b="1" dirty="0" smtClean="0"/>
              <a:t>에서 주로 사용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628558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023" y="1312368"/>
            <a:ext cx="11990717" cy="2233090"/>
          </a:xfrm>
        </p:spPr>
        <p:txBody>
          <a:bodyPr>
            <a:normAutofit/>
          </a:bodyPr>
          <a:lstStyle/>
          <a:p>
            <a:r>
              <a:rPr lang="en-US" altLang="ko-KR" b="1" dirty="0" smtClean="0"/>
              <a:t>SPA</a:t>
            </a:r>
            <a:r>
              <a:rPr lang="ko-KR" altLang="en-US" b="1" dirty="0" smtClean="0"/>
              <a:t> </a:t>
            </a:r>
            <a:r>
              <a:rPr lang="en-US" altLang="ko-KR" b="1" dirty="0" smtClean="0"/>
              <a:t>(Single Page Application)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74263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023" y="1312368"/>
            <a:ext cx="11990717" cy="4337934"/>
          </a:xfrm>
        </p:spPr>
        <p:txBody>
          <a:bodyPr>
            <a:normAutofit/>
          </a:bodyPr>
          <a:lstStyle/>
          <a:p>
            <a:r>
              <a:rPr lang="en-US" altLang="ko-KR" sz="4400" b="1" dirty="0" smtClean="0">
                <a:solidFill>
                  <a:srgbClr val="FF0000"/>
                </a:solidFill>
              </a:rPr>
              <a:t>Single Page Application</a:t>
            </a:r>
            <a:r>
              <a:rPr lang="en-US" altLang="ko-KR" sz="4400" b="1" dirty="0" smtClean="0"/>
              <a:t>:</a:t>
            </a:r>
            <a:br>
              <a:rPr lang="en-US" altLang="ko-KR" sz="4400" b="1" dirty="0" smtClean="0"/>
            </a:br>
            <a:r>
              <a:rPr lang="en-US" altLang="ko-KR" sz="4400" b="1" dirty="0" smtClean="0"/>
              <a:t/>
            </a:r>
            <a:br>
              <a:rPr lang="en-US" altLang="ko-KR" sz="4400" b="1" dirty="0" smtClean="0"/>
            </a:br>
            <a:r>
              <a:rPr lang="ko-KR" altLang="en-US" sz="4400" b="1" dirty="0" smtClean="0"/>
              <a:t>페이지를 이동할 때 마다 </a:t>
            </a:r>
            <a:r>
              <a:rPr lang="en-US" altLang="ko-KR" sz="4400" b="1" dirty="0" smtClean="0"/>
              <a:t/>
            </a:r>
            <a:br>
              <a:rPr lang="en-US" altLang="ko-KR" sz="4400" b="1" dirty="0" smtClean="0"/>
            </a:br>
            <a:r>
              <a:rPr lang="ko-KR" altLang="en-US" sz="4400" b="1" dirty="0" smtClean="0"/>
              <a:t>서버에 웹 페이지를 요청하여 </a:t>
            </a:r>
            <a:r>
              <a:rPr lang="en-US" altLang="ko-KR" sz="4400" b="1" dirty="0" smtClean="0"/>
              <a:t/>
            </a:r>
            <a:br>
              <a:rPr lang="en-US" altLang="ko-KR" sz="4400" b="1" dirty="0" smtClean="0"/>
            </a:br>
            <a:r>
              <a:rPr lang="ko-KR" altLang="en-US" sz="4400" b="1" dirty="0" smtClean="0"/>
              <a:t>갱신하는 것이 아니라</a:t>
            </a:r>
            <a:r>
              <a:rPr lang="en-US" altLang="ko-KR" sz="4400" b="1" dirty="0" smtClean="0"/>
              <a:t/>
            </a:r>
            <a:br>
              <a:rPr lang="en-US" altLang="ko-KR" sz="4400" b="1" dirty="0" smtClean="0"/>
            </a:br>
            <a:r>
              <a:rPr lang="ko-KR" altLang="en-US" sz="4400" b="1" dirty="0" smtClean="0"/>
              <a:t>미리 해당 페이지들을 받아 놓고 </a:t>
            </a:r>
            <a:r>
              <a:rPr lang="en-US" altLang="ko-KR" sz="4400" b="1" dirty="0" smtClean="0"/>
              <a:t/>
            </a:r>
            <a:br>
              <a:rPr lang="en-US" altLang="ko-KR" sz="4400" b="1" dirty="0" smtClean="0"/>
            </a:br>
            <a:r>
              <a:rPr lang="ko-KR" altLang="en-US" sz="4400" b="1" dirty="0" smtClean="0"/>
              <a:t>이동 시에 화면만 갱신</a:t>
            </a:r>
            <a:endParaRPr lang="ko-KR" alt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1603041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/>
              <a:t>SPA</a:t>
            </a:r>
            <a:endParaRPr lang="ko-KR" altLang="en-US" b="1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751521"/>
            <a:ext cx="9347200" cy="5052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51924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406399" y="493264"/>
            <a:ext cx="10406743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3600" b="1" dirty="0"/>
              <a:t>첫 </a:t>
            </a:r>
            <a:r>
              <a:rPr lang="ko-KR" altLang="en-US" sz="3600" b="1" dirty="0" err="1"/>
              <a:t>요청시</a:t>
            </a:r>
            <a:r>
              <a:rPr lang="ko-KR" altLang="en-US" sz="3600" b="1" dirty="0"/>
              <a:t> 딱 한 페이지만 불러오고 </a:t>
            </a:r>
            <a:endParaRPr lang="en-US" altLang="ko-KR" sz="3600" b="1" dirty="0" smtClean="0"/>
          </a:p>
          <a:p>
            <a:endParaRPr lang="en-US" altLang="ko-KR" sz="3600" b="1" dirty="0"/>
          </a:p>
          <a:p>
            <a:r>
              <a:rPr lang="ko-KR" altLang="en-US" sz="3600" b="1" dirty="0" smtClean="0"/>
              <a:t>페이지 </a:t>
            </a:r>
            <a:r>
              <a:rPr lang="ko-KR" altLang="en-US" sz="3600" b="1" dirty="0" err="1"/>
              <a:t>이동시</a:t>
            </a:r>
            <a:r>
              <a:rPr lang="ko-KR" altLang="en-US" sz="3600" b="1" dirty="0"/>
              <a:t> </a:t>
            </a:r>
            <a:endParaRPr lang="en-US" altLang="ko-KR" sz="3600" b="1" dirty="0" smtClean="0"/>
          </a:p>
          <a:p>
            <a:endParaRPr lang="en-US" altLang="ko-KR" sz="3600" b="1" dirty="0"/>
          </a:p>
          <a:p>
            <a:r>
              <a:rPr lang="ko-KR" altLang="en-US" sz="3600" b="1" dirty="0" smtClean="0"/>
              <a:t>기존 </a:t>
            </a:r>
            <a:r>
              <a:rPr lang="ko-KR" altLang="en-US" sz="3600" b="1" dirty="0"/>
              <a:t>페이지의 내부를 수정해서 보여주는 </a:t>
            </a:r>
            <a:r>
              <a:rPr lang="ko-KR" altLang="en-US" sz="3600" b="1" dirty="0" smtClean="0"/>
              <a:t>방식</a:t>
            </a:r>
            <a:endParaRPr lang="ko-KR" altLang="en-US" sz="3600" b="1" dirty="0"/>
          </a:p>
        </p:txBody>
      </p:sp>
    </p:spTree>
    <p:extLst>
      <p:ext uri="{BB962C8B-B14F-4D97-AF65-F5344CB8AC3E}">
        <p14:creationId xmlns:p14="http://schemas.microsoft.com/office/powerpoint/2010/main" val="4697216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406399" y="493264"/>
            <a:ext cx="10406743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3600" b="1" dirty="0" smtClean="0"/>
              <a:t>장점</a:t>
            </a:r>
            <a:endParaRPr lang="en-US" altLang="ko-KR" sz="3600" b="1" dirty="0" smtClean="0"/>
          </a:p>
          <a:p>
            <a:endParaRPr lang="en-US" altLang="ko-KR" sz="3600" b="1" dirty="0"/>
          </a:p>
          <a:p>
            <a:r>
              <a:rPr lang="en-US" altLang="ko-KR" sz="3600" b="1" dirty="0" smtClean="0"/>
              <a:t>- </a:t>
            </a:r>
            <a:r>
              <a:rPr lang="ko-KR" altLang="en-US" sz="3600" b="1" dirty="0" smtClean="0"/>
              <a:t>성능</a:t>
            </a:r>
            <a:endParaRPr lang="en-US" altLang="ko-KR" sz="3600" b="1" dirty="0"/>
          </a:p>
          <a:p>
            <a:r>
              <a:rPr lang="en-US" altLang="ko-KR" sz="3600" b="1" dirty="0" smtClean="0"/>
              <a:t>- </a:t>
            </a:r>
            <a:r>
              <a:rPr lang="ko-KR" altLang="en-US" sz="3600" b="1" dirty="0" smtClean="0"/>
              <a:t>최적화</a:t>
            </a:r>
            <a:endParaRPr lang="en-US" altLang="ko-KR" sz="3600" b="1" dirty="0" smtClean="0"/>
          </a:p>
          <a:p>
            <a:pPr marL="571500" indent="-571500">
              <a:buFontTx/>
              <a:buChar char="-"/>
            </a:pPr>
            <a:endParaRPr lang="en-US" altLang="ko-KR" sz="3600" b="1" dirty="0"/>
          </a:p>
          <a:p>
            <a:r>
              <a:rPr lang="ko-KR" altLang="en-US" sz="3600" b="1" dirty="0" smtClean="0"/>
              <a:t>단점</a:t>
            </a:r>
            <a:endParaRPr lang="en-US" altLang="ko-KR" sz="3600" b="1" dirty="0" smtClean="0"/>
          </a:p>
          <a:p>
            <a:endParaRPr lang="en-US" altLang="ko-KR" sz="3600" b="1" dirty="0" smtClean="0"/>
          </a:p>
          <a:p>
            <a:r>
              <a:rPr lang="en-US" altLang="ko-KR" sz="3600" b="1" dirty="0" smtClean="0"/>
              <a:t>-</a:t>
            </a:r>
            <a:r>
              <a:rPr lang="ko-KR" altLang="en-US" sz="3600" b="1" dirty="0" smtClean="0"/>
              <a:t>보안</a:t>
            </a:r>
            <a:endParaRPr lang="en-US" altLang="ko-KR" sz="3600" b="1" dirty="0"/>
          </a:p>
        </p:txBody>
      </p:sp>
    </p:spTree>
    <p:extLst>
      <p:ext uri="{BB962C8B-B14F-4D97-AF65-F5344CB8AC3E}">
        <p14:creationId xmlns:p14="http://schemas.microsoft.com/office/powerpoint/2010/main" val="1332645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 smtClean="0"/>
              <a:t>MPA</a:t>
            </a:r>
            <a:endParaRPr lang="ko-KR" altLang="en-US" b="1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b="1" dirty="0"/>
              <a:t>MPA(Multiple Page Application</a:t>
            </a:r>
            <a:r>
              <a:rPr lang="en-US" altLang="ko-KR" b="1" dirty="0" smtClean="0"/>
              <a:t>)</a:t>
            </a:r>
          </a:p>
          <a:p>
            <a:endParaRPr lang="en-US" altLang="ko-KR" b="1" dirty="0"/>
          </a:p>
          <a:p>
            <a:r>
              <a:rPr lang="ko-KR" altLang="en-US" b="1" dirty="0"/>
              <a:t>페이지를 이동할 때마다 새로운 페이지를 요청</a:t>
            </a:r>
          </a:p>
        </p:txBody>
      </p:sp>
    </p:spTree>
    <p:extLst>
      <p:ext uri="{BB962C8B-B14F-4D97-AF65-F5344CB8AC3E}">
        <p14:creationId xmlns:p14="http://schemas.microsoft.com/office/powerpoint/2010/main" val="25480415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hb\Desktop\1_7yuDF5swqDOd6TlIhsdxTg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2084830"/>
            <a:ext cx="8839202" cy="47731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제목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altLang="ko-KR" b="1" dirty="0"/>
              <a:t>M</a:t>
            </a:r>
            <a:r>
              <a:rPr lang="en-US" altLang="ko-KR" b="1" dirty="0" smtClean="0"/>
              <a:t>PA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1561989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9820894" cy="6367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02830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771408" cy="62301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3068126" y="4115448"/>
            <a:ext cx="28809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err="1" smtClean="0">
                <a:solidFill>
                  <a:srgbClr val="FF0000"/>
                </a:solidFill>
              </a:rPr>
              <a:t>뷰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 </a:t>
            </a:r>
            <a:r>
              <a:rPr lang="ko-KR" altLang="en-US" sz="2400" b="1" dirty="0" err="1" smtClean="0">
                <a:solidFill>
                  <a:srgbClr val="FF0000"/>
                </a:solidFill>
              </a:rPr>
              <a:t>인스턴스에</a:t>
            </a:r>
            <a:endParaRPr lang="en-US" altLang="ko-KR" sz="2400" b="1" dirty="0" smtClean="0">
              <a:solidFill>
                <a:srgbClr val="FF0000"/>
              </a:solidFill>
            </a:endParaRPr>
          </a:p>
          <a:p>
            <a:r>
              <a:rPr lang="ko-KR" altLang="en-US" sz="2400" b="1" dirty="0" err="1" smtClean="0">
                <a:solidFill>
                  <a:srgbClr val="FF0000"/>
                </a:solidFill>
              </a:rPr>
              <a:t>라우터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 추가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100421" y="2878995"/>
            <a:ext cx="28809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b="1" dirty="0" err="1" smtClean="0">
                <a:solidFill>
                  <a:srgbClr val="FF0000"/>
                </a:solidFill>
              </a:rPr>
              <a:t>뷰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 </a:t>
            </a:r>
            <a:r>
              <a:rPr lang="ko-KR" altLang="en-US" sz="2400" b="1" dirty="0" err="1" smtClean="0">
                <a:solidFill>
                  <a:srgbClr val="FF0000"/>
                </a:solidFill>
              </a:rPr>
              <a:t>라우터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 정의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2830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771408" cy="62301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자유형 5"/>
          <p:cNvSpPr/>
          <p:nvPr/>
        </p:nvSpPr>
        <p:spPr>
          <a:xfrm>
            <a:off x="1958196" y="3260785"/>
            <a:ext cx="1380227" cy="1320824"/>
          </a:xfrm>
          <a:custGeom>
            <a:avLst/>
            <a:gdLst>
              <a:gd name="connsiteX0" fmla="*/ 0 w 1380227"/>
              <a:gd name="connsiteY0" fmla="*/ 0 h 1320824"/>
              <a:gd name="connsiteX1" fmla="*/ 129396 w 1380227"/>
              <a:gd name="connsiteY1" fmla="*/ 34506 h 1320824"/>
              <a:gd name="connsiteX2" fmla="*/ 327804 w 1380227"/>
              <a:gd name="connsiteY2" fmla="*/ 69011 h 1320824"/>
              <a:gd name="connsiteX3" fmla="*/ 569344 w 1380227"/>
              <a:gd name="connsiteY3" fmla="*/ 94890 h 1320824"/>
              <a:gd name="connsiteX4" fmla="*/ 638355 w 1380227"/>
              <a:gd name="connsiteY4" fmla="*/ 112143 h 1320824"/>
              <a:gd name="connsiteX5" fmla="*/ 767751 w 1380227"/>
              <a:gd name="connsiteY5" fmla="*/ 138023 h 1320824"/>
              <a:gd name="connsiteX6" fmla="*/ 905774 w 1380227"/>
              <a:gd name="connsiteY6" fmla="*/ 172528 h 1320824"/>
              <a:gd name="connsiteX7" fmla="*/ 931653 w 1380227"/>
              <a:gd name="connsiteY7" fmla="*/ 198407 h 1320824"/>
              <a:gd name="connsiteX8" fmla="*/ 1009291 w 1380227"/>
              <a:gd name="connsiteY8" fmla="*/ 232913 h 1320824"/>
              <a:gd name="connsiteX9" fmla="*/ 1035170 w 1380227"/>
              <a:gd name="connsiteY9" fmla="*/ 258792 h 1320824"/>
              <a:gd name="connsiteX10" fmla="*/ 1078302 w 1380227"/>
              <a:gd name="connsiteY10" fmla="*/ 293298 h 1320824"/>
              <a:gd name="connsiteX11" fmla="*/ 1121434 w 1380227"/>
              <a:gd name="connsiteY11" fmla="*/ 319177 h 1320824"/>
              <a:gd name="connsiteX12" fmla="*/ 1147313 w 1380227"/>
              <a:gd name="connsiteY12" fmla="*/ 336430 h 1320824"/>
              <a:gd name="connsiteX13" fmla="*/ 1181819 w 1380227"/>
              <a:gd name="connsiteY13" fmla="*/ 362309 h 1320824"/>
              <a:gd name="connsiteX14" fmla="*/ 1207698 w 1380227"/>
              <a:gd name="connsiteY14" fmla="*/ 388189 h 1320824"/>
              <a:gd name="connsiteX15" fmla="*/ 1242204 w 1380227"/>
              <a:gd name="connsiteY15" fmla="*/ 405441 h 1320824"/>
              <a:gd name="connsiteX16" fmla="*/ 1268083 w 1380227"/>
              <a:gd name="connsiteY16" fmla="*/ 431321 h 1320824"/>
              <a:gd name="connsiteX17" fmla="*/ 1293962 w 1380227"/>
              <a:gd name="connsiteY17" fmla="*/ 465826 h 1320824"/>
              <a:gd name="connsiteX18" fmla="*/ 1319842 w 1380227"/>
              <a:gd name="connsiteY18" fmla="*/ 483079 h 1320824"/>
              <a:gd name="connsiteX19" fmla="*/ 1345721 w 1380227"/>
              <a:gd name="connsiteY19" fmla="*/ 526211 h 1320824"/>
              <a:gd name="connsiteX20" fmla="*/ 1362974 w 1380227"/>
              <a:gd name="connsiteY20" fmla="*/ 552090 h 1320824"/>
              <a:gd name="connsiteX21" fmla="*/ 1380227 w 1380227"/>
              <a:gd name="connsiteY21" fmla="*/ 638355 h 1320824"/>
              <a:gd name="connsiteX22" fmla="*/ 1354347 w 1380227"/>
              <a:gd name="connsiteY22" fmla="*/ 1043796 h 1320824"/>
              <a:gd name="connsiteX23" fmla="*/ 1345721 w 1380227"/>
              <a:gd name="connsiteY23" fmla="*/ 1078302 h 1320824"/>
              <a:gd name="connsiteX24" fmla="*/ 1328468 w 1380227"/>
              <a:gd name="connsiteY24" fmla="*/ 1104181 h 1320824"/>
              <a:gd name="connsiteX25" fmla="*/ 1293962 w 1380227"/>
              <a:gd name="connsiteY25" fmla="*/ 1155940 h 1320824"/>
              <a:gd name="connsiteX26" fmla="*/ 1276710 w 1380227"/>
              <a:gd name="connsiteY26" fmla="*/ 1181819 h 1320824"/>
              <a:gd name="connsiteX27" fmla="*/ 1207698 w 1380227"/>
              <a:gd name="connsiteY27" fmla="*/ 1199072 h 1320824"/>
              <a:gd name="connsiteX28" fmla="*/ 1181819 w 1380227"/>
              <a:gd name="connsiteY28" fmla="*/ 1224951 h 1320824"/>
              <a:gd name="connsiteX29" fmla="*/ 1121434 w 1380227"/>
              <a:gd name="connsiteY29" fmla="*/ 1242204 h 1320824"/>
              <a:gd name="connsiteX30" fmla="*/ 1035170 w 1380227"/>
              <a:gd name="connsiteY30" fmla="*/ 1268083 h 1320824"/>
              <a:gd name="connsiteX31" fmla="*/ 931653 w 1380227"/>
              <a:gd name="connsiteY31" fmla="*/ 1302589 h 1320824"/>
              <a:gd name="connsiteX32" fmla="*/ 724619 w 1380227"/>
              <a:gd name="connsiteY32" fmla="*/ 1319841 h 1320824"/>
              <a:gd name="connsiteX33" fmla="*/ 293298 w 1380227"/>
              <a:gd name="connsiteY33" fmla="*/ 1319841 h 1320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380227" h="1320824">
                <a:moveTo>
                  <a:pt x="0" y="0"/>
                </a:moveTo>
                <a:cubicBezTo>
                  <a:pt x="84464" y="42231"/>
                  <a:pt x="19878" y="17394"/>
                  <a:pt x="129396" y="34506"/>
                </a:cubicBezTo>
                <a:cubicBezTo>
                  <a:pt x="195720" y="44869"/>
                  <a:pt x="261532" y="58322"/>
                  <a:pt x="327804" y="69011"/>
                </a:cubicBezTo>
                <a:cubicBezTo>
                  <a:pt x="379371" y="77328"/>
                  <a:pt x="560214" y="93977"/>
                  <a:pt x="569344" y="94890"/>
                </a:cubicBezTo>
                <a:cubicBezTo>
                  <a:pt x="592348" y="100641"/>
                  <a:pt x="615185" y="107106"/>
                  <a:pt x="638355" y="112143"/>
                </a:cubicBezTo>
                <a:cubicBezTo>
                  <a:pt x="681337" y="121487"/>
                  <a:pt x="725078" y="127355"/>
                  <a:pt x="767751" y="138023"/>
                </a:cubicBezTo>
                <a:cubicBezTo>
                  <a:pt x="940053" y="181099"/>
                  <a:pt x="762203" y="152019"/>
                  <a:pt x="905774" y="172528"/>
                </a:cubicBezTo>
                <a:cubicBezTo>
                  <a:pt x="914400" y="181154"/>
                  <a:pt x="921061" y="192354"/>
                  <a:pt x="931653" y="198407"/>
                </a:cubicBezTo>
                <a:cubicBezTo>
                  <a:pt x="1042156" y="261552"/>
                  <a:pt x="871521" y="129586"/>
                  <a:pt x="1009291" y="232913"/>
                </a:cubicBezTo>
                <a:cubicBezTo>
                  <a:pt x="1019051" y="240233"/>
                  <a:pt x="1025989" y="250759"/>
                  <a:pt x="1035170" y="258792"/>
                </a:cubicBezTo>
                <a:cubicBezTo>
                  <a:pt x="1049026" y="270916"/>
                  <a:pt x="1063218" y="282739"/>
                  <a:pt x="1078302" y="293298"/>
                </a:cubicBezTo>
                <a:cubicBezTo>
                  <a:pt x="1092038" y="302913"/>
                  <a:pt x="1107216" y="310291"/>
                  <a:pt x="1121434" y="319177"/>
                </a:cubicBezTo>
                <a:cubicBezTo>
                  <a:pt x="1130226" y="324672"/>
                  <a:pt x="1138877" y="330404"/>
                  <a:pt x="1147313" y="336430"/>
                </a:cubicBezTo>
                <a:cubicBezTo>
                  <a:pt x="1159012" y="344787"/>
                  <a:pt x="1170903" y="352952"/>
                  <a:pt x="1181819" y="362309"/>
                </a:cubicBezTo>
                <a:cubicBezTo>
                  <a:pt x="1191082" y="370249"/>
                  <a:pt x="1197771" y="381098"/>
                  <a:pt x="1207698" y="388189"/>
                </a:cubicBezTo>
                <a:cubicBezTo>
                  <a:pt x="1218162" y="395663"/>
                  <a:pt x="1230702" y="399690"/>
                  <a:pt x="1242204" y="405441"/>
                </a:cubicBezTo>
                <a:cubicBezTo>
                  <a:pt x="1250830" y="414068"/>
                  <a:pt x="1260144" y="422058"/>
                  <a:pt x="1268083" y="431321"/>
                </a:cubicBezTo>
                <a:cubicBezTo>
                  <a:pt x="1277439" y="442237"/>
                  <a:pt x="1283796" y="455660"/>
                  <a:pt x="1293962" y="465826"/>
                </a:cubicBezTo>
                <a:cubicBezTo>
                  <a:pt x="1301293" y="473157"/>
                  <a:pt x="1311215" y="477328"/>
                  <a:pt x="1319842" y="483079"/>
                </a:cubicBezTo>
                <a:cubicBezTo>
                  <a:pt x="1328468" y="497456"/>
                  <a:pt x="1336835" y="511993"/>
                  <a:pt x="1345721" y="526211"/>
                </a:cubicBezTo>
                <a:cubicBezTo>
                  <a:pt x="1351216" y="535003"/>
                  <a:pt x="1358890" y="542561"/>
                  <a:pt x="1362974" y="552090"/>
                </a:cubicBezTo>
                <a:cubicBezTo>
                  <a:pt x="1369992" y="568465"/>
                  <a:pt x="1378282" y="626685"/>
                  <a:pt x="1380227" y="638355"/>
                </a:cubicBezTo>
                <a:cubicBezTo>
                  <a:pt x="1371600" y="773502"/>
                  <a:pt x="1364936" y="908789"/>
                  <a:pt x="1354347" y="1043796"/>
                </a:cubicBezTo>
                <a:cubicBezTo>
                  <a:pt x="1353420" y="1055616"/>
                  <a:pt x="1350391" y="1067405"/>
                  <a:pt x="1345721" y="1078302"/>
                </a:cubicBezTo>
                <a:cubicBezTo>
                  <a:pt x="1341637" y="1087831"/>
                  <a:pt x="1334219" y="1095555"/>
                  <a:pt x="1328468" y="1104181"/>
                </a:cubicBezTo>
                <a:cubicBezTo>
                  <a:pt x="1313308" y="1149661"/>
                  <a:pt x="1329862" y="1112860"/>
                  <a:pt x="1293962" y="1155940"/>
                </a:cubicBezTo>
                <a:cubicBezTo>
                  <a:pt x="1287325" y="1163905"/>
                  <a:pt x="1284806" y="1175343"/>
                  <a:pt x="1276710" y="1181819"/>
                </a:cubicBezTo>
                <a:cubicBezTo>
                  <a:pt x="1267870" y="1188891"/>
                  <a:pt x="1209843" y="1198643"/>
                  <a:pt x="1207698" y="1199072"/>
                </a:cubicBezTo>
                <a:cubicBezTo>
                  <a:pt x="1199072" y="1207698"/>
                  <a:pt x="1191970" y="1218184"/>
                  <a:pt x="1181819" y="1224951"/>
                </a:cubicBezTo>
                <a:cubicBezTo>
                  <a:pt x="1172884" y="1230907"/>
                  <a:pt x="1128002" y="1239741"/>
                  <a:pt x="1121434" y="1242204"/>
                </a:cubicBezTo>
                <a:cubicBezTo>
                  <a:pt x="1041198" y="1272294"/>
                  <a:pt x="1140537" y="1250523"/>
                  <a:pt x="1035170" y="1268083"/>
                </a:cubicBezTo>
                <a:cubicBezTo>
                  <a:pt x="1007628" y="1278411"/>
                  <a:pt x="964624" y="1297517"/>
                  <a:pt x="931653" y="1302589"/>
                </a:cubicBezTo>
                <a:cubicBezTo>
                  <a:pt x="882941" y="1310083"/>
                  <a:pt x="760649" y="1319287"/>
                  <a:pt x="724619" y="1319841"/>
                </a:cubicBezTo>
                <a:cubicBezTo>
                  <a:pt x="580862" y="1322053"/>
                  <a:pt x="437072" y="1319841"/>
                  <a:pt x="293298" y="1319841"/>
                </a:cubicBezTo>
              </a:path>
            </a:pathLst>
          </a:cu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자유형 6"/>
          <p:cNvSpPr/>
          <p:nvPr/>
        </p:nvSpPr>
        <p:spPr>
          <a:xfrm>
            <a:off x="2173853" y="4390847"/>
            <a:ext cx="310551" cy="301924"/>
          </a:xfrm>
          <a:custGeom>
            <a:avLst/>
            <a:gdLst>
              <a:gd name="connsiteX0" fmla="*/ 284672 w 310551"/>
              <a:gd name="connsiteY0" fmla="*/ 0 h 301924"/>
              <a:gd name="connsiteX1" fmla="*/ 241540 w 310551"/>
              <a:gd name="connsiteY1" fmla="*/ 25879 h 301924"/>
              <a:gd name="connsiteX2" fmla="*/ 207034 w 310551"/>
              <a:gd name="connsiteY2" fmla="*/ 77637 h 301924"/>
              <a:gd name="connsiteX3" fmla="*/ 146649 w 310551"/>
              <a:gd name="connsiteY3" fmla="*/ 129396 h 301924"/>
              <a:gd name="connsiteX4" fmla="*/ 138023 w 310551"/>
              <a:gd name="connsiteY4" fmla="*/ 155275 h 301924"/>
              <a:gd name="connsiteX5" fmla="*/ 103517 w 310551"/>
              <a:gd name="connsiteY5" fmla="*/ 163901 h 301924"/>
              <a:gd name="connsiteX6" fmla="*/ 77638 w 310551"/>
              <a:gd name="connsiteY6" fmla="*/ 172528 h 301924"/>
              <a:gd name="connsiteX7" fmla="*/ 51759 w 310551"/>
              <a:gd name="connsiteY7" fmla="*/ 189781 h 301924"/>
              <a:gd name="connsiteX8" fmla="*/ 0 w 310551"/>
              <a:gd name="connsiteY8" fmla="*/ 198407 h 301924"/>
              <a:gd name="connsiteX9" fmla="*/ 120770 w 310551"/>
              <a:gd name="connsiteY9" fmla="*/ 224286 h 301924"/>
              <a:gd name="connsiteX10" fmla="*/ 198408 w 310551"/>
              <a:gd name="connsiteY10" fmla="*/ 232913 h 301924"/>
              <a:gd name="connsiteX11" fmla="*/ 250166 w 310551"/>
              <a:gd name="connsiteY11" fmla="*/ 267418 h 301924"/>
              <a:gd name="connsiteX12" fmla="*/ 276046 w 310551"/>
              <a:gd name="connsiteY12" fmla="*/ 276045 h 301924"/>
              <a:gd name="connsiteX13" fmla="*/ 310551 w 310551"/>
              <a:gd name="connsiteY13" fmla="*/ 301924 h 301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10551" h="301924">
                <a:moveTo>
                  <a:pt x="284672" y="0"/>
                </a:moveTo>
                <a:cubicBezTo>
                  <a:pt x="270295" y="8626"/>
                  <a:pt x="253396" y="14023"/>
                  <a:pt x="241540" y="25879"/>
                </a:cubicBezTo>
                <a:cubicBezTo>
                  <a:pt x="226878" y="40541"/>
                  <a:pt x="221696" y="62975"/>
                  <a:pt x="207034" y="77637"/>
                </a:cubicBezTo>
                <a:cubicBezTo>
                  <a:pt x="170989" y="113684"/>
                  <a:pt x="190915" y="96197"/>
                  <a:pt x="146649" y="129396"/>
                </a:cubicBezTo>
                <a:cubicBezTo>
                  <a:pt x="143774" y="138022"/>
                  <a:pt x="145123" y="149595"/>
                  <a:pt x="138023" y="155275"/>
                </a:cubicBezTo>
                <a:cubicBezTo>
                  <a:pt x="128765" y="162681"/>
                  <a:pt x="114917" y="160644"/>
                  <a:pt x="103517" y="163901"/>
                </a:cubicBezTo>
                <a:cubicBezTo>
                  <a:pt x="94774" y="166399"/>
                  <a:pt x="85771" y="168461"/>
                  <a:pt x="77638" y="172528"/>
                </a:cubicBezTo>
                <a:cubicBezTo>
                  <a:pt x="68365" y="177165"/>
                  <a:pt x="61595" y="186503"/>
                  <a:pt x="51759" y="189781"/>
                </a:cubicBezTo>
                <a:cubicBezTo>
                  <a:pt x="35166" y="195312"/>
                  <a:pt x="17253" y="195532"/>
                  <a:pt x="0" y="198407"/>
                </a:cubicBezTo>
                <a:cubicBezTo>
                  <a:pt x="52858" y="233645"/>
                  <a:pt x="13866" y="213595"/>
                  <a:pt x="120770" y="224286"/>
                </a:cubicBezTo>
                <a:cubicBezTo>
                  <a:pt x="146679" y="226877"/>
                  <a:pt x="172529" y="230037"/>
                  <a:pt x="198408" y="232913"/>
                </a:cubicBezTo>
                <a:cubicBezTo>
                  <a:pt x="215661" y="244415"/>
                  <a:pt x="230495" y="260861"/>
                  <a:pt x="250166" y="267418"/>
                </a:cubicBezTo>
                <a:cubicBezTo>
                  <a:pt x="258793" y="270294"/>
                  <a:pt x="267913" y="271978"/>
                  <a:pt x="276046" y="276045"/>
                </a:cubicBezTo>
                <a:cubicBezTo>
                  <a:pt x="295554" y="285799"/>
                  <a:pt x="298420" y="289793"/>
                  <a:pt x="310551" y="301924"/>
                </a:cubicBezTo>
              </a:path>
            </a:pathLst>
          </a:cu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36127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771408" cy="62301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자유형 5"/>
          <p:cNvSpPr/>
          <p:nvPr/>
        </p:nvSpPr>
        <p:spPr>
          <a:xfrm>
            <a:off x="1958196" y="3260785"/>
            <a:ext cx="1380227" cy="1320824"/>
          </a:xfrm>
          <a:custGeom>
            <a:avLst/>
            <a:gdLst>
              <a:gd name="connsiteX0" fmla="*/ 0 w 1380227"/>
              <a:gd name="connsiteY0" fmla="*/ 0 h 1320824"/>
              <a:gd name="connsiteX1" fmla="*/ 129396 w 1380227"/>
              <a:gd name="connsiteY1" fmla="*/ 34506 h 1320824"/>
              <a:gd name="connsiteX2" fmla="*/ 327804 w 1380227"/>
              <a:gd name="connsiteY2" fmla="*/ 69011 h 1320824"/>
              <a:gd name="connsiteX3" fmla="*/ 569344 w 1380227"/>
              <a:gd name="connsiteY3" fmla="*/ 94890 h 1320824"/>
              <a:gd name="connsiteX4" fmla="*/ 638355 w 1380227"/>
              <a:gd name="connsiteY4" fmla="*/ 112143 h 1320824"/>
              <a:gd name="connsiteX5" fmla="*/ 767751 w 1380227"/>
              <a:gd name="connsiteY5" fmla="*/ 138023 h 1320824"/>
              <a:gd name="connsiteX6" fmla="*/ 905774 w 1380227"/>
              <a:gd name="connsiteY6" fmla="*/ 172528 h 1320824"/>
              <a:gd name="connsiteX7" fmla="*/ 931653 w 1380227"/>
              <a:gd name="connsiteY7" fmla="*/ 198407 h 1320824"/>
              <a:gd name="connsiteX8" fmla="*/ 1009291 w 1380227"/>
              <a:gd name="connsiteY8" fmla="*/ 232913 h 1320824"/>
              <a:gd name="connsiteX9" fmla="*/ 1035170 w 1380227"/>
              <a:gd name="connsiteY9" fmla="*/ 258792 h 1320824"/>
              <a:gd name="connsiteX10" fmla="*/ 1078302 w 1380227"/>
              <a:gd name="connsiteY10" fmla="*/ 293298 h 1320824"/>
              <a:gd name="connsiteX11" fmla="*/ 1121434 w 1380227"/>
              <a:gd name="connsiteY11" fmla="*/ 319177 h 1320824"/>
              <a:gd name="connsiteX12" fmla="*/ 1147313 w 1380227"/>
              <a:gd name="connsiteY12" fmla="*/ 336430 h 1320824"/>
              <a:gd name="connsiteX13" fmla="*/ 1181819 w 1380227"/>
              <a:gd name="connsiteY13" fmla="*/ 362309 h 1320824"/>
              <a:gd name="connsiteX14" fmla="*/ 1207698 w 1380227"/>
              <a:gd name="connsiteY14" fmla="*/ 388189 h 1320824"/>
              <a:gd name="connsiteX15" fmla="*/ 1242204 w 1380227"/>
              <a:gd name="connsiteY15" fmla="*/ 405441 h 1320824"/>
              <a:gd name="connsiteX16" fmla="*/ 1268083 w 1380227"/>
              <a:gd name="connsiteY16" fmla="*/ 431321 h 1320824"/>
              <a:gd name="connsiteX17" fmla="*/ 1293962 w 1380227"/>
              <a:gd name="connsiteY17" fmla="*/ 465826 h 1320824"/>
              <a:gd name="connsiteX18" fmla="*/ 1319842 w 1380227"/>
              <a:gd name="connsiteY18" fmla="*/ 483079 h 1320824"/>
              <a:gd name="connsiteX19" fmla="*/ 1345721 w 1380227"/>
              <a:gd name="connsiteY19" fmla="*/ 526211 h 1320824"/>
              <a:gd name="connsiteX20" fmla="*/ 1362974 w 1380227"/>
              <a:gd name="connsiteY20" fmla="*/ 552090 h 1320824"/>
              <a:gd name="connsiteX21" fmla="*/ 1380227 w 1380227"/>
              <a:gd name="connsiteY21" fmla="*/ 638355 h 1320824"/>
              <a:gd name="connsiteX22" fmla="*/ 1354347 w 1380227"/>
              <a:gd name="connsiteY22" fmla="*/ 1043796 h 1320824"/>
              <a:gd name="connsiteX23" fmla="*/ 1345721 w 1380227"/>
              <a:gd name="connsiteY23" fmla="*/ 1078302 h 1320824"/>
              <a:gd name="connsiteX24" fmla="*/ 1328468 w 1380227"/>
              <a:gd name="connsiteY24" fmla="*/ 1104181 h 1320824"/>
              <a:gd name="connsiteX25" fmla="*/ 1293962 w 1380227"/>
              <a:gd name="connsiteY25" fmla="*/ 1155940 h 1320824"/>
              <a:gd name="connsiteX26" fmla="*/ 1276710 w 1380227"/>
              <a:gd name="connsiteY26" fmla="*/ 1181819 h 1320824"/>
              <a:gd name="connsiteX27" fmla="*/ 1207698 w 1380227"/>
              <a:gd name="connsiteY27" fmla="*/ 1199072 h 1320824"/>
              <a:gd name="connsiteX28" fmla="*/ 1181819 w 1380227"/>
              <a:gd name="connsiteY28" fmla="*/ 1224951 h 1320824"/>
              <a:gd name="connsiteX29" fmla="*/ 1121434 w 1380227"/>
              <a:gd name="connsiteY29" fmla="*/ 1242204 h 1320824"/>
              <a:gd name="connsiteX30" fmla="*/ 1035170 w 1380227"/>
              <a:gd name="connsiteY30" fmla="*/ 1268083 h 1320824"/>
              <a:gd name="connsiteX31" fmla="*/ 931653 w 1380227"/>
              <a:gd name="connsiteY31" fmla="*/ 1302589 h 1320824"/>
              <a:gd name="connsiteX32" fmla="*/ 724619 w 1380227"/>
              <a:gd name="connsiteY32" fmla="*/ 1319841 h 1320824"/>
              <a:gd name="connsiteX33" fmla="*/ 293298 w 1380227"/>
              <a:gd name="connsiteY33" fmla="*/ 1319841 h 1320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380227" h="1320824">
                <a:moveTo>
                  <a:pt x="0" y="0"/>
                </a:moveTo>
                <a:cubicBezTo>
                  <a:pt x="84464" y="42231"/>
                  <a:pt x="19878" y="17394"/>
                  <a:pt x="129396" y="34506"/>
                </a:cubicBezTo>
                <a:cubicBezTo>
                  <a:pt x="195720" y="44869"/>
                  <a:pt x="261532" y="58322"/>
                  <a:pt x="327804" y="69011"/>
                </a:cubicBezTo>
                <a:cubicBezTo>
                  <a:pt x="379371" y="77328"/>
                  <a:pt x="560214" y="93977"/>
                  <a:pt x="569344" y="94890"/>
                </a:cubicBezTo>
                <a:cubicBezTo>
                  <a:pt x="592348" y="100641"/>
                  <a:pt x="615185" y="107106"/>
                  <a:pt x="638355" y="112143"/>
                </a:cubicBezTo>
                <a:cubicBezTo>
                  <a:pt x="681337" y="121487"/>
                  <a:pt x="725078" y="127355"/>
                  <a:pt x="767751" y="138023"/>
                </a:cubicBezTo>
                <a:cubicBezTo>
                  <a:pt x="940053" y="181099"/>
                  <a:pt x="762203" y="152019"/>
                  <a:pt x="905774" y="172528"/>
                </a:cubicBezTo>
                <a:cubicBezTo>
                  <a:pt x="914400" y="181154"/>
                  <a:pt x="921061" y="192354"/>
                  <a:pt x="931653" y="198407"/>
                </a:cubicBezTo>
                <a:cubicBezTo>
                  <a:pt x="1042156" y="261552"/>
                  <a:pt x="871521" y="129586"/>
                  <a:pt x="1009291" y="232913"/>
                </a:cubicBezTo>
                <a:cubicBezTo>
                  <a:pt x="1019051" y="240233"/>
                  <a:pt x="1025989" y="250759"/>
                  <a:pt x="1035170" y="258792"/>
                </a:cubicBezTo>
                <a:cubicBezTo>
                  <a:pt x="1049026" y="270916"/>
                  <a:pt x="1063218" y="282739"/>
                  <a:pt x="1078302" y="293298"/>
                </a:cubicBezTo>
                <a:cubicBezTo>
                  <a:pt x="1092038" y="302913"/>
                  <a:pt x="1107216" y="310291"/>
                  <a:pt x="1121434" y="319177"/>
                </a:cubicBezTo>
                <a:cubicBezTo>
                  <a:pt x="1130226" y="324672"/>
                  <a:pt x="1138877" y="330404"/>
                  <a:pt x="1147313" y="336430"/>
                </a:cubicBezTo>
                <a:cubicBezTo>
                  <a:pt x="1159012" y="344787"/>
                  <a:pt x="1170903" y="352952"/>
                  <a:pt x="1181819" y="362309"/>
                </a:cubicBezTo>
                <a:cubicBezTo>
                  <a:pt x="1191082" y="370249"/>
                  <a:pt x="1197771" y="381098"/>
                  <a:pt x="1207698" y="388189"/>
                </a:cubicBezTo>
                <a:cubicBezTo>
                  <a:pt x="1218162" y="395663"/>
                  <a:pt x="1230702" y="399690"/>
                  <a:pt x="1242204" y="405441"/>
                </a:cubicBezTo>
                <a:cubicBezTo>
                  <a:pt x="1250830" y="414068"/>
                  <a:pt x="1260144" y="422058"/>
                  <a:pt x="1268083" y="431321"/>
                </a:cubicBezTo>
                <a:cubicBezTo>
                  <a:pt x="1277439" y="442237"/>
                  <a:pt x="1283796" y="455660"/>
                  <a:pt x="1293962" y="465826"/>
                </a:cubicBezTo>
                <a:cubicBezTo>
                  <a:pt x="1301293" y="473157"/>
                  <a:pt x="1311215" y="477328"/>
                  <a:pt x="1319842" y="483079"/>
                </a:cubicBezTo>
                <a:cubicBezTo>
                  <a:pt x="1328468" y="497456"/>
                  <a:pt x="1336835" y="511993"/>
                  <a:pt x="1345721" y="526211"/>
                </a:cubicBezTo>
                <a:cubicBezTo>
                  <a:pt x="1351216" y="535003"/>
                  <a:pt x="1358890" y="542561"/>
                  <a:pt x="1362974" y="552090"/>
                </a:cubicBezTo>
                <a:cubicBezTo>
                  <a:pt x="1369992" y="568465"/>
                  <a:pt x="1378282" y="626685"/>
                  <a:pt x="1380227" y="638355"/>
                </a:cubicBezTo>
                <a:cubicBezTo>
                  <a:pt x="1371600" y="773502"/>
                  <a:pt x="1364936" y="908789"/>
                  <a:pt x="1354347" y="1043796"/>
                </a:cubicBezTo>
                <a:cubicBezTo>
                  <a:pt x="1353420" y="1055616"/>
                  <a:pt x="1350391" y="1067405"/>
                  <a:pt x="1345721" y="1078302"/>
                </a:cubicBezTo>
                <a:cubicBezTo>
                  <a:pt x="1341637" y="1087831"/>
                  <a:pt x="1334219" y="1095555"/>
                  <a:pt x="1328468" y="1104181"/>
                </a:cubicBezTo>
                <a:cubicBezTo>
                  <a:pt x="1313308" y="1149661"/>
                  <a:pt x="1329862" y="1112860"/>
                  <a:pt x="1293962" y="1155940"/>
                </a:cubicBezTo>
                <a:cubicBezTo>
                  <a:pt x="1287325" y="1163905"/>
                  <a:pt x="1284806" y="1175343"/>
                  <a:pt x="1276710" y="1181819"/>
                </a:cubicBezTo>
                <a:cubicBezTo>
                  <a:pt x="1267870" y="1188891"/>
                  <a:pt x="1209843" y="1198643"/>
                  <a:pt x="1207698" y="1199072"/>
                </a:cubicBezTo>
                <a:cubicBezTo>
                  <a:pt x="1199072" y="1207698"/>
                  <a:pt x="1191970" y="1218184"/>
                  <a:pt x="1181819" y="1224951"/>
                </a:cubicBezTo>
                <a:cubicBezTo>
                  <a:pt x="1172884" y="1230907"/>
                  <a:pt x="1128002" y="1239741"/>
                  <a:pt x="1121434" y="1242204"/>
                </a:cubicBezTo>
                <a:cubicBezTo>
                  <a:pt x="1041198" y="1272294"/>
                  <a:pt x="1140537" y="1250523"/>
                  <a:pt x="1035170" y="1268083"/>
                </a:cubicBezTo>
                <a:cubicBezTo>
                  <a:pt x="1007628" y="1278411"/>
                  <a:pt x="964624" y="1297517"/>
                  <a:pt x="931653" y="1302589"/>
                </a:cubicBezTo>
                <a:cubicBezTo>
                  <a:pt x="882941" y="1310083"/>
                  <a:pt x="760649" y="1319287"/>
                  <a:pt x="724619" y="1319841"/>
                </a:cubicBezTo>
                <a:cubicBezTo>
                  <a:pt x="580862" y="1322053"/>
                  <a:pt x="437072" y="1319841"/>
                  <a:pt x="293298" y="1319841"/>
                </a:cubicBezTo>
              </a:path>
            </a:pathLst>
          </a:cu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자유형 6"/>
          <p:cNvSpPr/>
          <p:nvPr/>
        </p:nvSpPr>
        <p:spPr>
          <a:xfrm>
            <a:off x="2173853" y="4390847"/>
            <a:ext cx="310551" cy="301924"/>
          </a:xfrm>
          <a:custGeom>
            <a:avLst/>
            <a:gdLst>
              <a:gd name="connsiteX0" fmla="*/ 284672 w 310551"/>
              <a:gd name="connsiteY0" fmla="*/ 0 h 301924"/>
              <a:gd name="connsiteX1" fmla="*/ 241540 w 310551"/>
              <a:gd name="connsiteY1" fmla="*/ 25879 h 301924"/>
              <a:gd name="connsiteX2" fmla="*/ 207034 w 310551"/>
              <a:gd name="connsiteY2" fmla="*/ 77637 h 301924"/>
              <a:gd name="connsiteX3" fmla="*/ 146649 w 310551"/>
              <a:gd name="connsiteY3" fmla="*/ 129396 h 301924"/>
              <a:gd name="connsiteX4" fmla="*/ 138023 w 310551"/>
              <a:gd name="connsiteY4" fmla="*/ 155275 h 301924"/>
              <a:gd name="connsiteX5" fmla="*/ 103517 w 310551"/>
              <a:gd name="connsiteY5" fmla="*/ 163901 h 301924"/>
              <a:gd name="connsiteX6" fmla="*/ 77638 w 310551"/>
              <a:gd name="connsiteY6" fmla="*/ 172528 h 301924"/>
              <a:gd name="connsiteX7" fmla="*/ 51759 w 310551"/>
              <a:gd name="connsiteY7" fmla="*/ 189781 h 301924"/>
              <a:gd name="connsiteX8" fmla="*/ 0 w 310551"/>
              <a:gd name="connsiteY8" fmla="*/ 198407 h 301924"/>
              <a:gd name="connsiteX9" fmla="*/ 120770 w 310551"/>
              <a:gd name="connsiteY9" fmla="*/ 224286 h 301924"/>
              <a:gd name="connsiteX10" fmla="*/ 198408 w 310551"/>
              <a:gd name="connsiteY10" fmla="*/ 232913 h 301924"/>
              <a:gd name="connsiteX11" fmla="*/ 250166 w 310551"/>
              <a:gd name="connsiteY11" fmla="*/ 267418 h 301924"/>
              <a:gd name="connsiteX12" fmla="*/ 276046 w 310551"/>
              <a:gd name="connsiteY12" fmla="*/ 276045 h 301924"/>
              <a:gd name="connsiteX13" fmla="*/ 310551 w 310551"/>
              <a:gd name="connsiteY13" fmla="*/ 301924 h 3019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10551" h="301924">
                <a:moveTo>
                  <a:pt x="284672" y="0"/>
                </a:moveTo>
                <a:cubicBezTo>
                  <a:pt x="270295" y="8626"/>
                  <a:pt x="253396" y="14023"/>
                  <a:pt x="241540" y="25879"/>
                </a:cubicBezTo>
                <a:cubicBezTo>
                  <a:pt x="226878" y="40541"/>
                  <a:pt x="221696" y="62975"/>
                  <a:pt x="207034" y="77637"/>
                </a:cubicBezTo>
                <a:cubicBezTo>
                  <a:pt x="170989" y="113684"/>
                  <a:pt x="190915" y="96197"/>
                  <a:pt x="146649" y="129396"/>
                </a:cubicBezTo>
                <a:cubicBezTo>
                  <a:pt x="143774" y="138022"/>
                  <a:pt x="145123" y="149595"/>
                  <a:pt x="138023" y="155275"/>
                </a:cubicBezTo>
                <a:cubicBezTo>
                  <a:pt x="128765" y="162681"/>
                  <a:pt x="114917" y="160644"/>
                  <a:pt x="103517" y="163901"/>
                </a:cubicBezTo>
                <a:cubicBezTo>
                  <a:pt x="94774" y="166399"/>
                  <a:pt x="85771" y="168461"/>
                  <a:pt x="77638" y="172528"/>
                </a:cubicBezTo>
                <a:cubicBezTo>
                  <a:pt x="68365" y="177165"/>
                  <a:pt x="61595" y="186503"/>
                  <a:pt x="51759" y="189781"/>
                </a:cubicBezTo>
                <a:cubicBezTo>
                  <a:pt x="35166" y="195312"/>
                  <a:pt x="17253" y="195532"/>
                  <a:pt x="0" y="198407"/>
                </a:cubicBezTo>
                <a:cubicBezTo>
                  <a:pt x="52858" y="233645"/>
                  <a:pt x="13866" y="213595"/>
                  <a:pt x="120770" y="224286"/>
                </a:cubicBezTo>
                <a:cubicBezTo>
                  <a:pt x="146679" y="226877"/>
                  <a:pt x="172529" y="230037"/>
                  <a:pt x="198408" y="232913"/>
                </a:cubicBezTo>
                <a:cubicBezTo>
                  <a:pt x="215661" y="244415"/>
                  <a:pt x="230495" y="260861"/>
                  <a:pt x="250166" y="267418"/>
                </a:cubicBezTo>
                <a:cubicBezTo>
                  <a:pt x="258793" y="270294"/>
                  <a:pt x="267913" y="271978"/>
                  <a:pt x="276046" y="276045"/>
                </a:cubicBezTo>
                <a:cubicBezTo>
                  <a:pt x="295554" y="285799"/>
                  <a:pt x="298420" y="289793"/>
                  <a:pt x="310551" y="301924"/>
                </a:cubicBezTo>
              </a:path>
            </a:pathLst>
          </a:cu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TextBox 4"/>
          <p:cNvSpPr txBox="1"/>
          <p:nvPr/>
        </p:nvSpPr>
        <p:spPr>
          <a:xfrm>
            <a:off x="5126965" y="1671297"/>
            <a:ext cx="4456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err="1" smtClean="0">
                <a:solidFill>
                  <a:srgbClr val="FF0000"/>
                </a:solidFill>
              </a:rPr>
              <a:t>뷰</a:t>
            </a:r>
            <a:r>
              <a:rPr lang="ko-KR" altLang="en-US" b="1" dirty="0" smtClean="0">
                <a:solidFill>
                  <a:srgbClr val="FF0000"/>
                </a:solidFill>
              </a:rPr>
              <a:t> </a:t>
            </a:r>
            <a:r>
              <a:rPr lang="ko-KR" altLang="en-US" b="1" dirty="0" err="1" smtClean="0">
                <a:solidFill>
                  <a:srgbClr val="FF0000"/>
                </a:solidFill>
              </a:rPr>
              <a:t>라우터에</a:t>
            </a:r>
            <a:r>
              <a:rPr lang="ko-KR" altLang="en-US" b="1" dirty="0" smtClean="0">
                <a:solidFill>
                  <a:srgbClr val="FF0000"/>
                </a:solidFill>
              </a:rPr>
              <a:t> 사용할 경로와 컴포넌트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840082" y="443471"/>
            <a:ext cx="3338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 smtClean="0">
                <a:solidFill>
                  <a:srgbClr val="FF0000"/>
                </a:solidFill>
              </a:rPr>
              <a:t>컴포넌트 정의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cxnSp>
        <p:nvCxnSpPr>
          <p:cNvPr id="3" name="직선 화살표 연결선 2"/>
          <p:cNvCxnSpPr/>
          <p:nvPr/>
        </p:nvCxnSpPr>
        <p:spPr>
          <a:xfrm>
            <a:off x="1682151" y="628137"/>
            <a:ext cx="2656936" cy="915991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/>
          <p:cNvCxnSpPr/>
          <p:nvPr/>
        </p:nvCxnSpPr>
        <p:spPr>
          <a:xfrm>
            <a:off x="1557236" y="939972"/>
            <a:ext cx="2781851" cy="992345"/>
          </a:xfrm>
          <a:prstGeom prst="straightConnector1">
            <a:avLst/>
          </a:prstGeom>
          <a:ln w="508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96121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62738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863449" cy="31143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1376561" cy="270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1483439" cy="26896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104604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71</Words>
  <Application>Microsoft Office PowerPoint</Application>
  <PresentationFormat>와이드스크린</PresentationFormat>
  <Paragraphs>30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2" baseType="lpstr">
      <vt:lpstr>맑은 고딕</vt:lpstr>
      <vt:lpstr>Arial</vt:lpstr>
      <vt:lpstr>Office 테마</vt:lpstr>
      <vt:lpstr>Vue 강의자료  뷰 라우터</vt:lpstr>
      <vt:lpstr>라우팅 (Routing)  웹 페이지 간의 이동 방법</vt:lpstr>
      <vt:lpstr>라우팅 (Routing)은  SPA에서 주로 사용</vt:lpstr>
      <vt:lpstr>SPA (Single Page Application)</vt:lpstr>
      <vt:lpstr>Single Page Application:  페이지를 이동할 때 마다  서버에 웹 페이지를 요청하여  갱신하는 것이 아니라 미리 해당 페이지들을 받아 놓고  이동 시에 화면만 갱신</vt:lpstr>
      <vt:lpstr>SPA</vt:lpstr>
      <vt:lpstr>PowerPoint 프레젠테이션</vt:lpstr>
      <vt:lpstr>PowerPoint 프레젠테이션</vt:lpstr>
      <vt:lpstr>MPA</vt:lpstr>
      <vt:lpstr>MPA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FullName</cp:lastModifiedBy>
  <cp:revision>14</cp:revision>
  <dcterms:created xsi:type="dcterms:W3CDTF">2020-07-24T04:52:29Z</dcterms:created>
  <dcterms:modified xsi:type="dcterms:W3CDTF">2021-04-07T10:09:12Z</dcterms:modified>
</cp:coreProperties>
</file>