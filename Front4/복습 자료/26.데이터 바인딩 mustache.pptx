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6" r:id="rId3"/>
    <p:sldId id="267" r:id="rId4"/>
    <p:sldId id="258" r:id="rId5"/>
    <p:sldId id="262" r:id="rId6"/>
    <p:sldId id="268" r:id="rId7"/>
    <p:sldId id="259" r:id="rId8"/>
    <p:sldId id="265" r:id="rId9"/>
    <p:sldId id="261" r:id="rId10"/>
    <p:sldId id="263" r:id="rId11"/>
    <p:sldId id="264" r:id="rId12"/>
    <p:sldId id="25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 smtClean="0">
                <a:solidFill>
                  <a:srgbClr val="FF0000"/>
                </a:solidFill>
              </a:rPr>
              <a:t>데이터 바인딩 </a:t>
            </a:r>
            <a:r>
              <a:rPr lang="en-US" altLang="ko-KR" b="1" dirty="0" smtClean="0">
                <a:solidFill>
                  <a:srgbClr val="FF0000"/>
                </a:solidFill>
              </a:rPr>
              <a:t>(mustache)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817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/>
          </a:bodyPr>
          <a:lstStyle/>
          <a:p>
            <a:r>
              <a:rPr lang="ko-KR" altLang="en-US" b="1" dirty="0" smtClean="0"/>
              <a:t>데이터 바인딩이란</a:t>
            </a:r>
            <a:r>
              <a:rPr lang="en-US" altLang="ko-KR" b="1" dirty="0" smtClean="0"/>
              <a:t>?</a:t>
            </a:r>
            <a:br>
              <a:rPr lang="en-US" altLang="ko-KR" b="1" dirty="0" smtClean="0"/>
            </a:br>
            <a:r>
              <a:rPr lang="en-US" altLang="ko-KR" b="1" dirty="0" smtClean="0"/>
              <a:t>(</a:t>
            </a:r>
            <a:r>
              <a:rPr lang="en-US" altLang="ko-KR" b="1" dirty="0" smtClean="0">
                <a:solidFill>
                  <a:srgbClr val="FF0000"/>
                </a:solidFill>
              </a:rPr>
              <a:t>data binding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5641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3544305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>HTML </a:t>
            </a:r>
            <a:r>
              <a:rPr lang="ko-KR" altLang="en-US" b="1" dirty="0" smtClean="0"/>
              <a:t>요소에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err="1" smtClean="0"/>
              <a:t>뷰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인스턴스의</a:t>
            </a:r>
            <a:r>
              <a:rPr lang="ko-KR" altLang="en-US" b="1" dirty="0" smtClean="0"/>
              <a:t> 데이터를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사용할 수 있게 함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93341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553154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{{ }} </a:t>
            </a:r>
            <a:r>
              <a:rPr lang="ko-KR" altLang="en-US" b="1" dirty="0" smtClean="0"/>
              <a:t>기호인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>
                <a:solidFill>
                  <a:srgbClr val="FF0000"/>
                </a:solidFill>
              </a:rPr>
              <a:t>mustache</a:t>
            </a:r>
            <a:r>
              <a:rPr lang="ko-KR" altLang="en-US" b="1" dirty="0" smtClean="0"/>
              <a:t>를 사용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>(</a:t>
            </a:r>
            <a:r>
              <a:rPr lang="ko-KR" altLang="en-US" b="1" dirty="0" smtClean="0"/>
              <a:t>콧수염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327075" cy="6305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5853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327075" cy="6305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0319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39055" cy="4274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3159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5628904" cy="6756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16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989621" cy="5267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1532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1532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</Words>
  <Application>Microsoft Office PowerPoint</Application>
  <PresentationFormat>사용자 지정</PresentationFormat>
  <Paragraphs>5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Vue 강의자료  데이터 바인딩 (mustache)</vt:lpstr>
      <vt:lpstr>데이터 바인딩이란? (data binding)</vt:lpstr>
      <vt:lpstr> HTML 요소에 뷰 인스턴스의 데이터를  사용할 수 있게 함</vt:lpstr>
      <vt:lpstr>{{ }} 기호인 mustache를 사용 (콧수염)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12</cp:revision>
  <dcterms:created xsi:type="dcterms:W3CDTF">2020-07-24T04:52:29Z</dcterms:created>
  <dcterms:modified xsi:type="dcterms:W3CDTF">2020-08-16T15:22:57Z</dcterms:modified>
</cp:coreProperties>
</file>