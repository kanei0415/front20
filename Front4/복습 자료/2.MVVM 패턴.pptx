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62" r:id="rId13"/>
  </p:sldMasterIdLst>
  <p:sldIdLst>
    <p:sldId id="260" r:id="rId15"/>
    <p:sldId id="258" r:id="rId16"/>
    <p:sldId id="259" r:id="rId17"/>
    <p:sldId id="261" r:id="rId18"/>
    <p:sldId id="262" r:id="rId19"/>
    <p:sldId id="263" r:id="rId20"/>
    <p:sldId id="264" r:id="rId21"/>
    <p:sldId id="257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59" userDrawn="1">
          <p15:clr>
            <a:srgbClr val="A4A3A4"/>
          </p15:clr>
        </p15:guide>
        <p15:guide id="1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-654" y="-888"/>
      </p:cViewPr>
      <p:guideLst>
        <p:guide orient="horz" pos="2159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slide" Target="slides/slide1.xml"></Relationship><Relationship Id="rId16" Type="http://schemas.openxmlformats.org/officeDocument/2006/relationships/slide" Target="slides/slide2.xml"></Relationship><Relationship Id="rId17" Type="http://schemas.openxmlformats.org/officeDocument/2006/relationships/slide" Target="slides/slide3.xml"></Relationship><Relationship Id="rId18" Type="http://schemas.openxmlformats.org/officeDocument/2006/relationships/slide" Target="slides/slide4.xml"></Relationship><Relationship Id="rId19" Type="http://schemas.openxmlformats.org/officeDocument/2006/relationships/slide" Target="slides/slide5.xml"></Relationship><Relationship Id="rId20" Type="http://schemas.openxmlformats.org/officeDocument/2006/relationships/slide" Target="slides/slide6.xml"></Relationship><Relationship Id="rId21" Type="http://schemas.openxmlformats.org/officeDocument/2006/relationships/slide" Target="slides/slide7.xml"></Relationship><Relationship Id="rId22" Type="http://schemas.openxmlformats.org/officeDocument/2006/relationships/slide" Target="slides/slide8.xml"></Relationship><Relationship Id="rId23" Type="http://schemas.openxmlformats.org/officeDocument/2006/relationships/viewProps" Target="viewProps.xml"></Relationship><Relationship Id="rId24" Type="http://schemas.openxmlformats.org/officeDocument/2006/relationships/presProps" Target="presProps.xml"></Relationship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33523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>
                <a:solidFill>
                  <a:srgbClr val="FF0000"/>
                </a:solidFill>
              </a:rPr>
              <a:t>MVVM </a:t>
            </a:r>
            <a:r>
              <a:rPr lang="ko-KR" altLang="en-US" b="1" dirty="0" smtClean="0">
                <a:solidFill>
                  <a:srgbClr val="FF0000"/>
                </a:solidFill>
              </a:rPr>
              <a:t>패턴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892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ctrTitle"/>
          </p:nvPr>
        </p:nvSpPr>
        <p:spPr>
          <a:xfrm rot="0">
            <a:off x="115570" y="266700"/>
            <a:ext cx="11955145" cy="193103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/>
          <a:p>
            <a:pPr marL="0" indent="0" algn="ctr" defTabSz="91440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6000" b="1">
                <a:solidFill>
                  <a:srgbClr val="FF0000"/>
                </a:solidFill>
                <a:latin typeface="맑은 고딕" charset="0"/>
                <a:ea typeface="맑은 고딕" charset="0"/>
                <a:cs typeface="+mj-cs"/>
              </a:rPr>
              <a:t>MVVM</a:t>
            </a:r>
            <a:r>
              <a:rPr lang="en-US" altLang="ko-KR" sz="6000" b="1">
                <a:solidFill>
                  <a:srgbClr val="FF0000"/>
                </a:solidFill>
                <a:latin typeface="맑은 고딕" charset="0"/>
                <a:ea typeface="맑은 고딕" charset="0"/>
                <a:cs typeface="+mj-cs"/>
              </a:rPr>
              <a:t/>
            </a:r>
            <a:br>
              <a:rPr lang="en-US" altLang="ko-KR" sz="6000" b="1">
                <a:solidFill>
                  <a:srgbClr val="FF0000"/>
                </a:solidFill>
                <a:latin typeface="맑은 고딕" charset="0"/>
                <a:ea typeface="맑은 고딕" charset="0"/>
                <a:cs typeface="+mj-cs"/>
              </a:rPr>
            </a:br>
            <a:r>
              <a:rPr lang="en-US" altLang="ko-KR" sz="6000" b="1">
                <a:solidFill>
                  <a:srgbClr val="0070C0"/>
                </a:solidFill>
                <a:latin typeface="맑은 고딕" charset="0"/>
                <a:ea typeface="맑은 고딕" charset="0"/>
                <a:cs typeface="+mj-cs"/>
              </a:rPr>
              <a:t>(Model – View – ViewModel)</a:t>
            </a:r>
            <a:endParaRPr lang="ko-KR" altLang="en-US" sz="6000" b="1">
              <a:solidFill>
                <a:srgbClr val="0070C0"/>
              </a:solidFill>
              <a:latin typeface="맑은 고딕" charset="0"/>
              <a:ea typeface="맑은 고딕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 for po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355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291772" y="4355421"/>
            <a:ext cx="18142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smtClean="0">
                <a:solidFill>
                  <a:srgbClr val="FF0000"/>
                </a:solidFill>
              </a:rPr>
              <a:t>DOM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88857" y="4355421"/>
            <a:ext cx="18142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smtClean="0">
                <a:solidFill>
                  <a:srgbClr val="FF0000"/>
                </a:solidFill>
              </a:rPr>
              <a:t>Vue.js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66629" y="4355421"/>
            <a:ext cx="34253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smtClean="0">
                <a:solidFill>
                  <a:srgbClr val="FF0000"/>
                </a:solidFill>
              </a:rPr>
              <a:t>자바스크립트 객체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상자 1"/>
          <p:cNvSpPr txBox="1">
            <a:spLocks/>
          </p:cNvSpPr>
          <p:nvPr/>
        </p:nvSpPr>
        <p:spPr>
          <a:xfrm rot="0">
            <a:off x="344805" y="365760"/>
            <a:ext cx="7451725" cy="2400300"/>
          </a:xfrm>
          <a:prstGeom prst="rect"/>
          <a:noFill/>
        </p:spPr>
        <p:txBody>
          <a:bodyPr wrap="square" lIns="0" tIns="0" rIns="0" bIns="0" vert="horz" anchor="t">
            <a:noAutofit/>
          </a:bodyPr>
          <a:lstStyle/>
          <a:p>
            <a:pPr marL="0" indent="0" algn="l" defTabSz="91440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7200" spc="-5" i="0" b="1">
                <a:solidFill>
                  <a:srgbClr val="222426"/>
                </a:solidFill>
                <a:latin typeface="Helvetica Neue" charset="0"/>
                <a:ea typeface="Malgun Gothic" charset="0"/>
              </a:rPr>
              <a:t>1. 뷰</a:t>
            </a:r>
            <a:r>
              <a:rPr sz="7200" spc="-5" i="0" b="1">
                <a:solidFill>
                  <a:srgbClr val="222426"/>
                </a:solidFill>
                <a:latin typeface="Helvetica Neue" charset="0"/>
                <a:ea typeface="Malgun Gothic" charset="0"/>
              </a:rPr>
              <a:t> (View)</a:t>
            </a:r>
            <a:endParaRPr lang="ko-KR" altLang="en-US" sz="7200" i="0" b="1">
              <a:solidFill>
                <a:srgbClr val="222426"/>
              </a:solidFill>
              <a:latin typeface="Helvetica Neue" charset="0"/>
              <a:ea typeface="Malgun Gothic" charset="0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4800" spc="-5" i="0" b="0">
                <a:solidFill>
                  <a:srgbClr val="222426"/>
                </a:solidFill>
                <a:latin typeface="Helvetica Neue" charset="0"/>
                <a:ea typeface="Malgun Gothic" charset="0"/>
              </a:rPr>
              <a:t>뷰의 역할은 </a:t>
            </a:r>
            <a:r>
              <a:rPr sz="4800" spc="-5" i="0" b="1">
                <a:solidFill>
                  <a:srgbClr val="222426"/>
                </a:solidFill>
                <a:latin typeface="Helvetica Neue" charset="0"/>
                <a:ea typeface="Malgun Gothic" charset="0"/>
              </a:rPr>
              <a:t>UI에 관련된 것</a:t>
            </a:r>
            <a:endParaRPr lang="ko-KR" altLang="en-US" sz="90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169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상자 1"/>
          <p:cNvSpPr txBox="1">
            <a:spLocks/>
          </p:cNvSpPr>
          <p:nvPr/>
        </p:nvSpPr>
        <p:spPr>
          <a:xfrm rot="0">
            <a:off x="309245" y="384175"/>
            <a:ext cx="11604625" cy="5538470"/>
          </a:xfrm>
          <a:prstGeom prst="rect"/>
          <a:noFill/>
        </p:spPr>
        <p:txBody>
          <a:bodyPr wrap="square" lIns="0" tIns="0" rIns="0" bIns="0" vert="horz" anchor="t">
            <a:noAutofit/>
          </a:bodyPr>
          <a:lstStyle/>
          <a:p>
            <a:pPr marL="0" indent="0" algn="l" defTabSz="91440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7200" spc="-5" i="0" b="1">
                <a:solidFill>
                  <a:srgbClr val="222426"/>
                </a:solidFill>
                <a:latin typeface="Helvetica Neue" charset="0"/>
                <a:ea typeface="Malgun Gothic" charset="0"/>
              </a:rPr>
              <a:t>2. 뷰 모델</a:t>
            </a:r>
            <a:r>
              <a:rPr sz="7200" spc="-5" i="0" b="1">
                <a:solidFill>
                  <a:srgbClr val="222426"/>
                </a:solidFill>
                <a:latin typeface="Helvetica Neue" charset="0"/>
                <a:ea typeface="Malgun Gothic" charset="0"/>
              </a:rPr>
              <a:t> (View Model)</a:t>
            </a:r>
            <a:endParaRPr lang="ko-KR" altLang="en-US" sz="7200" i="0" b="1">
              <a:solidFill>
                <a:srgbClr val="222426"/>
              </a:solidFill>
              <a:latin typeface="Helvetica Neue" charset="0"/>
              <a:ea typeface="Malgun Gothic" charset="0"/>
            </a:endParaRPr>
          </a:p>
          <a:p>
            <a:pPr marL="0" indent="0" algn="l" defTabSz="91440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7200" i="0" b="1">
              <a:solidFill>
                <a:srgbClr val="222426"/>
              </a:solidFill>
              <a:latin typeface="Helvetica Neue" charset="0"/>
              <a:ea typeface="Malgun Gothic" charset="0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4800" spc="-5" i="0" b="0">
                <a:solidFill>
                  <a:srgbClr val="222426"/>
                </a:solidFill>
                <a:latin typeface="Helvetica Neue" charset="0"/>
                <a:ea typeface="Malgun Gothic" charset="0"/>
              </a:rPr>
              <a:t>뷰 모델의 역할은 </a:t>
            </a:r>
            <a:endParaRPr lang="ko-KR" altLang="en-US" sz="4800" i="0" b="0">
              <a:solidFill>
                <a:srgbClr val="222426"/>
              </a:solidFill>
              <a:latin typeface="Helvetica Neue" charset="0"/>
              <a:ea typeface="Malgun Gothic" charset="0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4800" spc="-5" i="0" b="1">
                <a:solidFill>
                  <a:srgbClr val="222426"/>
                </a:solidFill>
                <a:latin typeface="Helvetica Neue" charset="0"/>
                <a:ea typeface="Malgun Gothic" charset="0"/>
              </a:rPr>
              <a:t>뷰가 사용할 메서드와 필드를 구현</a:t>
            </a:r>
            <a:r>
              <a:rPr sz="4800" spc="-5" i="0" b="0">
                <a:solidFill>
                  <a:srgbClr val="222426"/>
                </a:solidFill>
                <a:latin typeface="Helvetica Neue" charset="0"/>
                <a:ea typeface="Malgun Gothic" charset="0"/>
              </a:rPr>
              <a:t>하고, </a:t>
            </a:r>
            <a:endParaRPr lang="ko-KR" altLang="en-US" sz="4800" i="0" b="0">
              <a:solidFill>
                <a:srgbClr val="222426"/>
              </a:solidFill>
              <a:latin typeface="Helvetica Neue" charset="0"/>
              <a:ea typeface="Malgun Gothic" charset="0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4800" spc="-5" i="0" b="0">
                <a:solidFill>
                  <a:srgbClr val="222426"/>
                </a:solidFill>
                <a:latin typeface="Helvetica Neue" charset="0"/>
                <a:ea typeface="Malgun Gothic" charset="0"/>
              </a:rPr>
              <a:t>뷰에게 상태 변화를 알리는 것</a:t>
            </a:r>
            <a:endParaRPr lang="ko-KR" altLang="en-US" sz="90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204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상자 1"/>
          <p:cNvSpPr txBox="1">
            <a:spLocks/>
          </p:cNvSpPr>
          <p:nvPr/>
        </p:nvSpPr>
        <p:spPr>
          <a:xfrm rot="0">
            <a:off x="398780" y="347980"/>
            <a:ext cx="10979150" cy="5537835"/>
          </a:xfrm>
          <a:prstGeom prst="rect"/>
          <a:noFill/>
        </p:spPr>
        <p:txBody>
          <a:bodyPr wrap="square" lIns="0" tIns="0" rIns="0" bIns="0" vert="horz" anchor="t">
            <a:noAutofit/>
          </a:bodyPr>
          <a:lstStyle/>
          <a:p>
            <a:pPr marL="0" indent="0" algn="l" defTabSz="91440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7200" spc="-5" i="0" b="1">
                <a:solidFill>
                  <a:schemeClr val="tx1"/>
                </a:solidFill>
                <a:latin typeface="Helvetica Neue" charset="0"/>
                <a:ea typeface="Malgun Gothic" charset="0"/>
              </a:rPr>
              <a:t>3. 모델</a:t>
            </a:r>
            <a:r>
              <a:rPr sz="7200" spc="-5" i="0" b="1">
                <a:solidFill>
                  <a:schemeClr val="tx1"/>
                </a:solidFill>
                <a:latin typeface="Helvetica Neue" charset="0"/>
                <a:ea typeface="Malgun Gothic" charset="0"/>
              </a:rPr>
              <a:t> </a:t>
            </a:r>
            <a:r>
              <a:rPr sz="7200" spc="-5" i="0" b="1">
                <a:solidFill>
                  <a:srgbClr val="222426"/>
                </a:solidFill>
                <a:latin typeface="Helvetica Neue" charset="0"/>
                <a:ea typeface="Malgun Gothic" charset="0"/>
              </a:rPr>
              <a:t>(Model)</a:t>
            </a:r>
            <a:endParaRPr lang="ko-KR" altLang="en-US" sz="7200" i="0" b="1">
              <a:solidFill>
                <a:schemeClr val="tx1"/>
              </a:solidFill>
              <a:latin typeface="Helvetica Neue" charset="0"/>
              <a:ea typeface="Malgun Gothic" charset="0"/>
            </a:endParaRPr>
          </a:p>
          <a:p>
            <a:pPr marL="0" indent="0" algn="l" defTabSz="91440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7200" i="0" b="1">
              <a:solidFill>
                <a:schemeClr val="tx1"/>
              </a:solidFill>
              <a:latin typeface="Helvetica Neue" charset="0"/>
              <a:ea typeface="Malgun Gothic" charset="0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7200" spc="-5" i="0" b="0">
                <a:solidFill>
                  <a:schemeClr val="tx1"/>
                </a:solidFill>
                <a:latin typeface="Helvetica Neue" charset="0"/>
                <a:ea typeface="Malgun Gothic" charset="0"/>
              </a:rPr>
              <a:t>모델은 비즈니스 로직과 </a:t>
            </a:r>
            <a:endParaRPr lang="ko-KR" altLang="en-US" sz="7200" i="0" b="0">
              <a:solidFill>
                <a:schemeClr val="tx1"/>
              </a:solidFill>
              <a:latin typeface="Helvetica Neue" charset="0"/>
              <a:ea typeface="Malgun Gothic" charset="0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7200" spc="-5" i="0" b="0">
                <a:solidFill>
                  <a:schemeClr val="tx1"/>
                </a:solidFill>
                <a:latin typeface="Helvetica Neue" charset="0"/>
                <a:ea typeface="Malgun Gothic" charset="0"/>
              </a:rPr>
              <a:t>유효성 검사</a:t>
            </a:r>
            <a:endParaRPr lang="ko-KR" altLang="en-US" sz="720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204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2204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8</Pages>
  <Paragraphs>6</Paragraphs>
  <Words>8</Words>
  <TotalTime>0</TotalTime>
  <MMClips>0</MMClips>
  <ScaleCrop>false</ScaleCrop>
  <HeadingPairs>
    <vt:vector size="2" baseType="variant">
      <vt:variant>
        <vt:lpstr>제목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s</dc:creator>
  <cp:lastModifiedBy>윤 호근</cp:lastModifiedBy>
  <dc:title>Vue 강의자료</dc:title>
  <dcterms:modified xsi:type="dcterms:W3CDTF">2020-08-01T03:46:50Z</dcterms:modified>
</cp:coreProperties>
</file>