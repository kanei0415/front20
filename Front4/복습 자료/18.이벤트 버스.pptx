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0" r:id="rId13"/>
  </p:sldMasterIdLst>
  <p:sldIdLst>
    <p:sldId id="260" r:id="rId15"/>
    <p:sldId id="263" r:id="rId16"/>
    <p:sldId id="258" r:id="rId17"/>
    <p:sldId id="259" r:id="rId18"/>
    <p:sldId id="265" r:id="rId19"/>
    <p:sldId id="264" r:id="rId20"/>
    <p:sldId id="261" r:id="rId21"/>
    <p:sldId id="262" r:id="rId22"/>
    <p:sldId id="25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78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viewProps" Target="viewProps.xml"></Relationship><Relationship Id="rId25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image2.png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>
                <a:solidFill>
                  <a:srgbClr val="FF0000"/>
                </a:solidFill>
              </a:rPr>
              <a:t>이벤트 버스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34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19" y="146649"/>
            <a:ext cx="11192269" cy="4080965"/>
          </a:xfrm>
        </p:spPr>
        <p:txBody>
          <a:bodyPr>
            <a:normAutofit fontScale="90000"/>
          </a:bodyPr>
          <a:lstStyle/>
          <a:p>
            <a:r>
              <a:rPr lang="ko-KR" altLang="en-US" b="1" dirty="0" smtClean="0"/>
              <a:t>꼭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상위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하위 관계가 아니라도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사용가능 한 방법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/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en-US" altLang="ko-KR" b="1" dirty="0" smtClean="0">
                <a:solidFill>
                  <a:srgbClr val="FF0000"/>
                </a:solidFill>
              </a:rPr>
              <a:t>:</a:t>
            </a:r>
            <a:r>
              <a:rPr lang="ko-KR" altLang="en-US" b="1" dirty="0" smtClean="0">
                <a:solidFill>
                  <a:srgbClr val="FF0000"/>
                </a:solidFill>
              </a:rPr>
              <a:t>이벤트 버스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33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65922" cy="475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02732" cy="6063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79630" y="282013"/>
            <a:ext cx="433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이벤트 버스를 위한 추가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인스턴스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97856" y="682123"/>
            <a:ext cx="433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이벤트를 보내는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52777" y="2930742"/>
            <a:ext cx="433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이벤트를 받는 컴포넌트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02732" cy="6063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97856" y="682123"/>
            <a:ext cx="433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보내는 쪽에선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emit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구현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52777" y="2930742"/>
            <a:ext cx="433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받는 쪽에선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on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구현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51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02650" cy="606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직선 화살표 연결선 5"/>
          <p:cNvCxnSpPr/>
          <p:nvPr/>
        </p:nvCxnSpPr>
        <p:spPr>
          <a:xfrm>
            <a:off x="4408170" y="1984375"/>
            <a:ext cx="681355" cy="176847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도형 2050"/>
          <p:cNvSpPr>
            <a:spLocks/>
          </p:cNvSpPr>
          <p:nvPr/>
        </p:nvSpPr>
        <p:spPr>
          <a:xfrm rot="0">
            <a:off x="6590665" y="2331085"/>
            <a:ext cx="3715385" cy="120586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52" name="텍스트 상자 2051"/>
          <p:cNvSpPr txBox="1">
            <a:spLocks/>
          </p:cNvSpPr>
          <p:nvPr/>
        </p:nvSpPr>
        <p:spPr>
          <a:xfrm rot="0">
            <a:off x="5295900" y="1901825"/>
            <a:ext cx="259905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이벤트 버스의 시작점</a:t>
            </a:r>
            <a:endParaRPr lang="ko-KR" altLang="en-US" sz="1800" b="1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53" name="텍스트 상자 2052"/>
          <p:cNvSpPr txBox="1">
            <a:spLocks/>
          </p:cNvSpPr>
          <p:nvPr/>
        </p:nvSpPr>
        <p:spPr>
          <a:xfrm rot="0">
            <a:off x="8912860" y="1901825"/>
            <a:ext cx="259905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이벤트 버스의 끝점</a:t>
            </a:r>
            <a:endParaRPr lang="ko-KR" altLang="en-US" sz="1800" b="1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54" name="텍스트 상자 2053"/>
          <p:cNvSpPr txBox="1">
            <a:spLocks/>
          </p:cNvSpPr>
          <p:nvPr/>
        </p:nvSpPr>
        <p:spPr>
          <a:xfrm rot="0">
            <a:off x="6287135" y="3625850"/>
            <a:ext cx="706120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emit</a:t>
            </a:r>
            <a:endParaRPr lang="ko-KR" altLang="en-US" sz="1800" b="1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55" name="텍스트 상자 2054"/>
          <p:cNvSpPr txBox="1">
            <a:spLocks/>
          </p:cNvSpPr>
          <p:nvPr/>
        </p:nvSpPr>
        <p:spPr>
          <a:xfrm rot="0">
            <a:off x="9958070" y="3644265"/>
            <a:ext cx="706120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on</a:t>
            </a:r>
            <a:endParaRPr lang="ko-KR" altLang="en-US" sz="1800" b="1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944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4" y="0"/>
            <a:ext cx="11431980" cy="288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365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530940" cy="317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162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9</Pages>
  <Paragraphs>8</Paragraphs>
  <Words>23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s</dc:creator>
  <cp:lastModifiedBy>윤 호근</cp:lastModifiedBy>
  <dc:title>Vue 강의자료</dc:title>
  <dcterms:modified xsi:type="dcterms:W3CDTF">2020-08-03T12:22:03Z</dcterms:modified>
</cp:coreProperties>
</file>