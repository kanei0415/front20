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60" r:id="rId2"/>
    <p:sldId id="258" r:id="rId3"/>
    <p:sldId id="261" r:id="rId4"/>
    <p:sldId id="263" r:id="rId5"/>
    <p:sldId id="264" r:id="rId6"/>
    <p:sldId id="266" r:id="rId7"/>
    <p:sldId id="267" r:id="rId8"/>
    <p:sldId id="268" r:id="rId9"/>
    <p:sldId id="259" r:id="rId10"/>
    <p:sldId id="262" r:id="rId11"/>
    <p:sldId id="257" r:id="rId1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87053" autoAdjust="0"/>
  </p:normalViewPr>
  <p:slideViewPr>
    <p:cSldViewPr snapToGrid="0">
      <p:cViewPr varScale="1">
        <p:scale>
          <a:sx n="80" d="100"/>
          <a:sy n="80" d="100"/>
        </p:scale>
        <p:origin x="-96" y="-38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8EC5499-D27D-4ED8-A483-1D19CAC631B5}" type="datetimeFigureOut">
              <a:rPr lang="ko-KR" altLang="en-US" smtClean="0"/>
              <a:t>2020-08-16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B39D576-0300-477D-8549-689F402FB22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895634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$</a:t>
            </a:r>
            <a:r>
              <a:rPr lang="en-US" altLang="ko-KR" sz="1200" b="1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emit</a:t>
            </a:r>
            <a:r>
              <a:rPr lang="en-US" altLang="ko-KR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en-US" altLang="ko-KR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eventName</a:t>
            </a:r>
            <a:r>
              <a:rPr lang="en-US" altLang="ko-KR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</a:t>
            </a:r>
            <a:r>
              <a:rPr lang="ko-KR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을 사용하여 이벤트를 </a:t>
            </a:r>
            <a:r>
              <a:rPr lang="ko-KR" altLang="en-US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트리거</a:t>
            </a:r>
            <a:r>
              <a:rPr lang="ko-KR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하십시오</a:t>
            </a:r>
            <a:r>
              <a:rPr lang="en-US" altLang="ko-KR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B39D576-0300-477D-8549-689F402FB222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8271101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04A60AE3-B3ED-4E3D-9372-ECE333D7F2C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xmlns="" id="{4111084E-B3A3-488D-B6F0-9B49F68F312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xmlns="" id="{74FAF163-3992-4040-BDAE-27FED55A7D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2020-08-16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xmlns="" id="{F7E66CF5-352A-4019-B70E-B65DE0F5E9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xmlns="" id="{5AF6C434-26A8-4242-B33F-402169645F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794914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F6C9C565-2DA9-4242-87D7-8F4D0FC515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xmlns="" id="{3C78B137-7597-4F7E-9685-E87BCC1766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xmlns="" id="{18B5D4C8-93E0-48C1-8918-0D184CD480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2020-08-16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xmlns="" id="{97FAA92B-55E1-4782-A355-8583A56608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xmlns="" id="{24DBD77E-B81D-418A-8183-5B1A8DE968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557276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024D2D17-26F6-489F-98A6-31A72A5004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xmlns="" id="{45FA90D0-40E9-4DA5-A8CA-A15B9918F2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xmlns="" id="{26AC5E86-B71F-49DE-A232-8AF7834581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2020-08-16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xmlns="" id="{01929F0B-984E-40CD-B8AD-3C1E1C70AE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xmlns="" id="{B5EC4380-4890-4B51-BDA9-7D4CA70661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455272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5F66EEC1-CB96-45B4-9E54-E2614D1134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xmlns="" id="{11E93620-398D-425E-9F4A-57E0B619AA6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xmlns="" id="{3D7D6826-9CD0-40EA-8D97-F224B34CB0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xmlns="" id="{530C1ADC-A37C-4AD3-A181-F37C25DF98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2020-08-16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xmlns="" id="{085BBA3C-969A-4E9A-AEAA-C1F5BBC2B8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xmlns="" id="{E0198E27-2067-4C54-B9B5-2C90C9862C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747088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C2C698B4-286A-4E43-B83D-BFC09A890E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xmlns="" id="{5932CAF1-9569-4F40-9322-3D9115DDAB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xmlns="" id="{DE78BA8E-9759-445B-9454-5BD859B6046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xmlns="" id="{3F6B0EB0-306A-4469-9E2E-2668CE72DA4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xmlns="" id="{A36EBCD2-569E-4686-B335-00AC52D57CE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xmlns="" id="{C67B924B-1F63-4668-9F27-DABCDD4BD3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2020-08-16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xmlns="" id="{E37B2F25-3FB1-41DF-917F-96E785AC92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xmlns="" id="{F696110A-8EE2-4477-BA46-BAD1155F1A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513779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14C6D661-0AE0-4A39-9295-F5A3745966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xmlns="" id="{CC7DC0D1-3201-414F-AAA4-044FB95B50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2020-08-16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xmlns="" id="{60EFBC13-BB25-4831-B50D-F2C93FEBFB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xmlns="" id="{9DC7677F-67C7-4A12-9099-A619920641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538878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xmlns="" id="{ADAE8CD5-27A8-4913-AA78-D8084F1DD4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2020-08-16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xmlns="" id="{CF530F6B-894B-496D-B5B8-7009A69F33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xmlns="" id="{941EA277-61F3-4F94-93BC-277C599C08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691651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E3733B66-4F35-472C-875F-EC1BEAE8C8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xmlns="" id="{88FDEE53-BF68-4B22-9310-E98B1994F2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xmlns="" id="{832AEA08-6629-4B0B-A7A8-6C97841760C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xmlns="" id="{9E1A68AF-CD30-40DE-B1F9-8DE4421E93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2020-08-16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xmlns="" id="{7B5A9A10-8403-4CD3-876C-34ED3021A4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xmlns="" id="{8356746F-414F-45A1-8FA9-652FC8561A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653454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FB7EC89E-A179-4D41-9AC0-506076946F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xmlns="" id="{382EF334-EBD6-45BA-9ADD-504D08E8B1A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xmlns="" id="{A378B46F-D774-47ED-9299-93BD966F5A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xmlns="" id="{99137BB2-1E58-4361-AA02-0759ABAB16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2020-08-16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xmlns="" id="{685E63B9-5E6F-4C05-83B8-0EDCA14EC9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xmlns="" id="{1D07B4CA-54A4-4783-AA62-C55071436A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786134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3B5DDC15-1FBF-4FED-AAE3-A45587FEC6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xmlns="" id="{A08F82DA-AF5D-4771-855D-D12471491AA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xmlns="" id="{3B9E77A3-8773-4A1C-B628-F7E33D5627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2020-08-16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xmlns="" id="{FA5E9043-87B2-4A01-89A1-60A0AB02E1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xmlns="" id="{6F467C25-CA83-4C75-9687-F840AA60E9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584707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xmlns="" id="{4F778D5A-DF75-4088-95F7-C3A793BC0D9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xmlns="" id="{DB5C191C-8EF4-4FB4-B9A3-F498921E65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xmlns="" id="{8A98FF33-E69D-441A-9E83-854CAAFA8C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2020-08-16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xmlns="" id="{6E8C4BF3-022F-454E-B7FF-12B58F9CA5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xmlns="" id="{D1F4F011-1EF5-48C5-83EF-56180B05F9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269972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xmlns="" id="{87041561-D6B4-4F35-97D9-91B6E56F10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xmlns="" id="{C48DE5F2-DC99-471C-BCB6-11EB57753B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xmlns="" id="{5B70BA47-1E61-46C4-B875-17AE425C9AD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52F9B60-EB7D-4950-BDEB-48903CF55AB8}" type="datetimeFigureOut">
              <a:rPr lang="ko-KR" altLang="en-US" smtClean="0"/>
              <a:t>2020-08-16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xmlns="" id="{50222B51-3B3D-4B2F-AF53-4FE78F6A671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xmlns="" id="{D9CAE1D6-3175-477B-ACB5-657DF855D35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188004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75BEEB66-5FE2-4DE4-BF44-73FE2AF1065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97527" y="1312367"/>
            <a:ext cx="10462161" cy="2915247"/>
          </a:xfrm>
        </p:spPr>
        <p:txBody>
          <a:bodyPr>
            <a:normAutofit/>
          </a:bodyPr>
          <a:lstStyle/>
          <a:p>
            <a:r>
              <a:rPr lang="en-US" altLang="ko-KR" b="1" dirty="0" err="1"/>
              <a:t>Vue</a:t>
            </a:r>
            <a:r>
              <a:rPr lang="en-US" altLang="ko-KR" b="1" dirty="0"/>
              <a:t> </a:t>
            </a:r>
            <a:r>
              <a:rPr lang="ko-KR" altLang="en-US" b="1" dirty="0" smtClean="0"/>
              <a:t>강의자료</a:t>
            </a:r>
            <a:r>
              <a:rPr lang="en-US" altLang="ko-KR" b="1" dirty="0" smtClean="0"/>
              <a:t/>
            </a:r>
            <a:br>
              <a:rPr lang="en-US" altLang="ko-KR" b="1" dirty="0" smtClean="0"/>
            </a:br>
            <a:r>
              <a:rPr lang="en-US" altLang="ko-KR" b="1" dirty="0" smtClean="0"/>
              <a:t/>
            </a:r>
            <a:br>
              <a:rPr lang="en-US" altLang="ko-KR" b="1" dirty="0" smtClean="0"/>
            </a:br>
            <a:r>
              <a:rPr lang="ko-KR" altLang="en-US" b="1" dirty="0" smtClean="0">
                <a:solidFill>
                  <a:srgbClr val="FF0000"/>
                </a:solidFill>
              </a:rPr>
              <a:t>이벤트 발생</a:t>
            </a:r>
            <a:endParaRPr lang="ko-KR" altLang="en-US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587244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1055927" cy="482059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4209691" y="2410297"/>
            <a:ext cx="57969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 smtClean="0">
                <a:solidFill>
                  <a:srgbClr val="FF0000"/>
                </a:solidFill>
              </a:rPr>
              <a:t>show-log </a:t>
            </a:r>
            <a:r>
              <a:rPr lang="ko-KR" altLang="en-US" sz="2000" b="1" dirty="0" smtClean="0">
                <a:solidFill>
                  <a:srgbClr val="FF0000"/>
                </a:solidFill>
              </a:rPr>
              <a:t>이벤트는 </a:t>
            </a:r>
            <a:r>
              <a:rPr lang="en-US" altLang="ko-KR" sz="2000" b="1" dirty="0" err="1" smtClean="0">
                <a:solidFill>
                  <a:srgbClr val="FF0000"/>
                </a:solidFill>
              </a:rPr>
              <a:t>printText</a:t>
            </a:r>
            <a:r>
              <a:rPr lang="en-US" altLang="ko-KR" sz="2000" b="1" dirty="0" smtClean="0">
                <a:solidFill>
                  <a:srgbClr val="FF0000"/>
                </a:solidFill>
              </a:rPr>
              <a:t> </a:t>
            </a:r>
            <a:r>
              <a:rPr lang="ko-KR" altLang="en-US" sz="2000" b="1" dirty="0" err="1" smtClean="0">
                <a:solidFill>
                  <a:srgbClr val="FF0000"/>
                </a:solidFill>
              </a:rPr>
              <a:t>메서</a:t>
            </a:r>
            <a:r>
              <a:rPr lang="ko-KR" altLang="en-US" sz="2000" b="1" dirty="0" err="1">
                <a:solidFill>
                  <a:srgbClr val="FF0000"/>
                </a:solidFill>
              </a:rPr>
              <a:t>드</a:t>
            </a:r>
            <a:r>
              <a:rPr lang="ko-KR" altLang="en-US" sz="2000" b="1" dirty="0" smtClean="0">
                <a:solidFill>
                  <a:srgbClr val="FF0000"/>
                </a:solidFill>
              </a:rPr>
              <a:t> 지정</a:t>
            </a:r>
            <a:endParaRPr lang="ko-KR" altLang="en-US" sz="2000" b="1" dirty="0">
              <a:solidFill>
                <a:srgbClr val="FF0000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209691" y="3347701"/>
            <a:ext cx="57969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b="1" dirty="0" smtClean="0">
                <a:solidFill>
                  <a:srgbClr val="FF0000"/>
                </a:solidFill>
              </a:rPr>
              <a:t>이벤트 명</a:t>
            </a:r>
            <a:r>
              <a:rPr lang="en-US" altLang="ko-KR" sz="2000" b="1" dirty="0" smtClean="0">
                <a:solidFill>
                  <a:srgbClr val="FF0000"/>
                </a:solidFill>
              </a:rPr>
              <a:t>, </a:t>
            </a:r>
            <a:r>
              <a:rPr lang="ko-KR" altLang="en-US" sz="2000" b="1" dirty="0" err="1" smtClean="0">
                <a:solidFill>
                  <a:srgbClr val="FF0000"/>
                </a:solidFill>
              </a:rPr>
              <a:t>메서드</a:t>
            </a:r>
            <a:r>
              <a:rPr lang="ko-KR" altLang="en-US" sz="2000" b="1" dirty="0" smtClean="0">
                <a:solidFill>
                  <a:srgbClr val="FF0000"/>
                </a:solidFill>
              </a:rPr>
              <a:t> 명</a:t>
            </a:r>
            <a:endParaRPr lang="ko-KR" altLang="en-US" sz="20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638818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5807034" cy="64443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1138687" y="1837426"/>
            <a:ext cx="565030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 smtClean="0">
                <a:solidFill>
                  <a:srgbClr val="FF0000"/>
                </a:solidFill>
              </a:rPr>
              <a:t>show-log </a:t>
            </a:r>
            <a:r>
              <a:rPr lang="ko-KR" altLang="en-US" sz="2000" b="1" dirty="0" smtClean="0">
                <a:solidFill>
                  <a:srgbClr val="FF0000"/>
                </a:solidFill>
              </a:rPr>
              <a:t>이벤트 발생</a:t>
            </a:r>
            <a:endParaRPr lang="en-US" altLang="ko-KR" sz="2000" b="1" dirty="0" smtClean="0">
              <a:solidFill>
                <a:srgbClr val="FF0000"/>
              </a:solidFill>
            </a:endParaRPr>
          </a:p>
          <a:p>
            <a:r>
              <a:rPr lang="en-US" altLang="ko-KR" sz="2000" b="1" dirty="0" smtClean="0">
                <a:solidFill>
                  <a:srgbClr val="FF0000"/>
                </a:solidFill>
              </a:rPr>
              <a:t>(show-log</a:t>
            </a:r>
            <a:r>
              <a:rPr lang="ko-KR" altLang="en-US" sz="2000" b="1" dirty="0" smtClean="0">
                <a:solidFill>
                  <a:srgbClr val="FF0000"/>
                </a:solidFill>
              </a:rPr>
              <a:t>에 지정된 </a:t>
            </a:r>
            <a:r>
              <a:rPr lang="en-US" altLang="ko-KR" sz="2000" b="1" dirty="0" err="1" smtClean="0">
                <a:solidFill>
                  <a:srgbClr val="FF0000"/>
                </a:solidFill>
              </a:rPr>
              <a:t>printText</a:t>
            </a:r>
            <a:r>
              <a:rPr lang="ko-KR" altLang="en-US" sz="2000" b="1" dirty="0" err="1" smtClean="0">
                <a:solidFill>
                  <a:srgbClr val="FF0000"/>
                </a:solidFill>
              </a:rPr>
              <a:t>메서</a:t>
            </a:r>
            <a:r>
              <a:rPr lang="ko-KR" altLang="en-US" sz="2000" b="1" dirty="0" err="1">
                <a:solidFill>
                  <a:srgbClr val="FF0000"/>
                </a:solidFill>
              </a:rPr>
              <a:t>드</a:t>
            </a:r>
            <a:r>
              <a:rPr lang="ko-KR" altLang="en-US" sz="2000" b="1" dirty="0" smtClean="0">
                <a:solidFill>
                  <a:srgbClr val="FF0000"/>
                </a:solidFill>
              </a:rPr>
              <a:t> 전달받음</a:t>
            </a:r>
            <a:r>
              <a:rPr lang="en-US" altLang="ko-KR" sz="2000" b="1" dirty="0" smtClean="0">
                <a:solidFill>
                  <a:srgbClr val="FF0000"/>
                </a:solidFill>
              </a:rPr>
              <a:t>)</a:t>
            </a:r>
            <a:endParaRPr lang="ko-KR" altLang="en-US" sz="2000" b="1" dirty="0">
              <a:solidFill>
                <a:srgbClr val="FF0000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807034" y="714764"/>
            <a:ext cx="565030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b="1" smtClean="0">
                <a:solidFill>
                  <a:srgbClr val="FF0000"/>
                </a:solidFill>
              </a:rPr>
              <a:t>클릭하면 </a:t>
            </a:r>
            <a:r>
              <a:rPr lang="en-US" altLang="ko-KR" sz="2000" b="1" dirty="0" err="1" smtClean="0">
                <a:solidFill>
                  <a:srgbClr val="FF0000"/>
                </a:solidFill>
              </a:rPr>
              <a:t>showLog</a:t>
            </a:r>
            <a:r>
              <a:rPr lang="en-US" altLang="ko-KR" sz="2000" b="1" dirty="0" smtClean="0">
                <a:solidFill>
                  <a:srgbClr val="FF0000"/>
                </a:solidFill>
              </a:rPr>
              <a:t> </a:t>
            </a:r>
            <a:r>
              <a:rPr lang="ko-KR" altLang="en-US" sz="2000" b="1" dirty="0" err="1" smtClean="0">
                <a:solidFill>
                  <a:srgbClr val="FF0000"/>
                </a:solidFill>
              </a:rPr>
              <a:t>메서드</a:t>
            </a:r>
            <a:r>
              <a:rPr lang="ko-KR" altLang="en-US" sz="2000" b="1" dirty="0" smtClean="0">
                <a:solidFill>
                  <a:srgbClr val="FF0000"/>
                </a:solidFill>
              </a:rPr>
              <a:t> 호출</a:t>
            </a:r>
            <a:endParaRPr lang="ko-KR" altLang="en-US" sz="20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550848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모서리가 둥근 직사각형 3"/>
          <p:cNvSpPr/>
          <p:nvPr/>
        </p:nvSpPr>
        <p:spPr>
          <a:xfrm>
            <a:off x="310551" y="310551"/>
            <a:ext cx="5572664" cy="337292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모서리가 둥근 직사각형 4"/>
          <p:cNvSpPr/>
          <p:nvPr/>
        </p:nvSpPr>
        <p:spPr>
          <a:xfrm>
            <a:off x="537711" y="1035169"/>
            <a:ext cx="5009074" cy="2570671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TextBox 5"/>
          <p:cNvSpPr txBox="1"/>
          <p:nvPr/>
        </p:nvSpPr>
        <p:spPr>
          <a:xfrm>
            <a:off x="1984075" y="354332"/>
            <a:ext cx="19294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 err="1" smtClean="0"/>
              <a:t>뷰</a:t>
            </a:r>
            <a:r>
              <a:rPr lang="ko-KR" altLang="en-US" b="1" dirty="0" smtClean="0"/>
              <a:t> </a:t>
            </a:r>
            <a:r>
              <a:rPr lang="ko-KR" altLang="en-US" b="1" dirty="0" err="1" smtClean="0"/>
              <a:t>인스턴스</a:t>
            </a:r>
            <a:endParaRPr lang="en-US" altLang="ko-KR" b="1" dirty="0"/>
          </a:p>
          <a:p>
            <a:r>
              <a:rPr lang="en-US" altLang="ko-KR" b="1" dirty="0" smtClean="0"/>
              <a:t>(</a:t>
            </a:r>
            <a:r>
              <a:rPr lang="ko-KR" altLang="en-US" b="1" dirty="0" smtClean="0"/>
              <a:t>상위 컴포넌트</a:t>
            </a:r>
            <a:r>
              <a:rPr lang="en-US" altLang="ko-KR" b="1" dirty="0" smtClean="0"/>
              <a:t>)</a:t>
            </a:r>
            <a:endParaRPr lang="ko-KR" altLang="en-US" b="1" dirty="0"/>
          </a:p>
        </p:txBody>
      </p:sp>
      <p:sp>
        <p:nvSpPr>
          <p:cNvPr id="7" name="TextBox 6"/>
          <p:cNvSpPr txBox="1"/>
          <p:nvPr/>
        </p:nvSpPr>
        <p:spPr>
          <a:xfrm>
            <a:off x="1984074" y="2731695"/>
            <a:ext cx="308538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 smtClean="0"/>
              <a:t>child-component</a:t>
            </a:r>
          </a:p>
          <a:p>
            <a:r>
              <a:rPr lang="en-US" altLang="ko-KR" b="1" dirty="0" smtClean="0"/>
              <a:t>(</a:t>
            </a:r>
            <a:r>
              <a:rPr lang="ko-KR" altLang="en-US" b="1" dirty="0" smtClean="0"/>
              <a:t>하위 컴포넌트</a:t>
            </a:r>
            <a:r>
              <a:rPr lang="en-US" altLang="ko-KR" b="1" dirty="0" smtClean="0"/>
              <a:t>)</a:t>
            </a:r>
            <a:endParaRPr lang="ko-KR" altLang="en-US" b="1" dirty="0"/>
          </a:p>
        </p:txBody>
      </p:sp>
      <p:cxnSp>
        <p:nvCxnSpPr>
          <p:cNvPr id="9" name="직선 연결선 8"/>
          <p:cNvCxnSpPr/>
          <p:nvPr/>
        </p:nvCxnSpPr>
        <p:spPr>
          <a:xfrm>
            <a:off x="3913515" y="750498"/>
            <a:ext cx="1250830" cy="0"/>
          </a:xfrm>
          <a:prstGeom prst="line">
            <a:avLst/>
          </a:prstGeom>
          <a:ln w="508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직선 연결선 9"/>
          <p:cNvCxnSpPr/>
          <p:nvPr/>
        </p:nvCxnSpPr>
        <p:spPr>
          <a:xfrm>
            <a:off x="5141343" y="750498"/>
            <a:ext cx="0" cy="2372264"/>
          </a:xfrm>
          <a:prstGeom prst="line">
            <a:avLst/>
          </a:prstGeom>
          <a:ln w="508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직선 화살표 연결선 15"/>
          <p:cNvCxnSpPr/>
          <p:nvPr/>
        </p:nvCxnSpPr>
        <p:spPr>
          <a:xfrm flipH="1">
            <a:off x="4123425" y="3122762"/>
            <a:ext cx="1043796" cy="0"/>
          </a:xfrm>
          <a:prstGeom prst="straightConnector1">
            <a:avLst/>
          </a:prstGeom>
          <a:ln w="508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5966603" y="1674173"/>
            <a:ext cx="19294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 smtClean="0"/>
              <a:t>props</a:t>
            </a:r>
            <a:r>
              <a:rPr lang="ko-KR" altLang="en-US" b="1" dirty="0" smtClean="0"/>
              <a:t>를 통해</a:t>
            </a:r>
            <a:endParaRPr lang="en-US" altLang="ko-KR" b="1" dirty="0" smtClean="0"/>
          </a:p>
          <a:p>
            <a:r>
              <a:rPr lang="ko-KR" altLang="en-US" b="1" dirty="0" smtClean="0"/>
              <a:t>데이터 전달</a:t>
            </a:r>
            <a:endParaRPr lang="ko-KR" altLang="en-US" b="1" dirty="0"/>
          </a:p>
        </p:txBody>
      </p:sp>
    </p:spTree>
    <p:extLst>
      <p:ext uri="{BB962C8B-B14F-4D97-AF65-F5344CB8AC3E}">
        <p14:creationId xmlns:p14="http://schemas.microsoft.com/office/powerpoint/2010/main" val="25555144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6313" y="5952229"/>
            <a:ext cx="11350205" cy="5336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124" y="170551"/>
            <a:ext cx="5095875" cy="2809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1937" y="3658859"/>
            <a:ext cx="5133975" cy="2076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TextBox 7"/>
          <p:cNvSpPr txBox="1"/>
          <p:nvPr/>
        </p:nvSpPr>
        <p:spPr>
          <a:xfrm>
            <a:off x="5512279" y="850025"/>
            <a:ext cx="19294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 err="1" smtClean="0">
                <a:solidFill>
                  <a:srgbClr val="FF0000"/>
                </a:solidFill>
              </a:rPr>
              <a:t>뷰</a:t>
            </a:r>
            <a:r>
              <a:rPr lang="ko-KR" altLang="en-US" b="1" dirty="0" smtClean="0">
                <a:solidFill>
                  <a:srgbClr val="FF0000"/>
                </a:solidFill>
              </a:rPr>
              <a:t> </a:t>
            </a:r>
            <a:r>
              <a:rPr lang="ko-KR" altLang="en-US" b="1" dirty="0" err="1" smtClean="0">
                <a:solidFill>
                  <a:srgbClr val="FF0000"/>
                </a:solidFill>
              </a:rPr>
              <a:t>인스턴스</a:t>
            </a:r>
            <a:endParaRPr lang="en-US" altLang="ko-KR" b="1" dirty="0">
              <a:solidFill>
                <a:srgbClr val="FF0000"/>
              </a:solidFill>
            </a:endParaRPr>
          </a:p>
          <a:p>
            <a:r>
              <a:rPr lang="en-US" altLang="ko-KR" b="1" dirty="0" smtClean="0">
                <a:solidFill>
                  <a:srgbClr val="FF0000"/>
                </a:solidFill>
              </a:rPr>
              <a:t>(</a:t>
            </a:r>
            <a:r>
              <a:rPr lang="ko-KR" altLang="en-US" b="1" dirty="0" smtClean="0">
                <a:solidFill>
                  <a:srgbClr val="FF0000"/>
                </a:solidFill>
              </a:rPr>
              <a:t>상위 컴포넌트</a:t>
            </a:r>
            <a:r>
              <a:rPr lang="en-US" altLang="ko-KR" b="1" dirty="0" smtClean="0">
                <a:solidFill>
                  <a:srgbClr val="FF0000"/>
                </a:solidFill>
              </a:rPr>
              <a:t>)</a:t>
            </a:r>
            <a:endParaRPr lang="ko-KR" altLang="en-US" b="1" dirty="0">
              <a:solidFill>
                <a:srgbClr val="FF0000"/>
              </a:solidFill>
            </a:endParaRPr>
          </a:p>
        </p:txBody>
      </p:sp>
      <p:sp>
        <p:nvSpPr>
          <p:cNvPr id="6" name="자유형 5"/>
          <p:cNvSpPr/>
          <p:nvPr/>
        </p:nvSpPr>
        <p:spPr>
          <a:xfrm>
            <a:off x="4002657" y="1863306"/>
            <a:ext cx="3175978" cy="4019910"/>
          </a:xfrm>
          <a:custGeom>
            <a:avLst/>
            <a:gdLst>
              <a:gd name="connsiteX0" fmla="*/ 0 w 3175978"/>
              <a:gd name="connsiteY0" fmla="*/ 0 h 4019910"/>
              <a:gd name="connsiteX1" fmla="*/ 379562 w 3175978"/>
              <a:gd name="connsiteY1" fmla="*/ 17253 h 4019910"/>
              <a:gd name="connsiteX2" fmla="*/ 431320 w 3175978"/>
              <a:gd name="connsiteY2" fmla="*/ 34506 h 4019910"/>
              <a:gd name="connsiteX3" fmla="*/ 543464 w 3175978"/>
              <a:gd name="connsiteY3" fmla="*/ 60385 h 4019910"/>
              <a:gd name="connsiteX4" fmla="*/ 586596 w 3175978"/>
              <a:gd name="connsiteY4" fmla="*/ 77638 h 4019910"/>
              <a:gd name="connsiteX5" fmla="*/ 698739 w 3175978"/>
              <a:gd name="connsiteY5" fmla="*/ 120770 h 4019910"/>
              <a:gd name="connsiteX6" fmla="*/ 793630 w 3175978"/>
              <a:gd name="connsiteY6" fmla="*/ 181155 h 4019910"/>
              <a:gd name="connsiteX7" fmla="*/ 931652 w 3175978"/>
              <a:gd name="connsiteY7" fmla="*/ 267419 h 4019910"/>
              <a:gd name="connsiteX8" fmla="*/ 1009290 w 3175978"/>
              <a:gd name="connsiteY8" fmla="*/ 301925 h 4019910"/>
              <a:gd name="connsiteX9" fmla="*/ 1095554 w 3175978"/>
              <a:gd name="connsiteY9" fmla="*/ 370936 h 4019910"/>
              <a:gd name="connsiteX10" fmla="*/ 1199071 w 3175978"/>
              <a:gd name="connsiteY10" fmla="*/ 422695 h 4019910"/>
              <a:gd name="connsiteX11" fmla="*/ 1276709 w 3175978"/>
              <a:gd name="connsiteY11" fmla="*/ 483080 h 4019910"/>
              <a:gd name="connsiteX12" fmla="*/ 1406105 w 3175978"/>
              <a:gd name="connsiteY12" fmla="*/ 560717 h 4019910"/>
              <a:gd name="connsiteX13" fmla="*/ 1483743 w 3175978"/>
              <a:gd name="connsiteY13" fmla="*/ 621102 h 4019910"/>
              <a:gd name="connsiteX14" fmla="*/ 1570007 w 3175978"/>
              <a:gd name="connsiteY14" fmla="*/ 672861 h 4019910"/>
              <a:gd name="connsiteX15" fmla="*/ 1647645 w 3175978"/>
              <a:gd name="connsiteY15" fmla="*/ 741872 h 4019910"/>
              <a:gd name="connsiteX16" fmla="*/ 1871932 w 3175978"/>
              <a:gd name="connsiteY16" fmla="*/ 897148 h 4019910"/>
              <a:gd name="connsiteX17" fmla="*/ 1932317 w 3175978"/>
              <a:gd name="connsiteY17" fmla="*/ 940280 h 4019910"/>
              <a:gd name="connsiteX18" fmla="*/ 1992701 w 3175978"/>
              <a:gd name="connsiteY18" fmla="*/ 974785 h 4019910"/>
              <a:gd name="connsiteX19" fmla="*/ 2027207 w 3175978"/>
              <a:gd name="connsiteY19" fmla="*/ 1009291 h 4019910"/>
              <a:gd name="connsiteX20" fmla="*/ 2070339 w 3175978"/>
              <a:gd name="connsiteY20" fmla="*/ 1035170 h 4019910"/>
              <a:gd name="connsiteX21" fmla="*/ 2147977 w 3175978"/>
              <a:gd name="connsiteY21" fmla="*/ 1104182 h 4019910"/>
              <a:gd name="connsiteX22" fmla="*/ 2208362 w 3175978"/>
              <a:gd name="connsiteY22" fmla="*/ 1147314 h 4019910"/>
              <a:gd name="connsiteX23" fmla="*/ 2303252 w 3175978"/>
              <a:gd name="connsiteY23" fmla="*/ 1268084 h 4019910"/>
              <a:gd name="connsiteX24" fmla="*/ 2337758 w 3175978"/>
              <a:gd name="connsiteY24" fmla="*/ 1302589 h 4019910"/>
              <a:gd name="connsiteX25" fmla="*/ 2406769 w 3175978"/>
              <a:gd name="connsiteY25" fmla="*/ 1406106 h 4019910"/>
              <a:gd name="connsiteX26" fmla="*/ 2432649 w 3175978"/>
              <a:gd name="connsiteY26" fmla="*/ 1423359 h 4019910"/>
              <a:gd name="connsiteX27" fmla="*/ 2475781 w 3175978"/>
              <a:gd name="connsiteY27" fmla="*/ 1500997 h 4019910"/>
              <a:gd name="connsiteX28" fmla="*/ 2501660 w 3175978"/>
              <a:gd name="connsiteY28" fmla="*/ 1561382 h 4019910"/>
              <a:gd name="connsiteX29" fmla="*/ 2536166 w 3175978"/>
              <a:gd name="connsiteY29" fmla="*/ 1613140 h 4019910"/>
              <a:gd name="connsiteX30" fmla="*/ 2605177 w 3175978"/>
              <a:gd name="connsiteY30" fmla="*/ 1725284 h 4019910"/>
              <a:gd name="connsiteX31" fmla="*/ 2631056 w 3175978"/>
              <a:gd name="connsiteY31" fmla="*/ 1768416 h 4019910"/>
              <a:gd name="connsiteX32" fmla="*/ 2708694 w 3175978"/>
              <a:gd name="connsiteY32" fmla="*/ 1923691 h 4019910"/>
              <a:gd name="connsiteX33" fmla="*/ 2717320 w 3175978"/>
              <a:gd name="connsiteY33" fmla="*/ 1975450 h 4019910"/>
              <a:gd name="connsiteX34" fmla="*/ 2786332 w 3175978"/>
              <a:gd name="connsiteY34" fmla="*/ 2113472 h 4019910"/>
              <a:gd name="connsiteX35" fmla="*/ 2838090 w 3175978"/>
              <a:gd name="connsiteY35" fmla="*/ 2225616 h 4019910"/>
              <a:gd name="connsiteX36" fmla="*/ 2872596 w 3175978"/>
              <a:gd name="connsiteY36" fmla="*/ 2329133 h 4019910"/>
              <a:gd name="connsiteX37" fmla="*/ 2907101 w 3175978"/>
              <a:gd name="connsiteY37" fmla="*/ 2398144 h 4019910"/>
              <a:gd name="connsiteX38" fmla="*/ 2932981 w 3175978"/>
              <a:gd name="connsiteY38" fmla="*/ 2536167 h 4019910"/>
              <a:gd name="connsiteX39" fmla="*/ 2958860 w 3175978"/>
              <a:gd name="connsiteY39" fmla="*/ 2596551 h 4019910"/>
              <a:gd name="connsiteX40" fmla="*/ 2984739 w 3175978"/>
              <a:gd name="connsiteY40" fmla="*/ 2691442 h 4019910"/>
              <a:gd name="connsiteX41" fmla="*/ 3027871 w 3175978"/>
              <a:gd name="connsiteY41" fmla="*/ 2820838 h 4019910"/>
              <a:gd name="connsiteX42" fmla="*/ 3045124 w 3175978"/>
              <a:gd name="connsiteY42" fmla="*/ 2872597 h 4019910"/>
              <a:gd name="connsiteX43" fmla="*/ 3071003 w 3175978"/>
              <a:gd name="connsiteY43" fmla="*/ 2984740 h 4019910"/>
              <a:gd name="connsiteX44" fmla="*/ 3096883 w 3175978"/>
              <a:gd name="connsiteY44" fmla="*/ 3105510 h 4019910"/>
              <a:gd name="connsiteX45" fmla="*/ 3105509 w 3175978"/>
              <a:gd name="connsiteY45" fmla="*/ 3200400 h 4019910"/>
              <a:gd name="connsiteX46" fmla="*/ 3122762 w 3175978"/>
              <a:gd name="connsiteY46" fmla="*/ 3321170 h 4019910"/>
              <a:gd name="connsiteX47" fmla="*/ 3131388 w 3175978"/>
              <a:gd name="connsiteY47" fmla="*/ 3485072 h 4019910"/>
              <a:gd name="connsiteX48" fmla="*/ 3174520 w 3175978"/>
              <a:gd name="connsiteY48" fmla="*/ 3812876 h 4019910"/>
              <a:gd name="connsiteX49" fmla="*/ 3174520 w 3175978"/>
              <a:gd name="connsiteY49" fmla="*/ 4019910 h 40199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</a:cxnLst>
            <a:rect l="l" t="t" r="r" b="b"/>
            <a:pathLst>
              <a:path w="3175978" h="4019910">
                <a:moveTo>
                  <a:pt x="0" y="0"/>
                </a:moveTo>
                <a:cubicBezTo>
                  <a:pt x="183061" y="30513"/>
                  <a:pt x="-112492" y="-16296"/>
                  <a:pt x="379562" y="17253"/>
                </a:cubicBezTo>
                <a:cubicBezTo>
                  <a:pt x="397706" y="18490"/>
                  <a:pt x="413733" y="29878"/>
                  <a:pt x="431320" y="34506"/>
                </a:cubicBezTo>
                <a:cubicBezTo>
                  <a:pt x="468421" y="44269"/>
                  <a:pt x="506500" y="50117"/>
                  <a:pt x="543464" y="60385"/>
                </a:cubicBezTo>
                <a:cubicBezTo>
                  <a:pt x="558384" y="64529"/>
                  <a:pt x="572043" y="72346"/>
                  <a:pt x="586596" y="77638"/>
                </a:cubicBezTo>
                <a:cubicBezTo>
                  <a:pt x="692983" y="116325"/>
                  <a:pt x="580873" y="70257"/>
                  <a:pt x="698739" y="120770"/>
                </a:cubicBezTo>
                <a:cubicBezTo>
                  <a:pt x="735717" y="176238"/>
                  <a:pt x="695548" y="125985"/>
                  <a:pt x="793630" y="181155"/>
                </a:cubicBezTo>
                <a:cubicBezTo>
                  <a:pt x="1009565" y="302617"/>
                  <a:pt x="675057" y="139121"/>
                  <a:pt x="931652" y="267419"/>
                </a:cubicBezTo>
                <a:cubicBezTo>
                  <a:pt x="956982" y="280084"/>
                  <a:pt x="985346" y="286802"/>
                  <a:pt x="1009290" y="301925"/>
                </a:cubicBezTo>
                <a:cubicBezTo>
                  <a:pt x="1040424" y="321589"/>
                  <a:pt x="1064487" y="351166"/>
                  <a:pt x="1095554" y="370936"/>
                </a:cubicBezTo>
                <a:cubicBezTo>
                  <a:pt x="1128101" y="391648"/>
                  <a:pt x="1166269" y="402389"/>
                  <a:pt x="1199071" y="422695"/>
                </a:cubicBezTo>
                <a:cubicBezTo>
                  <a:pt x="1226947" y="439952"/>
                  <a:pt x="1249430" y="464894"/>
                  <a:pt x="1276709" y="483080"/>
                </a:cubicBezTo>
                <a:cubicBezTo>
                  <a:pt x="1318561" y="510981"/>
                  <a:pt x="1364253" y="532816"/>
                  <a:pt x="1406105" y="560717"/>
                </a:cubicBezTo>
                <a:cubicBezTo>
                  <a:pt x="1433384" y="578903"/>
                  <a:pt x="1456685" y="602588"/>
                  <a:pt x="1483743" y="621102"/>
                </a:cubicBezTo>
                <a:cubicBezTo>
                  <a:pt x="1511418" y="640038"/>
                  <a:pt x="1543011" y="652969"/>
                  <a:pt x="1570007" y="672861"/>
                </a:cubicBezTo>
                <a:cubicBezTo>
                  <a:pt x="1597882" y="693401"/>
                  <a:pt x="1620200" y="720761"/>
                  <a:pt x="1647645" y="741872"/>
                </a:cubicBezTo>
                <a:cubicBezTo>
                  <a:pt x="1748821" y="819700"/>
                  <a:pt x="1781355" y="834876"/>
                  <a:pt x="1871932" y="897148"/>
                </a:cubicBezTo>
                <a:cubicBezTo>
                  <a:pt x="1892315" y="911162"/>
                  <a:pt x="1910840" y="928008"/>
                  <a:pt x="1932317" y="940280"/>
                </a:cubicBezTo>
                <a:cubicBezTo>
                  <a:pt x="1952445" y="951782"/>
                  <a:pt x="1973953" y="961150"/>
                  <a:pt x="1992701" y="974785"/>
                </a:cubicBezTo>
                <a:cubicBezTo>
                  <a:pt x="2005856" y="984352"/>
                  <a:pt x="2014367" y="999304"/>
                  <a:pt x="2027207" y="1009291"/>
                </a:cubicBezTo>
                <a:cubicBezTo>
                  <a:pt x="2040442" y="1019585"/>
                  <a:pt x="2056779" y="1025308"/>
                  <a:pt x="2070339" y="1035170"/>
                </a:cubicBezTo>
                <a:cubicBezTo>
                  <a:pt x="2253730" y="1168544"/>
                  <a:pt x="2039804" y="1017643"/>
                  <a:pt x="2147977" y="1104182"/>
                </a:cubicBezTo>
                <a:cubicBezTo>
                  <a:pt x="2167292" y="1119634"/>
                  <a:pt x="2189047" y="1131862"/>
                  <a:pt x="2208362" y="1147314"/>
                </a:cubicBezTo>
                <a:cubicBezTo>
                  <a:pt x="2252923" y="1182963"/>
                  <a:pt x="2255834" y="1220667"/>
                  <a:pt x="2303252" y="1268084"/>
                </a:cubicBezTo>
                <a:cubicBezTo>
                  <a:pt x="2314754" y="1279586"/>
                  <a:pt x="2327772" y="1289749"/>
                  <a:pt x="2337758" y="1302589"/>
                </a:cubicBezTo>
                <a:cubicBezTo>
                  <a:pt x="2406548" y="1391032"/>
                  <a:pt x="2309360" y="1296522"/>
                  <a:pt x="2406769" y="1406106"/>
                </a:cubicBezTo>
                <a:cubicBezTo>
                  <a:pt x="2413657" y="1413855"/>
                  <a:pt x="2424022" y="1417608"/>
                  <a:pt x="2432649" y="1423359"/>
                </a:cubicBezTo>
                <a:cubicBezTo>
                  <a:pt x="2447026" y="1449238"/>
                  <a:pt x="2462541" y="1474518"/>
                  <a:pt x="2475781" y="1500997"/>
                </a:cubicBezTo>
                <a:cubicBezTo>
                  <a:pt x="2485574" y="1520584"/>
                  <a:pt x="2491278" y="1542101"/>
                  <a:pt x="2501660" y="1561382"/>
                </a:cubicBezTo>
                <a:cubicBezTo>
                  <a:pt x="2511491" y="1579639"/>
                  <a:pt x="2525094" y="1595609"/>
                  <a:pt x="2536166" y="1613140"/>
                </a:cubicBezTo>
                <a:cubicBezTo>
                  <a:pt x="2559604" y="1650250"/>
                  <a:pt x="2582290" y="1687831"/>
                  <a:pt x="2605177" y="1725284"/>
                </a:cubicBezTo>
                <a:cubicBezTo>
                  <a:pt x="2613920" y="1739591"/>
                  <a:pt x="2625169" y="1752717"/>
                  <a:pt x="2631056" y="1768416"/>
                </a:cubicBezTo>
                <a:cubicBezTo>
                  <a:pt x="2668709" y="1868825"/>
                  <a:pt x="2644295" y="1816360"/>
                  <a:pt x="2708694" y="1923691"/>
                </a:cubicBezTo>
                <a:cubicBezTo>
                  <a:pt x="2711569" y="1940944"/>
                  <a:pt x="2710697" y="1959261"/>
                  <a:pt x="2717320" y="1975450"/>
                </a:cubicBezTo>
                <a:cubicBezTo>
                  <a:pt x="2736796" y="2023058"/>
                  <a:pt x="2786332" y="2113472"/>
                  <a:pt x="2786332" y="2113472"/>
                </a:cubicBezTo>
                <a:cubicBezTo>
                  <a:pt x="2808402" y="2201757"/>
                  <a:pt x="2773558" y="2075042"/>
                  <a:pt x="2838090" y="2225616"/>
                </a:cubicBezTo>
                <a:cubicBezTo>
                  <a:pt x="2852418" y="2259047"/>
                  <a:pt x="2852420" y="2298870"/>
                  <a:pt x="2872596" y="2329133"/>
                </a:cubicBezTo>
                <a:cubicBezTo>
                  <a:pt x="2893730" y="2360833"/>
                  <a:pt x="2893031" y="2355935"/>
                  <a:pt x="2907101" y="2398144"/>
                </a:cubicBezTo>
                <a:cubicBezTo>
                  <a:pt x="2920725" y="2439017"/>
                  <a:pt x="2924069" y="2502300"/>
                  <a:pt x="2932981" y="2536167"/>
                </a:cubicBezTo>
                <a:cubicBezTo>
                  <a:pt x="2938554" y="2557345"/>
                  <a:pt x="2951935" y="2575776"/>
                  <a:pt x="2958860" y="2596551"/>
                </a:cubicBezTo>
                <a:cubicBezTo>
                  <a:pt x="2969228" y="2627654"/>
                  <a:pt x="2975097" y="2660106"/>
                  <a:pt x="2984739" y="2691442"/>
                </a:cubicBezTo>
                <a:cubicBezTo>
                  <a:pt x="2998110" y="2734897"/>
                  <a:pt x="3013494" y="2777706"/>
                  <a:pt x="3027871" y="2820838"/>
                </a:cubicBezTo>
                <a:lnTo>
                  <a:pt x="3045124" y="2872597"/>
                </a:lnTo>
                <a:cubicBezTo>
                  <a:pt x="3065149" y="3012763"/>
                  <a:pt x="3039427" y="2858437"/>
                  <a:pt x="3071003" y="2984740"/>
                </a:cubicBezTo>
                <a:cubicBezTo>
                  <a:pt x="3080988" y="3024681"/>
                  <a:pt x="3088256" y="3065253"/>
                  <a:pt x="3096883" y="3105510"/>
                </a:cubicBezTo>
                <a:cubicBezTo>
                  <a:pt x="3099758" y="3137140"/>
                  <a:pt x="3101725" y="3168866"/>
                  <a:pt x="3105509" y="3200400"/>
                </a:cubicBezTo>
                <a:cubicBezTo>
                  <a:pt x="3110354" y="3240776"/>
                  <a:pt x="3119080" y="3280672"/>
                  <a:pt x="3122762" y="3321170"/>
                </a:cubicBezTo>
                <a:cubicBezTo>
                  <a:pt x="3127715" y="3375655"/>
                  <a:pt x="3125806" y="3430648"/>
                  <a:pt x="3131388" y="3485072"/>
                </a:cubicBezTo>
                <a:cubicBezTo>
                  <a:pt x="3146007" y="3627604"/>
                  <a:pt x="3167849" y="3672785"/>
                  <a:pt x="3174520" y="3812876"/>
                </a:cubicBezTo>
                <a:cubicBezTo>
                  <a:pt x="3177802" y="3881809"/>
                  <a:pt x="3174520" y="3950899"/>
                  <a:pt x="3174520" y="4019910"/>
                </a:cubicBezTo>
              </a:path>
            </a:pathLst>
          </a:custGeom>
          <a:noFill/>
          <a:ln w="508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자유형 6"/>
          <p:cNvSpPr/>
          <p:nvPr/>
        </p:nvSpPr>
        <p:spPr>
          <a:xfrm>
            <a:off x="6996024" y="5641678"/>
            <a:ext cx="336430" cy="284672"/>
          </a:xfrm>
          <a:custGeom>
            <a:avLst/>
            <a:gdLst>
              <a:gd name="connsiteX0" fmla="*/ 0 w 336430"/>
              <a:gd name="connsiteY0" fmla="*/ 43132 h 284672"/>
              <a:gd name="connsiteX1" fmla="*/ 25879 w 336430"/>
              <a:gd name="connsiteY1" fmla="*/ 86264 h 284672"/>
              <a:gd name="connsiteX2" fmla="*/ 86264 w 336430"/>
              <a:gd name="connsiteY2" fmla="*/ 138023 h 284672"/>
              <a:gd name="connsiteX3" fmla="*/ 112143 w 336430"/>
              <a:gd name="connsiteY3" fmla="*/ 163902 h 284672"/>
              <a:gd name="connsiteX4" fmla="*/ 155275 w 336430"/>
              <a:gd name="connsiteY4" fmla="*/ 241540 h 284672"/>
              <a:gd name="connsiteX5" fmla="*/ 172528 w 336430"/>
              <a:gd name="connsiteY5" fmla="*/ 267419 h 284672"/>
              <a:gd name="connsiteX6" fmla="*/ 198407 w 336430"/>
              <a:gd name="connsiteY6" fmla="*/ 284672 h 284672"/>
              <a:gd name="connsiteX7" fmla="*/ 232913 w 336430"/>
              <a:gd name="connsiteY7" fmla="*/ 232913 h 284672"/>
              <a:gd name="connsiteX8" fmla="*/ 241540 w 336430"/>
              <a:gd name="connsiteY8" fmla="*/ 207034 h 284672"/>
              <a:gd name="connsiteX9" fmla="*/ 250166 w 336430"/>
              <a:gd name="connsiteY9" fmla="*/ 172528 h 284672"/>
              <a:gd name="connsiteX10" fmla="*/ 276045 w 336430"/>
              <a:gd name="connsiteY10" fmla="*/ 155275 h 284672"/>
              <a:gd name="connsiteX11" fmla="*/ 284672 w 336430"/>
              <a:gd name="connsiteY11" fmla="*/ 120770 h 284672"/>
              <a:gd name="connsiteX12" fmla="*/ 293298 w 336430"/>
              <a:gd name="connsiteY12" fmla="*/ 77638 h 284672"/>
              <a:gd name="connsiteX13" fmla="*/ 327804 w 336430"/>
              <a:gd name="connsiteY13" fmla="*/ 25879 h 284672"/>
              <a:gd name="connsiteX14" fmla="*/ 336430 w 336430"/>
              <a:gd name="connsiteY14" fmla="*/ 0 h 2846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336430" h="284672">
                <a:moveTo>
                  <a:pt x="0" y="43132"/>
                </a:moveTo>
                <a:cubicBezTo>
                  <a:pt x="8626" y="57509"/>
                  <a:pt x="15585" y="73029"/>
                  <a:pt x="25879" y="86264"/>
                </a:cubicBezTo>
                <a:cubicBezTo>
                  <a:pt x="64074" y="135372"/>
                  <a:pt x="49172" y="107113"/>
                  <a:pt x="86264" y="138023"/>
                </a:cubicBezTo>
                <a:cubicBezTo>
                  <a:pt x="95636" y="145833"/>
                  <a:pt x="103517" y="155276"/>
                  <a:pt x="112143" y="163902"/>
                </a:cubicBezTo>
                <a:cubicBezTo>
                  <a:pt x="127327" y="209451"/>
                  <a:pt x="115727" y="182217"/>
                  <a:pt x="155275" y="241540"/>
                </a:cubicBezTo>
                <a:cubicBezTo>
                  <a:pt x="161026" y="250166"/>
                  <a:pt x="163902" y="261668"/>
                  <a:pt x="172528" y="267419"/>
                </a:cubicBezTo>
                <a:lnTo>
                  <a:pt x="198407" y="284672"/>
                </a:lnTo>
                <a:cubicBezTo>
                  <a:pt x="209909" y="267419"/>
                  <a:pt x="226355" y="252584"/>
                  <a:pt x="232913" y="232913"/>
                </a:cubicBezTo>
                <a:cubicBezTo>
                  <a:pt x="235789" y="224287"/>
                  <a:pt x="239042" y="215777"/>
                  <a:pt x="241540" y="207034"/>
                </a:cubicBezTo>
                <a:cubicBezTo>
                  <a:pt x="244797" y="195634"/>
                  <a:pt x="243590" y="182393"/>
                  <a:pt x="250166" y="172528"/>
                </a:cubicBezTo>
                <a:cubicBezTo>
                  <a:pt x="255917" y="163902"/>
                  <a:pt x="267419" y="161026"/>
                  <a:pt x="276045" y="155275"/>
                </a:cubicBezTo>
                <a:cubicBezTo>
                  <a:pt x="278921" y="143773"/>
                  <a:pt x="282100" y="132343"/>
                  <a:pt x="284672" y="120770"/>
                </a:cubicBezTo>
                <a:cubicBezTo>
                  <a:pt x="287853" y="106457"/>
                  <a:pt x="287231" y="90986"/>
                  <a:pt x="293298" y="77638"/>
                </a:cubicBezTo>
                <a:cubicBezTo>
                  <a:pt x="301878" y="58761"/>
                  <a:pt x="327804" y="25879"/>
                  <a:pt x="327804" y="25879"/>
                </a:cubicBezTo>
                <a:lnTo>
                  <a:pt x="336430" y="0"/>
                </a:lnTo>
              </a:path>
            </a:pathLst>
          </a:custGeom>
          <a:noFill/>
          <a:ln w="508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TextBox 14"/>
          <p:cNvSpPr txBox="1"/>
          <p:nvPr/>
        </p:nvSpPr>
        <p:spPr>
          <a:xfrm>
            <a:off x="3334647" y="6476103"/>
            <a:ext cx="64304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solidFill>
                  <a:srgbClr val="FF0000"/>
                </a:solidFill>
              </a:rPr>
              <a:t>show-log</a:t>
            </a:r>
            <a:r>
              <a:rPr lang="ko-KR" altLang="en-US" b="1" dirty="0" smtClean="0">
                <a:solidFill>
                  <a:srgbClr val="FF0000"/>
                </a:solidFill>
              </a:rPr>
              <a:t>가 </a:t>
            </a:r>
            <a:r>
              <a:rPr lang="en-US" altLang="ko-KR" b="1" dirty="0" err="1" smtClean="0">
                <a:solidFill>
                  <a:srgbClr val="FF0000"/>
                </a:solidFill>
              </a:rPr>
              <a:t>printText</a:t>
            </a:r>
            <a:r>
              <a:rPr lang="en-US" altLang="ko-KR" b="1" dirty="0" smtClean="0">
                <a:solidFill>
                  <a:srgbClr val="FF0000"/>
                </a:solidFill>
              </a:rPr>
              <a:t> </a:t>
            </a:r>
            <a:r>
              <a:rPr lang="ko-KR" altLang="en-US" b="1" dirty="0" err="1" smtClean="0">
                <a:solidFill>
                  <a:srgbClr val="FF0000"/>
                </a:solidFill>
              </a:rPr>
              <a:t>메서드를</a:t>
            </a:r>
            <a:r>
              <a:rPr lang="ko-KR" altLang="en-US" b="1" dirty="0" smtClean="0">
                <a:solidFill>
                  <a:srgbClr val="FF0000"/>
                </a:solidFill>
              </a:rPr>
              <a:t> 전달받음</a:t>
            </a:r>
            <a:endParaRPr lang="ko-KR" altLang="en-US" b="1" dirty="0">
              <a:solidFill>
                <a:srgbClr val="FF0000"/>
              </a:solidFill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5664679" y="4595329"/>
            <a:ext cx="308538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solidFill>
                  <a:srgbClr val="FF0000"/>
                </a:solidFill>
              </a:rPr>
              <a:t>child-component</a:t>
            </a:r>
          </a:p>
          <a:p>
            <a:r>
              <a:rPr lang="en-US" altLang="ko-KR" b="1" dirty="0" smtClean="0">
                <a:solidFill>
                  <a:srgbClr val="FF0000"/>
                </a:solidFill>
              </a:rPr>
              <a:t>(</a:t>
            </a:r>
            <a:r>
              <a:rPr lang="ko-KR" altLang="en-US" b="1" dirty="0" smtClean="0">
                <a:solidFill>
                  <a:srgbClr val="FF0000"/>
                </a:solidFill>
              </a:rPr>
              <a:t>하위 컴포넌트</a:t>
            </a:r>
            <a:r>
              <a:rPr lang="en-US" altLang="ko-KR" b="1" dirty="0" smtClean="0">
                <a:solidFill>
                  <a:srgbClr val="FF0000"/>
                </a:solidFill>
              </a:rPr>
              <a:t>)</a:t>
            </a:r>
            <a:endParaRPr lang="ko-KR" altLang="en-US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812168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6313" y="5952229"/>
            <a:ext cx="11350205" cy="5336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124" y="170551"/>
            <a:ext cx="5095875" cy="2809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1937" y="3658859"/>
            <a:ext cx="5133975" cy="2076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TextBox 7"/>
          <p:cNvSpPr txBox="1"/>
          <p:nvPr/>
        </p:nvSpPr>
        <p:spPr>
          <a:xfrm>
            <a:off x="5512279" y="850025"/>
            <a:ext cx="19294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 err="1" smtClean="0">
                <a:solidFill>
                  <a:srgbClr val="FF0000"/>
                </a:solidFill>
              </a:rPr>
              <a:t>뷰</a:t>
            </a:r>
            <a:r>
              <a:rPr lang="ko-KR" altLang="en-US" b="1" dirty="0" smtClean="0">
                <a:solidFill>
                  <a:srgbClr val="FF0000"/>
                </a:solidFill>
              </a:rPr>
              <a:t> </a:t>
            </a:r>
            <a:r>
              <a:rPr lang="ko-KR" altLang="en-US" b="1" dirty="0" err="1" smtClean="0">
                <a:solidFill>
                  <a:srgbClr val="FF0000"/>
                </a:solidFill>
              </a:rPr>
              <a:t>인스턴스</a:t>
            </a:r>
            <a:endParaRPr lang="en-US" altLang="ko-KR" b="1" dirty="0">
              <a:solidFill>
                <a:srgbClr val="FF0000"/>
              </a:solidFill>
            </a:endParaRPr>
          </a:p>
          <a:p>
            <a:r>
              <a:rPr lang="en-US" altLang="ko-KR" b="1" dirty="0" smtClean="0">
                <a:solidFill>
                  <a:srgbClr val="FF0000"/>
                </a:solidFill>
              </a:rPr>
              <a:t>(</a:t>
            </a:r>
            <a:r>
              <a:rPr lang="ko-KR" altLang="en-US" b="1" dirty="0" smtClean="0">
                <a:solidFill>
                  <a:srgbClr val="FF0000"/>
                </a:solidFill>
              </a:rPr>
              <a:t>상위 컴포넌트</a:t>
            </a:r>
            <a:r>
              <a:rPr lang="en-US" altLang="ko-KR" b="1" dirty="0" smtClean="0">
                <a:solidFill>
                  <a:srgbClr val="FF0000"/>
                </a:solidFill>
              </a:rPr>
              <a:t>)</a:t>
            </a:r>
            <a:endParaRPr lang="ko-KR" altLang="en-US" b="1" dirty="0">
              <a:solidFill>
                <a:srgbClr val="FF0000"/>
              </a:solidFill>
            </a:endParaRPr>
          </a:p>
        </p:txBody>
      </p:sp>
      <p:sp>
        <p:nvSpPr>
          <p:cNvPr id="6" name="자유형 5"/>
          <p:cNvSpPr/>
          <p:nvPr/>
        </p:nvSpPr>
        <p:spPr>
          <a:xfrm>
            <a:off x="4002657" y="1863306"/>
            <a:ext cx="3175978" cy="4019910"/>
          </a:xfrm>
          <a:custGeom>
            <a:avLst/>
            <a:gdLst>
              <a:gd name="connsiteX0" fmla="*/ 0 w 3175978"/>
              <a:gd name="connsiteY0" fmla="*/ 0 h 4019910"/>
              <a:gd name="connsiteX1" fmla="*/ 379562 w 3175978"/>
              <a:gd name="connsiteY1" fmla="*/ 17253 h 4019910"/>
              <a:gd name="connsiteX2" fmla="*/ 431320 w 3175978"/>
              <a:gd name="connsiteY2" fmla="*/ 34506 h 4019910"/>
              <a:gd name="connsiteX3" fmla="*/ 543464 w 3175978"/>
              <a:gd name="connsiteY3" fmla="*/ 60385 h 4019910"/>
              <a:gd name="connsiteX4" fmla="*/ 586596 w 3175978"/>
              <a:gd name="connsiteY4" fmla="*/ 77638 h 4019910"/>
              <a:gd name="connsiteX5" fmla="*/ 698739 w 3175978"/>
              <a:gd name="connsiteY5" fmla="*/ 120770 h 4019910"/>
              <a:gd name="connsiteX6" fmla="*/ 793630 w 3175978"/>
              <a:gd name="connsiteY6" fmla="*/ 181155 h 4019910"/>
              <a:gd name="connsiteX7" fmla="*/ 931652 w 3175978"/>
              <a:gd name="connsiteY7" fmla="*/ 267419 h 4019910"/>
              <a:gd name="connsiteX8" fmla="*/ 1009290 w 3175978"/>
              <a:gd name="connsiteY8" fmla="*/ 301925 h 4019910"/>
              <a:gd name="connsiteX9" fmla="*/ 1095554 w 3175978"/>
              <a:gd name="connsiteY9" fmla="*/ 370936 h 4019910"/>
              <a:gd name="connsiteX10" fmla="*/ 1199071 w 3175978"/>
              <a:gd name="connsiteY10" fmla="*/ 422695 h 4019910"/>
              <a:gd name="connsiteX11" fmla="*/ 1276709 w 3175978"/>
              <a:gd name="connsiteY11" fmla="*/ 483080 h 4019910"/>
              <a:gd name="connsiteX12" fmla="*/ 1406105 w 3175978"/>
              <a:gd name="connsiteY12" fmla="*/ 560717 h 4019910"/>
              <a:gd name="connsiteX13" fmla="*/ 1483743 w 3175978"/>
              <a:gd name="connsiteY13" fmla="*/ 621102 h 4019910"/>
              <a:gd name="connsiteX14" fmla="*/ 1570007 w 3175978"/>
              <a:gd name="connsiteY14" fmla="*/ 672861 h 4019910"/>
              <a:gd name="connsiteX15" fmla="*/ 1647645 w 3175978"/>
              <a:gd name="connsiteY15" fmla="*/ 741872 h 4019910"/>
              <a:gd name="connsiteX16" fmla="*/ 1871932 w 3175978"/>
              <a:gd name="connsiteY16" fmla="*/ 897148 h 4019910"/>
              <a:gd name="connsiteX17" fmla="*/ 1932317 w 3175978"/>
              <a:gd name="connsiteY17" fmla="*/ 940280 h 4019910"/>
              <a:gd name="connsiteX18" fmla="*/ 1992701 w 3175978"/>
              <a:gd name="connsiteY18" fmla="*/ 974785 h 4019910"/>
              <a:gd name="connsiteX19" fmla="*/ 2027207 w 3175978"/>
              <a:gd name="connsiteY19" fmla="*/ 1009291 h 4019910"/>
              <a:gd name="connsiteX20" fmla="*/ 2070339 w 3175978"/>
              <a:gd name="connsiteY20" fmla="*/ 1035170 h 4019910"/>
              <a:gd name="connsiteX21" fmla="*/ 2147977 w 3175978"/>
              <a:gd name="connsiteY21" fmla="*/ 1104182 h 4019910"/>
              <a:gd name="connsiteX22" fmla="*/ 2208362 w 3175978"/>
              <a:gd name="connsiteY22" fmla="*/ 1147314 h 4019910"/>
              <a:gd name="connsiteX23" fmla="*/ 2303252 w 3175978"/>
              <a:gd name="connsiteY23" fmla="*/ 1268084 h 4019910"/>
              <a:gd name="connsiteX24" fmla="*/ 2337758 w 3175978"/>
              <a:gd name="connsiteY24" fmla="*/ 1302589 h 4019910"/>
              <a:gd name="connsiteX25" fmla="*/ 2406769 w 3175978"/>
              <a:gd name="connsiteY25" fmla="*/ 1406106 h 4019910"/>
              <a:gd name="connsiteX26" fmla="*/ 2432649 w 3175978"/>
              <a:gd name="connsiteY26" fmla="*/ 1423359 h 4019910"/>
              <a:gd name="connsiteX27" fmla="*/ 2475781 w 3175978"/>
              <a:gd name="connsiteY27" fmla="*/ 1500997 h 4019910"/>
              <a:gd name="connsiteX28" fmla="*/ 2501660 w 3175978"/>
              <a:gd name="connsiteY28" fmla="*/ 1561382 h 4019910"/>
              <a:gd name="connsiteX29" fmla="*/ 2536166 w 3175978"/>
              <a:gd name="connsiteY29" fmla="*/ 1613140 h 4019910"/>
              <a:gd name="connsiteX30" fmla="*/ 2605177 w 3175978"/>
              <a:gd name="connsiteY30" fmla="*/ 1725284 h 4019910"/>
              <a:gd name="connsiteX31" fmla="*/ 2631056 w 3175978"/>
              <a:gd name="connsiteY31" fmla="*/ 1768416 h 4019910"/>
              <a:gd name="connsiteX32" fmla="*/ 2708694 w 3175978"/>
              <a:gd name="connsiteY32" fmla="*/ 1923691 h 4019910"/>
              <a:gd name="connsiteX33" fmla="*/ 2717320 w 3175978"/>
              <a:gd name="connsiteY33" fmla="*/ 1975450 h 4019910"/>
              <a:gd name="connsiteX34" fmla="*/ 2786332 w 3175978"/>
              <a:gd name="connsiteY34" fmla="*/ 2113472 h 4019910"/>
              <a:gd name="connsiteX35" fmla="*/ 2838090 w 3175978"/>
              <a:gd name="connsiteY35" fmla="*/ 2225616 h 4019910"/>
              <a:gd name="connsiteX36" fmla="*/ 2872596 w 3175978"/>
              <a:gd name="connsiteY36" fmla="*/ 2329133 h 4019910"/>
              <a:gd name="connsiteX37" fmla="*/ 2907101 w 3175978"/>
              <a:gd name="connsiteY37" fmla="*/ 2398144 h 4019910"/>
              <a:gd name="connsiteX38" fmla="*/ 2932981 w 3175978"/>
              <a:gd name="connsiteY38" fmla="*/ 2536167 h 4019910"/>
              <a:gd name="connsiteX39" fmla="*/ 2958860 w 3175978"/>
              <a:gd name="connsiteY39" fmla="*/ 2596551 h 4019910"/>
              <a:gd name="connsiteX40" fmla="*/ 2984739 w 3175978"/>
              <a:gd name="connsiteY40" fmla="*/ 2691442 h 4019910"/>
              <a:gd name="connsiteX41" fmla="*/ 3027871 w 3175978"/>
              <a:gd name="connsiteY41" fmla="*/ 2820838 h 4019910"/>
              <a:gd name="connsiteX42" fmla="*/ 3045124 w 3175978"/>
              <a:gd name="connsiteY42" fmla="*/ 2872597 h 4019910"/>
              <a:gd name="connsiteX43" fmla="*/ 3071003 w 3175978"/>
              <a:gd name="connsiteY43" fmla="*/ 2984740 h 4019910"/>
              <a:gd name="connsiteX44" fmla="*/ 3096883 w 3175978"/>
              <a:gd name="connsiteY44" fmla="*/ 3105510 h 4019910"/>
              <a:gd name="connsiteX45" fmla="*/ 3105509 w 3175978"/>
              <a:gd name="connsiteY45" fmla="*/ 3200400 h 4019910"/>
              <a:gd name="connsiteX46" fmla="*/ 3122762 w 3175978"/>
              <a:gd name="connsiteY46" fmla="*/ 3321170 h 4019910"/>
              <a:gd name="connsiteX47" fmla="*/ 3131388 w 3175978"/>
              <a:gd name="connsiteY47" fmla="*/ 3485072 h 4019910"/>
              <a:gd name="connsiteX48" fmla="*/ 3174520 w 3175978"/>
              <a:gd name="connsiteY48" fmla="*/ 3812876 h 4019910"/>
              <a:gd name="connsiteX49" fmla="*/ 3174520 w 3175978"/>
              <a:gd name="connsiteY49" fmla="*/ 4019910 h 40199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</a:cxnLst>
            <a:rect l="l" t="t" r="r" b="b"/>
            <a:pathLst>
              <a:path w="3175978" h="4019910">
                <a:moveTo>
                  <a:pt x="0" y="0"/>
                </a:moveTo>
                <a:cubicBezTo>
                  <a:pt x="183061" y="30513"/>
                  <a:pt x="-112492" y="-16296"/>
                  <a:pt x="379562" y="17253"/>
                </a:cubicBezTo>
                <a:cubicBezTo>
                  <a:pt x="397706" y="18490"/>
                  <a:pt x="413733" y="29878"/>
                  <a:pt x="431320" y="34506"/>
                </a:cubicBezTo>
                <a:cubicBezTo>
                  <a:pt x="468421" y="44269"/>
                  <a:pt x="506500" y="50117"/>
                  <a:pt x="543464" y="60385"/>
                </a:cubicBezTo>
                <a:cubicBezTo>
                  <a:pt x="558384" y="64529"/>
                  <a:pt x="572043" y="72346"/>
                  <a:pt x="586596" y="77638"/>
                </a:cubicBezTo>
                <a:cubicBezTo>
                  <a:pt x="692983" y="116325"/>
                  <a:pt x="580873" y="70257"/>
                  <a:pt x="698739" y="120770"/>
                </a:cubicBezTo>
                <a:cubicBezTo>
                  <a:pt x="735717" y="176238"/>
                  <a:pt x="695548" y="125985"/>
                  <a:pt x="793630" y="181155"/>
                </a:cubicBezTo>
                <a:cubicBezTo>
                  <a:pt x="1009565" y="302617"/>
                  <a:pt x="675057" y="139121"/>
                  <a:pt x="931652" y="267419"/>
                </a:cubicBezTo>
                <a:cubicBezTo>
                  <a:pt x="956982" y="280084"/>
                  <a:pt x="985346" y="286802"/>
                  <a:pt x="1009290" y="301925"/>
                </a:cubicBezTo>
                <a:cubicBezTo>
                  <a:pt x="1040424" y="321589"/>
                  <a:pt x="1064487" y="351166"/>
                  <a:pt x="1095554" y="370936"/>
                </a:cubicBezTo>
                <a:cubicBezTo>
                  <a:pt x="1128101" y="391648"/>
                  <a:pt x="1166269" y="402389"/>
                  <a:pt x="1199071" y="422695"/>
                </a:cubicBezTo>
                <a:cubicBezTo>
                  <a:pt x="1226947" y="439952"/>
                  <a:pt x="1249430" y="464894"/>
                  <a:pt x="1276709" y="483080"/>
                </a:cubicBezTo>
                <a:cubicBezTo>
                  <a:pt x="1318561" y="510981"/>
                  <a:pt x="1364253" y="532816"/>
                  <a:pt x="1406105" y="560717"/>
                </a:cubicBezTo>
                <a:cubicBezTo>
                  <a:pt x="1433384" y="578903"/>
                  <a:pt x="1456685" y="602588"/>
                  <a:pt x="1483743" y="621102"/>
                </a:cubicBezTo>
                <a:cubicBezTo>
                  <a:pt x="1511418" y="640038"/>
                  <a:pt x="1543011" y="652969"/>
                  <a:pt x="1570007" y="672861"/>
                </a:cubicBezTo>
                <a:cubicBezTo>
                  <a:pt x="1597882" y="693401"/>
                  <a:pt x="1620200" y="720761"/>
                  <a:pt x="1647645" y="741872"/>
                </a:cubicBezTo>
                <a:cubicBezTo>
                  <a:pt x="1748821" y="819700"/>
                  <a:pt x="1781355" y="834876"/>
                  <a:pt x="1871932" y="897148"/>
                </a:cubicBezTo>
                <a:cubicBezTo>
                  <a:pt x="1892315" y="911162"/>
                  <a:pt x="1910840" y="928008"/>
                  <a:pt x="1932317" y="940280"/>
                </a:cubicBezTo>
                <a:cubicBezTo>
                  <a:pt x="1952445" y="951782"/>
                  <a:pt x="1973953" y="961150"/>
                  <a:pt x="1992701" y="974785"/>
                </a:cubicBezTo>
                <a:cubicBezTo>
                  <a:pt x="2005856" y="984352"/>
                  <a:pt x="2014367" y="999304"/>
                  <a:pt x="2027207" y="1009291"/>
                </a:cubicBezTo>
                <a:cubicBezTo>
                  <a:pt x="2040442" y="1019585"/>
                  <a:pt x="2056779" y="1025308"/>
                  <a:pt x="2070339" y="1035170"/>
                </a:cubicBezTo>
                <a:cubicBezTo>
                  <a:pt x="2253730" y="1168544"/>
                  <a:pt x="2039804" y="1017643"/>
                  <a:pt x="2147977" y="1104182"/>
                </a:cubicBezTo>
                <a:cubicBezTo>
                  <a:pt x="2167292" y="1119634"/>
                  <a:pt x="2189047" y="1131862"/>
                  <a:pt x="2208362" y="1147314"/>
                </a:cubicBezTo>
                <a:cubicBezTo>
                  <a:pt x="2252923" y="1182963"/>
                  <a:pt x="2255834" y="1220667"/>
                  <a:pt x="2303252" y="1268084"/>
                </a:cubicBezTo>
                <a:cubicBezTo>
                  <a:pt x="2314754" y="1279586"/>
                  <a:pt x="2327772" y="1289749"/>
                  <a:pt x="2337758" y="1302589"/>
                </a:cubicBezTo>
                <a:cubicBezTo>
                  <a:pt x="2406548" y="1391032"/>
                  <a:pt x="2309360" y="1296522"/>
                  <a:pt x="2406769" y="1406106"/>
                </a:cubicBezTo>
                <a:cubicBezTo>
                  <a:pt x="2413657" y="1413855"/>
                  <a:pt x="2424022" y="1417608"/>
                  <a:pt x="2432649" y="1423359"/>
                </a:cubicBezTo>
                <a:cubicBezTo>
                  <a:pt x="2447026" y="1449238"/>
                  <a:pt x="2462541" y="1474518"/>
                  <a:pt x="2475781" y="1500997"/>
                </a:cubicBezTo>
                <a:cubicBezTo>
                  <a:pt x="2485574" y="1520584"/>
                  <a:pt x="2491278" y="1542101"/>
                  <a:pt x="2501660" y="1561382"/>
                </a:cubicBezTo>
                <a:cubicBezTo>
                  <a:pt x="2511491" y="1579639"/>
                  <a:pt x="2525094" y="1595609"/>
                  <a:pt x="2536166" y="1613140"/>
                </a:cubicBezTo>
                <a:cubicBezTo>
                  <a:pt x="2559604" y="1650250"/>
                  <a:pt x="2582290" y="1687831"/>
                  <a:pt x="2605177" y="1725284"/>
                </a:cubicBezTo>
                <a:cubicBezTo>
                  <a:pt x="2613920" y="1739591"/>
                  <a:pt x="2625169" y="1752717"/>
                  <a:pt x="2631056" y="1768416"/>
                </a:cubicBezTo>
                <a:cubicBezTo>
                  <a:pt x="2668709" y="1868825"/>
                  <a:pt x="2644295" y="1816360"/>
                  <a:pt x="2708694" y="1923691"/>
                </a:cubicBezTo>
                <a:cubicBezTo>
                  <a:pt x="2711569" y="1940944"/>
                  <a:pt x="2710697" y="1959261"/>
                  <a:pt x="2717320" y="1975450"/>
                </a:cubicBezTo>
                <a:cubicBezTo>
                  <a:pt x="2736796" y="2023058"/>
                  <a:pt x="2786332" y="2113472"/>
                  <a:pt x="2786332" y="2113472"/>
                </a:cubicBezTo>
                <a:cubicBezTo>
                  <a:pt x="2808402" y="2201757"/>
                  <a:pt x="2773558" y="2075042"/>
                  <a:pt x="2838090" y="2225616"/>
                </a:cubicBezTo>
                <a:cubicBezTo>
                  <a:pt x="2852418" y="2259047"/>
                  <a:pt x="2852420" y="2298870"/>
                  <a:pt x="2872596" y="2329133"/>
                </a:cubicBezTo>
                <a:cubicBezTo>
                  <a:pt x="2893730" y="2360833"/>
                  <a:pt x="2893031" y="2355935"/>
                  <a:pt x="2907101" y="2398144"/>
                </a:cubicBezTo>
                <a:cubicBezTo>
                  <a:pt x="2920725" y="2439017"/>
                  <a:pt x="2924069" y="2502300"/>
                  <a:pt x="2932981" y="2536167"/>
                </a:cubicBezTo>
                <a:cubicBezTo>
                  <a:pt x="2938554" y="2557345"/>
                  <a:pt x="2951935" y="2575776"/>
                  <a:pt x="2958860" y="2596551"/>
                </a:cubicBezTo>
                <a:cubicBezTo>
                  <a:pt x="2969228" y="2627654"/>
                  <a:pt x="2975097" y="2660106"/>
                  <a:pt x="2984739" y="2691442"/>
                </a:cubicBezTo>
                <a:cubicBezTo>
                  <a:pt x="2998110" y="2734897"/>
                  <a:pt x="3013494" y="2777706"/>
                  <a:pt x="3027871" y="2820838"/>
                </a:cubicBezTo>
                <a:lnTo>
                  <a:pt x="3045124" y="2872597"/>
                </a:lnTo>
                <a:cubicBezTo>
                  <a:pt x="3065149" y="3012763"/>
                  <a:pt x="3039427" y="2858437"/>
                  <a:pt x="3071003" y="2984740"/>
                </a:cubicBezTo>
                <a:cubicBezTo>
                  <a:pt x="3080988" y="3024681"/>
                  <a:pt x="3088256" y="3065253"/>
                  <a:pt x="3096883" y="3105510"/>
                </a:cubicBezTo>
                <a:cubicBezTo>
                  <a:pt x="3099758" y="3137140"/>
                  <a:pt x="3101725" y="3168866"/>
                  <a:pt x="3105509" y="3200400"/>
                </a:cubicBezTo>
                <a:cubicBezTo>
                  <a:pt x="3110354" y="3240776"/>
                  <a:pt x="3119080" y="3280672"/>
                  <a:pt x="3122762" y="3321170"/>
                </a:cubicBezTo>
                <a:cubicBezTo>
                  <a:pt x="3127715" y="3375655"/>
                  <a:pt x="3125806" y="3430648"/>
                  <a:pt x="3131388" y="3485072"/>
                </a:cubicBezTo>
                <a:cubicBezTo>
                  <a:pt x="3146007" y="3627604"/>
                  <a:pt x="3167849" y="3672785"/>
                  <a:pt x="3174520" y="3812876"/>
                </a:cubicBezTo>
                <a:cubicBezTo>
                  <a:pt x="3177802" y="3881809"/>
                  <a:pt x="3174520" y="3950899"/>
                  <a:pt x="3174520" y="4019910"/>
                </a:cubicBezTo>
              </a:path>
            </a:pathLst>
          </a:custGeom>
          <a:noFill/>
          <a:ln w="508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자유형 6"/>
          <p:cNvSpPr/>
          <p:nvPr/>
        </p:nvSpPr>
        <p:spPr>
          <a:xfrm>
            <a:off x="6996024" y="5641678"/>
            <a:ext cx="336430" cy="284672"/>
          </a:xfrm>
          <a:custGeom>
            <a:avLst/>
            <a:gdLst>
              <a:gd name="connsiteX0" fmla="*/ 0 w 336430"/>
              <a:gd name="connsiteY0" fmla="*/ 43132 h 284672"/>
              <a:gd name="connsiteX1" fmla="*/ 25879 w 336430"/>
              <a:gd name="connsiteY1" fmla="*/ 86264 h 284672"/>
              <a:gd name="connsiteX2" fmla="*/ 86264 w 336430"/>
              <a:gd name="connsiteY2" fmla="*/ 138023 h 284672"/>
              <a:gd name="connsiteX3" fmla="*/ 112143 w 336430"/>
              <a:gd name="connsiteY3" fmla="*/ 163902 h 284672"/>
              <a:gd name="connsiteX4" fmla="*/ 155275 w 336430"/>
              <a:gd name="connsiteY4" fmla="*/ 241540 h 284672"/>
              <a:gd name="connsiteX5" fmla="*/ 172528 w 336430"/>
              <a:gd name="connsiteY5" fmla="*/ 267419 h 284672"/>
              <a:gd name="connsiteX6" fmla="*/ 198407 w 336430"/>
              <a:gd name="connsiteY6" fmla="*/ 284672 h 284672"/>
              <a:gd name="connsiteX7" fmla="*/ 232913 w 336430"/>
              <a:gd name="connsiteY7" fmla="*/ 232913 h 284672"/>
              <a:gd name="connsiteX8" fmla="*/ 241540 w 336430"/>
              <a:gd name="connsiteY8" fmla="*/ 207034 h 284672"/>
              <a:gd name="connsiteX9" fmla="*/ 250166 w 336430"/>
              <a:gd name="connsiteY9" fmla="*/ 172528 h 284672"/>
              <a:gd name="connsiteX10" fmla="*/ 276045 w 336430"/>
              <a:gd name="connsiteY10" fmla="*/ 155275 h 284672"/>
              <a:gd name="connsiteX11" fmla="*/ 284672 w 336430"/>
              <a:gd name="connsiteY11" fmla="*/ 120770 h 284672"/>
              <a:gd name="connsiteX12" fmla="*/ 293298 w 336430"/>
              <a:gd name="connsiteY12" fmla="*/ 77638 h 284672"/>
              <a:gd name="connsiteX13" fmla="*/ 327804 w 336430"/>
              <a:gd name="connsiteY13" fmla="*/ 25879 h 284672"/>
              <a:gd name="connsiteX14" fmla="*/ 336430 w 336430"/>
              <a:gd name="connsiteY14" fmla="*/ 0 h 2846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336430" h="284672">
                <a:moveTo>
                  <a:pt x="0" y="43132"/>
                </a:moveTo>
                <a:cubicBezTo>
                  <a:pt x="8626" y="57509"/>
                  <a:pt x="15585" y="73029"/>
                  <a:pt x="25879" y="86264"/>
                </a:cubicBezTo>
                <a:cubicBezTo>
                  <a:pt x="64074" y="135372"/>
                  <a:pt x="49172" y="107113"/>
                  <a:pt x="86264" y="138023"/>
                </a:cubicBezTo>
                <a:cubicBezTo>
                  <a:pt x="95636" y="145833"/>
                  <a:pt x="103517" y="155276"/>
                  <a:pt x="112143" y="163902"/>
                </a:cubicBezTo>
                <a:cubicBezTo>
                  <a:pt x="127327" y="209451"/>
                  <a:pt x="115727" y="182217"/>
                  <a:pt x="155275" y="241540"/>
                </a:cubicBezTo>
                <a:cubicBezTo>
                  <a:pt x="161026" y="250166"/>
                  <a:pt x="163902" y="261668"/>
                  <a:pt x="172528" y="267419"/>
                </a:cubicBezTo>
                <a:lnTo>
                  <a:pt x="198407" y="284672"/>
                </a:lnTo>
                <a:cubicBezTo>
                  <a:pt x="209909" y="267419"/>
                  <a:pt x="226355" y="252584"/>
                  <a:pt x="232913" y="232913"/>
                </a:cubicBezTo>
                <a:cubicBezTo>
                  <a:pt x="235789" y="224287"/>
                  <a:pt x="239042" y="215777"/>
                  <a:pt x="241540" y="207034"/>
                </a:cubicBezTo>
                <a:cubicBezTo>
                  <a:pt x="244797" y="195634"/>
                  <a:pt x="243590" y="182393"/>
                  <a:pt x="250166" y="172528"/>
                </a:cubicBezTo>
                <a:cubicBezTo>
                  <a:pt x="255917" y="163902"/>
                  <a:pt x="267419" y="161026"/>
                  <a:pt x="276045" y="155275"/>
                </a:cubicBezTo>
                <a:cubicBezTo>
                  <a:pt x="278921" y="143773"/>
                  <a:pt x="282100" y="132343"/>
                  <a:pt x="284672" y="120770"/>
                </a:cubicBezTo>
                <a:cubicBezTo>
                  <a:pt x="287853" y="106457"/>
                  <a:pt x="287231" y="90986"/>
                  <a:pt x="293298" y="77638"/>
                </a:cubicBezTo>
                <a:cubicBezTo>
                  <a:pt x="301878" y="58761"/>
                  <a:pt x="327804" y="25879"/>
                  <a:pt x="327804" y="25879"/>
                </a:cubicBezTo>
                <a:lnTo>
                  <a:pt x="336430" y="0"/>
                </a:lnTo>
              </a:path>
            </a:pathLst>
          </a:custGeom>
          <a:noFill/>
          <a:ln w="508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TextBox 15"/>
          <p:cNvSpPr txBox="1"/>
          <p:nvPr/>
        </p:nvSpPr>
        <p:spPr>
          <a:xfrm>
            <a:off x="5664679" y="4595329"/>
            <a:ext cx="308538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solidFill>
                  <a:srgbClr val="FF0000"/>
                </a:solidFill>
              </a:rPr>
              <a:t>child-component</a:t>
            </a:r>
          </a:p>
          <a:p>
            <a:r>
              <a:rPr lang="en-US" altLang="ko-KR" b="1" dirty="0" smtClean="0">
                <a:solidFill>
                  <a:srgbClr val="FF0000"/>
                </a:solidFill>
              </a:rPr>
              <a:t>(</a:t>
            </a:r>
            <a:r>
              <a:rPr lang="ko-KR" altLang="en-US" b="1" dirty="0" smtClean="0">
                <a:solidFill>
                  <a:srgbClr val="FF0000"/>
                </a:solidFill>
              </a:rPr>
              <a:t>하위 컴포넌트</a:t>
            </a:r>
            <a:r>
              <a:rPr lang="en-US" altLang="ko-KR" b="1" dirty="0" smtClean="0">
                <a:solidFill>
                  <a:srgbClr val="FF0000"/>
                </a:solidFill>
              </a:rPr>
              <a:t>)</a:t>
            </a:r>
            <a:endParaRPr lang="ko-KR" altLang="en-US" b="1" dirty="0">
              <a:solidFill>
                <a:srgbClr val="FF0000"/>
              </a:solidFill>
            </a:endParaRPr>
          </a:p>
        </p:txBody>
      </p:sp>
      <p:cxnSp>
        <p:nvCxnSpPr>
          <p:cNvPr id="3" name="직선 화살표 연결선 2"/>
          <p:cNvCxnSpPr/>
          <p:nvPr/>
        </p:nvCxnSpPr>
        <p:spPr>
          <a:xfrm flipH="1" flipV="1">
            <a:off x="2327564" y="5023262"/>
            <a:ext cx="2327563" cy="928967"/>
          </a:xfrm>
          <a:prstGeom prst="straightConnector1">
            <a:avLst/>
          </a:prstGeom>
          <a:ln w="508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직선 연결선 4"/>
          <p:cNvCxnSpPr/>
          <p:nvPr/>
        </p:nvCxnSpPr>
        <p:spPr>
          <a:xfrm>
            <a:off x="1816925" y="4918494"/>
            <a:ext cx="941999" cy="0"/>
          </a:xfrm>
          <a:prstGeom prst="line">
            <a:avLst/>
          </a:prstGeom>
          <a:ln w="508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직선 연결선 13"/>
          <p:cNvCxnSpPr/>
          <p:nvPr/>
        </p:nvCxnSpPr>
        <p:spPr>
          <a:xfrm>
            <a:off x="6005999" y="6533529"/>
            <a:ext cx="1986095" cy="0"/>
          </a:xfrm>
          <a:prstGeom prst="line">
            <a:avLst/>
          </a:prstGeom>
          <a:ln w="508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직선 연결선 16"/>
          <p:cNvCxnSpPr/>
          <p:nvPr/>
        </p:nvCxnSpPr>
        <p:spPr>
          <a:xfrm>
            <a:off x="3339817" y="6533529"/>
            <a:ext cx="2541598" cy="0"/>
          </a:xfrm>
          <a:prstGeom prst="line">
            <a:avLst/>
          </a:prstGeom>
          <a:ln w="508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023636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6313" y="5952229"/>
            <a:ext cx="11350205" cy="5336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124" y="170551"/>
            <a:ext cx="5095875" cy="2809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1937" y="3658859"/>
            <a:ext cx="5133975" cy="2076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TextBox 7"/>
          <p:cNvSpPr txBox="1"/>
          <p:nvPr/>
        </p:nvSpPr>
        <p:spPr>
          <a:xfrm>
            <a:off x="5512279" y="850025"/>
            <a:ext cx="19294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 err="1" smtClean="0">
                <a:solidFill>
                  <a:srgbClr val="FF0000"/>
                </a:solidFill>
              </a:rPr>
              <a:t>뷰</a:t>
            </a:r>
            <a:r>
              <a:rPr lang="ko-KR" altLang="en-US" b="1" dirty="0" smtClean="0">
                <a:solidFill>
                  <a:srgbClr val="FF0000"/>
                </a:solidFill>
              </a:rPr>
              <a:t> </a:t>
            </a:r>
            <a:r>
              <a:rPr lang="ko-KR" altLang="en-US" b="1" dirty="0" err="1" smtClean="0">
                <a:solidFill>
                  <a:srgbClr val="FF0000"/>
                </a:solidFill>
              </a:rPr>
              <a:t>인스턴스</a:t>
            </a:r>
            <a:endParaRPr lang="en-US" altLang="ko-KR" b="1" dirty="0">
              <a:solidFill>
                <a:srgbClr val="FF0000"/>
              </a:solidFill>
            </a:endParaRPr>
          </a:p>
          <a:p>
            <a:r>
              <a:rPr lang="en-US" altLang="ko-KR" b="1" dirty="0" smtClean="0">
                <a:solidFill>
                  <a:srgbClr val="FF0000"/>
                </a:solidFill>
              </a:rPr>
              <a:t>(</a:t>
            </a:r>
            <a:r>
              <a:rPr lang="ko-KR" altLang="en-US" b="1" dirty="0" smtClean="0">
                <a:solidFill>
                  <a:srgbClr val="FF0000"/>
                </a:solidFill>
              </a:rPr>
              <a:t>상위 컴포넌트</a:t>
            </a:r>
            <a:r>
              <a:rPr lang="en-US" altLang="ko-KR" b="1" dirty="0" smtClean="0">
                <a:solidFill>
                  <a:srgbClr val="FF0000"/>
                </a:solidFill>
              </a:rPr>
              <a:t>)</a:t>
            </a:r>
            <a:endParaRPr lang="ko-KR" altLang="en-US" b="1" dirty="0">
              <a:solidFill>
                <a:srgbClr val="FF0000"/>
              </a:solidFill>
            </a:endParaRPr>
          </a:p>
        </p:txBody>
      </p:sp>
      <p:sp>
        <p:nvSpPr>
          <p:cNvPr id="6" name="자유형 5"/>
          <p:cNvSpPr/>
          <p:nvPr/>
        </p:nvSpPr>
        <p:spPr>
          <a:xfrm>
            <a:off x="4002657" y="1863306"/>
            <a:ext cx="3175978" cy="4019910"/>
          </a:xfrm>
          <a:custGeom>
            <a:avLst/>
            <a:gdLst>
              <a:gd name="connsiteX0" fmla="*/ 0 w 3175978"/>
              <a:gd name="connsiteY0" fmla="*/ 0 h 4019910"/>
              <a:gd name="connsiteX1" fmla="*/ 379562 w 3175978"/>
              <a:gd name="connsiteY1" fmla="*/ 17253 h 4019910"/>
              <a:gd name="connsiteX2" fmla="*/ 431320 w 3175978"/>
              <a:gd name="connsiteY2" fmla="*/ 34506 h 4019910"/>
              <a:gd name="connsiteX3" fmla="*/ 543464 w 3175978"/>
              <a:gd name="connsiteY3" fmla="*/ 60385 h 4019910"/>
              <a:gd name="connsiteX4" fmla="*/ 586596 w 3175978"/>
              <a:gd name="connsiteY4" fmla="*/ 77638 h 4019910"/>
              <a:gd name="connsiteX5" fmla="*/ 698739 w 3175978"/>
              <a:gd name="connsiteY5" fmla="*/ 120770 h 4019910"/>
              <a:gd name="connsiteX6" fmla="*/ 793630 w 3175978"/>
              <a:gd name="connsiteY6" fmla="*/ 181155 h 4019910"/>
              <a:gd name="connsiteX7" fmla="*/ 931652 w 3175978"/>
              <a:gd name="connsiteY7" fmla="*/ 267419 h 4019910"/>
              <a:gd name="connsiteX8" fmla="*/ 1009290 w 3175978"/>
              <a:gd name="connsiteY8" fmla="*/ 301925 h 4019910"/>
              <a:gd name="connsiteX9" fmla="*/ 1095554 w 3175978"/>
              <a:gd name="connsiteY9" fmla="*/ 370936 h 4019910"/>
              <a:gd name="connsiteX10" fmla="*/ 1199071 w 3175978"/>
              <a:gd name="connsiteY10" fmla="*/ 422695 h 4019910"/>
              <a:gd name="connsiteX11" fmla="*/ 1276709 w 3175978"/>
              <a:gd name="connsiteY11" fmla="*/ 483080 h 4019910"/>
              <a:gd name="connsiteX12" fmla="*/ 1406105 w 3175978"/>
              <a:gd name="connsiteY12" fmla="*/ 560717 h 4019910"/>
              <a:gd name="connsiteX13" fmla="*/ 1483743 w 3175978"/>
              <a:gd name="connsiteY13" fmla="*/ 621102 h 4019910"/>
              <a:gd name="connsiteX14" fmla="*/ 1570007 w 3175978"/>
              <a:gd name="connsiteY14" fmla="*/ 672861 h 4019910"/>
              <a:gd name="connsiteX15" fmla="*/ 1647645 w 3175978"/>
              <a:gd name="connsiteY15" fmla="*/ 741872 h 4019910"/>
              <a:gd name="connsiteX16" fmla="*/ 1871932 w 3175978"/>
              <a:gd name="connsiteY16" fmla="*/ 897148 h 4019910"/>
              <a:gd name="connsiteX17" fmla="*/ 1932317 w 3175978"/>
              <a:gd name="connsiteY17" fmla="*/ 940280 h 4019910"/>
              <a:gd name="connsiteX18" fmla="*/ 1992701 w 3175978"/>
              <a:gd name="connsiteY18" fmla="*/ 974785 h 4019910"/>
              <a:gd name="connsiteX19" fmla="*/ 2027207 w 3175978"/>
              <a:gd name="connsiteY19" fmla="*/ 1009291 h 4019910"/>
              <a:gd name="connsiteX20" fmla="*/ 2070339 w 3175978"/>
              <a:gd name="connsiteY20" fmla="*/ 1035170 h 4019910"/>
              <a:gd name="connsiteX21" fmla="*/ 2147977 w 3175978"/>
              <a:gd name="connsiteY21" fmla="*/ 1104182 h 4019910"/>
              <a:gd name="connsiteX22" fmla="*/ 2208362 w 3175978"/>
              <a:gd name="connsiteY22" fmla="*/ 1147314 h 4019910"/>
              <a:gd name="connsiteX23" fmla="*/ 2303252 w 3175978"/>
              <a:gd name="connsiteY23" fmla="*/ 1268084 h 4019910"/>
              <a:gd name="connsiteX24" fmla="*/ 2337758 w 3175978"/>
              <a:gd name="connsiteY24" fmla="*/ 1302589 h 4019910"/>
              <a:gd name="connsiteX25" fmla="*/ 2406769 w 3175978"/>
              <a:gd name="connsiteY25" fmla="*/ 1406106 h 4019910"/>
              <a:gd name="connsiteX26" fmla="*/ 2432649 w 3175978"/>
              <a:gd name="connsiteY26" fmla="*/ 1423359 h 4019910"/>
              <a:gd name="connsiteX27" fmla="*/ 2475781 w 3175978"/>
              <a:gd name="connsiteY27" fmla="*/ 1500997 h 4019910"/>
              <a:gd name="connsiteX28" fmla="*/ 2501660 w 3175978"/>
              <a:gd name="connsiteY28" fmla="*/ 1561382 h 4019910"/>
              <a:gd name="connsiteX29" fmla="*/ 2536166 w 3175978"/>
              <a:gd name="connsiteY29" fmla="*/ 1613140 h 4019910"/>
              <a:gd name="connsiteX30" fmla="*/ 2605177 w 3175978"/>
              <a:gd name="connsiteY30" fmla="*/ 1725284 h 4019910"/>
              <a:gd name="connsiteX31" fmla="*/ 2631056 w 3175978"/>
              <a:gd name="connsiteY31" fmla="*/ 1768416 h 4019910"/>
              <a:gd name="connsiteX32" fmla="*/ 2708694 w 3175978"/>
              <a:gd name="connsiteY32" fmla="*/ 1923691 h 4019910"/>
              <a:gd name="connsiteX33" fmla="*/ 2717320 w 3175978"/>
              <a:gd name="connsiteY33" fmla="*/ 1975450 h 4019910"/>
              <a:gd name="connsiteX34" fmla="*/ 2786332 w 3175978"/>
              <a:gd name="connsiteY34" fmla="*/ 2113472 h 4019910"/>
              <a:gd name="connsiteX35" fmla="*/ 2838090 w 3175978"/>
              <a:gd name="connsiteY35" fmla="*/ 2225616 h 4019910"/>
              <a:gd name="connsiteX36" fmla="*/ 2872596 w 3175978"/>
              <a:gd name="connsiteY36" fmla="*/ 2329133 h 4019910"/>
              <a:gd name="connsiteX37" fmla="*/ 2907101 w 3175978"/>
              <a:gd name="connsiteY37" fmla="*/ 2398144 h 4019910"/>
              <a:gd name="connsiteX38" fmla="*/ 2932981 w 3175978"/>
              <a:gd name="connsiteY38" fmla="*/ 2536167 h 4019910"/>
              <a:gd name="connsiteX39" fmla="*/ 2958860 w 3175978"/>
              <a:gd name="connsiteY39" fmla="*/ 2596551 h 4019910"/>
              <a:gd name="connsiteX40" fmla="*/ 2984739 w 3175978"/>
              <a:gd name="connsiteY40" fmla="*/ 2691442 h 4019910"/>
              <a:gd name="connsiteX41" fmla="*/ 3027871 w 3175978"/>
              <a:gd name="connsiteY41" fmla="*/ 2820838 h 4019910"/>
              <a:gd name="connsiteX42" fmla="*/ 3045124 w 3175978"/>
              <a:gd name="connsiteY42" fmla="*/ 2872597 h 4019910"/>
              <a:gd name="connsiteX43" fmla="*/ 3071003 w 3175978"/>
              <a:gd name="connsiteY43" fmla="*/ 2984740 h 4019910"/>
              <a:gd name="connsiteX44" fmla="*/ 3096883 w 3175978"/>
              <a:gd name="connsiteY44" fmla="*/ 3105510 h 4019910"/>
              <a:gd name="connsiteX45" fmla="*/ 3105509 w 3175978"/>
              <a:gd name="connsiteY45" fmla="*/ 3200400 h 4019910"/>
              <a:gd name="connsiteX46" fmla="*/ 3122762 w 3175978"/>
              <a:gd name="connsiteY46" fmla="*/ 3321170 h 4019910"/>
              <a:gd name="connsiteX47" fmla="*/ 3131388 w 3175978"/>
              <a:gd name="connsiteY47" fmla="*/ 3485072 h 4019910"/>
              <a:gd name="connsiteX48" fmla="*/ 3174520 w 3175978"/>
              <a:gd name="connsiteY48" fmla="*/ 3812876 h 4019910"/>
              <a:gd name="connsiteX49" fmla="*/ 3174520 w 3175978"/>
              <a:gd name="connsiteY49" fmla="*/ 4019910 h 40199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</a:cxnLst>
            <a:rect l="l" t="t" r="r" b="b"/>
            <a:pathLst>
              <a:path w="3175978" h="4019910">
                <a:moveTo>
                  <a:pt x="0" y="0"/>
                </a:moveTo>
                <a:cubicBezTo>
                  <a:pt x="183061" y="30513"/>
                  <a:pt x="-112492" y="-16296"/>
                  <a:pt x="379562" y="17253"/>
                </a:cubicBezTo>
                <a:cubicBezTo>
                  <a:pt x="397706" y="18490"/>
                  <a:pt x="413733" y="29878"/>
                  <a:pt x="431320" y="34506"/>
                </a:cubicBezTo>
                <a:cubicBezTo>
                  <a:pt x="468421" y="44269"/>
                  <a:pt x="506500" y="50117"/>
                  <a:pt x="543464" y="60385"/>
                </a:cubicBezTo>
                <a:cubicBezTo>
                  <a:pt x="558384" y="64529"/>
                  <a:pt x="572043" y="72346"/>
                  <a:pt x="586596" y="77638"/>
                </a:cubicBezTo>
                <a:cubicBezTo>
                  <a:pt x="692983" y="116325"/>
                  <a:pt x="580873" y="70257"/>
                  <a:pt x="698739" y="120770"/>
                </a:cubicBezTo>
                <a:cubicBezTo>
                  <a:pt x="735717" y="176238"/>
                  <a:pt x="695548" y="125985"/>
                  <a:pt x="793630" y="181155"/>
                </a:cubicBezTo>
                <a:cubicBezTo>
                  <a:pt x="1009565" y="302617"/>
                  <a:pt x="675057" y="139121"/>
                  <a:pt x="931652" y="267419"/>
                </a:cubicBezTo>
                <a:cubicBezTo>
                  <a:pt x="956982" y="280084"/>
                  <a:pt x="985346" y="286802"/>
                  <a:pt x="1009290" y="301925"/>
                </a:cubicBezTo>
                <a:cubicBezTo>
                  <a:pt x="1040424" y="321589"/>
                  <a:pt x="1064487" y="351166"/>
                  <a:pt x="1095554" y="370936"/>
                </a:cubicBezTo>
                <a:cubicBezTo>
                  <a:pt x="1128101" y="391648"/>
                  <a:pt x="1166269" y="402389"/>
                  <a:pt x="1199071" y="422695"/>
                </a:cubicBezTo>
                <a:cubicBezTo>
                  <a:pt x="1226947" y="439952"/>
                  <a:pt x="1249430" y="464894"/>
                  <a:pt x="1276709" y="483080"/>
                </a:cubicBezTo>
                <a:cubicBezTo>
                  <a:pt x="1318561" y="510981"/>
                  <a:pt x="1364253" y="532816"/>
                  <a:pt x="1406105" y="560717"/>
                </a:cubicBezTo>
                <a:cubicBezTo>
                  <a:pt x="1433384" y="578903"/>
                  <a:pt x="1456685" y="602588"/>
                  <a:pt x="1483743" y="621102"/>
                </a:cubicBezTo>
                <a:cubicBezTo>
                  <a:pt x="1511418" y="640038"/>
                  <a:pt x="1543011" y="652969"/>
                  <a:pt x="1570007" y="672861"/>
                </a:cubicBezTo>
                <a:cubicBezTo>
                  <a:pt x="1597882" y="693401"/>
                  <a:pt x="1620200" y="720761"/>
                  <a:pt x="1647645" y="741872"/>
                </a:cubicBezTo>
                <a:cubicBezTo>
                  <a:pt x="1748821" y="819700"/>
                  <a:pt x="1781355" y="834876"/>
                  <a:pt x="1871932" y="897148"/>
                </a:cubicBezTo>
                <a:cubicBezTo>
                  <a:pt x="1892315" y="911162"/>
                  <a:pt x="1910840" y="928008"/>
                  <a:pt x="1932317" y="940280"/>
                </a:cubicBezTo>
                <a:cubicBezTo>
                  <a:pt x="1952445" y="951782"/>
                  <a:pt x="1973953" y="961150"/>
                  <a:pt x="1992701" y="974785"/>
                </a:cubicBezTo>
                <a:cubicBezTo>
                  <a:pt x="2005856" y="984352"/>
                  <a:pt x="2014367" y="999304"/>
                  <a:pt x="2027207" y="1009291"/>
                </a:cubicBezTo>
                <a:cubicBezTo>
                  <a:pt x="2040442" y="1019585"/>
                  <a:pt x="2056779" y="1025308"/>
                  <a:pt x="2070339" y="1035170"/>
                </a:cubicBezTo>
                <a:cubicBezTo>
                  <a:pt x="2253730" y="1168544"/>
                  <a:pt x="2039804" y="1017643"/>
                  <a:pt x="2147977" y="1104182"/>
                </a:cubicBezTo>
                <a:cubicBezTo>
                  <a:pt x="2167292" y="1119634"/>
                  <a:pt x="2189047" y="1131862"/>
                  <a:pt x="2208362" y="1147314"/>
                </a:cubicBezTo>
                <a:cubicBezTo>
                  <a:pt x="2252923" y="1182963"/>
                  <a:pt x="2255834" y="1220667"/>
                  <a:pt x="2303252" y="1268084"/>
                </a:cubicBezTo>
                <a:cubicBezTo>
                  <a:pt x="2314754" y="1279586"/>
                  <a:pt x="2327772" y="1289749"/>
                  <a:pt x="2337758" y="1302589"/>
                </a:cubicBezTo>
                <a:cubicBezTo>
                  <a:pt x="2406548" y="1391032"/>
                  <a:pt x="2309360" y="1296522"/>
                  <a:pt x="2406769" y="1406106"/>
                </a:cubicBezTo>
                <a:cubicBezTo>
                  <a:pt x="2413657" y="1413855"/>
                  <a:pt x="2424022" y="1417608"/>
                  <a:pt x="2432649" y="1423359"/>
                </a:cubicBezTo>
                <a:cubicBezTo>
                  <a:pt x="2447026" y="1449238"/>
                  <a:pt x="2462541" y="1474518"/>
                  <a:pt x="2475781" y="1500997"/>
                </a:cubicBezTo>
                <a:cubicBezTo>
                  <a:pt x="2485574" y="1520584"/>
                  <a:pt x="2491278" y="1542101"/>
                  <a:pt x="2501660" y="1561382"/>
                </a:cubicBezTo>
                <a:cubicBezTo>
                  <a:pt x="2511491" y="1579639"/>
                  <a:pt x="2525094" y="1595609"/>
                  <a:pt x="2536166" y="1613140"/>
                </a:cubicBezTo>
                <a:cubicBezTo>
                  <a:pt x="2559604" y="1650250"/>
                  <a:pt x="2582290" y="1687831"/>
                  <a:pt x="2605177" y="1725284"/>
                </a:cubicBezTo>
                <a:cubicBezTo>
                  <a:pt x="2613920" y="1739591"/>
                  <a:pt x="2625169" y="1752717"/>
                  <a:pt x="2631056" y="1768416"/>
                </a:cubicBezTo>
                <a:cubicBezTo>
                  <a:pt x="2668709" y="1868825"/>
                  <a:pt x="2644295" y="1816360"/>
                  <a:pt x="2708694" y="1923691"/>
                </a:cubicBezTo>
                <a:cubicBezTo>
                  <a:pt x="2711569" y="1940944"/>
                  <a:pt x="2710697" y="1959261"/>
                  <a:pt x="2717320" y="1975450"/>
                </a:cubicBezTo>
                <a:cubicBezTo>
                  <a:pt x="2736796" y="2023058"/>
                  <a:pt x="2786332" y="2113472"/>
                  <a:pt x="2786332" y="2113472"/>
                </a:cubicBezTo>
                <a:cubicBezTo>
                  <a:pt x="2808402" y="2201757"/>
                  <a:pt x="2773558" y="2075042"/>
                  <a:pt x="2838090" y="2225616"/>
                </a:cubicBezTo>
                <a:cubicBezTo>
                  <a:pt x="2852418" y="2259047"/>
                  <a:pt x="2852420" y="2298870"/>
                  <a:pt x="2872596" y="2329133"/>
                </a:cubicBezTo>
                <a:cubicBezTo>
                  <a:pt x="2893730" y="2360833"/>
                  <a:pt x="2893031" y="2355935"/>
                  <a:pt x="2907101" y="2398144"/>
                </a:cubicBezTo>
                <a:cubicBezTo>
                  <a:pt x="2920725" y="2439017"/>
                  <a:pt x="2924069" y="2502300"/>
                  <a:pt x="2932981" y="2536167"/>
                </a:cubicBezTo>
                <a:cubicBezTo>
                  <a:pt x="2938554" y="2557345"/>
                  <a:pt x="2951935" y="2575776"/>
                  <a:pt x="2958860" y="2596551"/>
                </a:cubicBezTo>
                <a:cubicBezTo>
                  <a:pt x="2969228" y="2627654"/>
                  <a:pt x="2975097" y="2660106"/>
                  <a:pt x="2984739" y="2691442"/>
                </a:cubicBezTo>
                <a:cubicBezTo>
                  <a:pt x="2998110" y="2734897"/>
                  <a:pt x="3013494" y="2777706"/>
                  <a:pt x="3027871" y="2820838"/>
                </a:cubicBezTo>
                <a:lnTo>
                  <a:pt x="3045124" y="2872597"/>
                </a:lnTo>
                <a:cubicBezTo>
                  <a:pt x="3065149" y="3012763"/>
                  <a:pt x="3039427" y="2858437"/>
                  <a:pt x="3071003" y="2984740"/>
                </a:cubicBezTo>
                <a:cubicBezTo>
                  <a:pt x="3080988" y="3024681"/>
                  <a:pt x="3088256" y="3065253"/>
                  <a:pt x="3096883" y="3105510"/>
                </a:cubicBezTo>
                <a:cubicBezTo>
                  <a:pt x="3099758" y="3137140"/>
                  <a:pt x="3101725" y="3168866"/>
                  <a:pt x="3105509" y="3200400"/>
                </a:cubicBezTo>
                <a:cubicBezTo>
                  <a:pt x="3110354" y="3240776"/>
                  <a:pt x="3119080" y="3280672"/>
                  <a:pt x="3122762" y="3321170"/>
                </a:cubicBezTo>
                <a:cubicBezTo>
                  <a:pt x="3127715" y="3375655"/>
                  <a:pt x="3125806" y="3430648"/>
                  <a:pt x="3131388" y="3485072"/>
                </a:cubicBezTo>
                <a:cubicBezTo>
                  <a:pt x="3146007" y="3627604"/>
                  <a:pt x="3167849" y="3672785"/>
                  <a:pt x="3174520" y="3812876"/>
                </a:cubicBezTo>
                <a:cubicBezTo>
                  <a:pt x="3177802" y="3881809"/>
                  <a:pt x="3174520" y="3950899"/>
                  <a:pt x="3174520" y="4019910"/>
                </a:cubicBezTo>
              </a:path>
            </a:pathLst>
          </a:custGeom>
          <a:noFill/>
          <a:ln w="508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자유형 6"/>
          <p:cNvSpPr/>
          <p:nvPr/>
        </p:nvSpPr>
        <p:spPr>
          <a:xfrm>
            <a:off x="6996024" y="5641678"/>
            <a:ext cx="336430" cy="284672"/>
          </a:xfrm>
          <a:custGeom>
            <a:avLst/>
            <a:gdLst>
              <a:gd name="connsiteX0" fmla="*/ 0 w 336430"/>
              <a:gd name="connsiteY0" fmla="*/ 43132 h 284672"/>
              <a:gd name="connsiteX1" fmla="*/ 25879 w 336430"/>
              <a:gd name="connsiteY1" fmla="*/ 86264 h 284672"/>
              <a:gd name="connsiteX2" fmla="*/ 86264 w 336430"/>
              <a:gd name="connsiteY2" fmla="*/ 138023 h 284672"/>
              <a:gd name="connsiteX3" fmla="*/ 112143 w 336430"/>
              <a:gd name="connsiteY3" fmla="*/ 163902 h 284672"/>
              <a:gd name="connsiteX4" fmla="*/ 155275 w 336430"/>
              <a:gd name="connsiteY4" fmla="*/ 241540 h 284672"/>
              <a:gd name="connsiteX5" fmla="*/ 172528 w 336430"/>
              <a:gd name="connsiteY5" fmla="*/ 267419 h 284672"/>
              <a:gd name="connsiteX6" fmla="*/ 198407 w 336430"/>
              <a:gd name="connsiteY6" fmla="*/ 284672 h 284672"/>
              <a:gd name="connsiteX7" fmla="*/ 232913 w 336430"/>
              <a:gd name="connsiteY7" fmla="*/ 232913 h 284672"/>
              <a:gd name="connsiteX8" fmla="*/ 241540 w 336430"/>
              <a:gd name="connsiteY8" fmla="*/ 207034 h 284672"/>
              <a:gd name="connsiteX9" fmla="*/ 250166 w 336430"/>
              <a:gd name="connsiteY9" fmla="*/ 172528 h 284672"/>
              <a:gd name="connsiteX10" fmla="*/ 276045 w 336430"/>
              <a:gd name="connsiteY10" fmla="*/ 155275 h 284672"/>
              <a:gd name="connsiteX11" fmla="*/ 284672 w 336430"/>
              <a:gd name="connsiteY11" fmla="*/ 120770 h 284672"/>
              <a:gd name="connsiteX12" fmla="*/ 293298 w 336430"/>
              <a:gd name="connsiteY12" fmla="*/ 77638 h 284672"/>
              <a:gd name="connsiteX13" fmla="*/ 327804 w 336430"/>
              <a:gd name="connsiteY13" fmla="*/ 25879 h 284672"/>
              <a:gd name="connsiteX14" fmla="*/ 336430 w 336430"/>
              <a:gd name="connsiteY14" fmla="*/ 0 h 2846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336430" h="284672">
                <a:moveTo>
                  <a:pt x="0" y="43132"/>
                </a:moveTo>
                <a:cubicBezTo>
                  <a:pt x="8626" y="57509"/>
                  <a:pt x="15585" y="73029"/>
                  <a:pt x="25879" y="86264"/>
                </a:cubicBezTo>
                <a:cubicBezTo>
                  <a:pt x="64074" y="135372"/>
                  <a:pt x="49172" y="107113"/>
                  <a:pt x="86264" y="138023"/>
                </a:cubicBezTo>
                <a:cubicBezTo>
                  <a:pt x="95636" y="145833"/>
                  <a:pt x="103517" y="155276"/>
                  <a:pt x="112143" y="163902"/>
                </a:cubicBezTo>
                <a:cubicBezTo>
                  <a:pt x="127327" y="209451"/>
                  <a:pt x="115727" y="182217"/>
                  <a:pt x="155275" y="241540"/>
                </a:cubicBezTo>
                <a:cubicBezTo>
                  <a:pt x="161026" y="250166"/>
                  <a:pt x="163902" y="261668"/>
                  <a:pt x="172528" y="267419"/>
                </a:cubicBezTo>
                <a:lnTo>
                  <a:pt x="198407" y="284672"/>
                </a:lnTo>
                <a:cubicBezTo>
                  <a:pt x="209909" y="267419"/>
                  <a:pt x="226355" y="252584"/>
                  <a:pt x="232913" y="232913"/>
                </a:cubicBezTo>
                <a:cubicBezTo>
                  <a:pt x="235789" y="224287"/>
                  <a:pt x="239042" y="215777"/>
                  <a:pt x="241540" y="207034"/>
                </a:cubicBezTo>
                <a:cubicBezTo>
                  <a:pt x="244797" y="195634"/>
                  <a:pt x="243590" y="182393"/>
                  <a:pt x="250166" y="172528"/>
                </a:cubicBezTo>
                <a:cubicBezTo>
                  <a:pt x="255917" y="163902"/>
                  <a:pt x="267419" y="161026"/>
                  <a:pt x="276045" y="155275"/>
                </a:cubicBezTo>
                <a:cubicBezTo>
                  <a:pt x="278921" y="143773"/>
                  <a:pt x="282100" y="132343"/>
                  <a:pt x="284672" y="120770"/>
                </a:cubicBezTo>
                <a:cubicBezTo>
                  <a:pt x="287853" y="106457"/>
                  <a:pt x="287231" y="90986"/>
                  <a:pt x="293298" y="77638"/>
                </a:cubicBezTo>
                <a:cubicBezTo>
                  <a:pt x="301878" y="58761"/>
                  <a:pt x="327804" y="25879"/>
                  <a:pt x="327804" y="25879"/>
                </a:cubicBezTo>
                <a:lnTo>
                  <a:pt x="336430" y="0"/>
                </a:lnTo>
              </a:path>
            </a:pathLst>
          </a:custGeom>
          <a:noFill/>
          <a:ln w="508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TextBox 15"/>
          <p:cNvSpPr txBox="1"/>
          <p:nvPr/>
        </p:nvSpPr>
        <p:spPr>
          <a:xfrm>
            <a:off x="5664679" y="4595329"/>
            <a:ext cx="308538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solidFill>
                  <a:srgbClr val="FF0000"/>
                </a:solidFill>
              </a:rPr>
              <a:t>child-component</a:t>
            </a:r>
          </a:p>
          <a:p>
            <a:r>
              <a:rPr lang="en-US" altLang="ko-KR" b="1" dirty="0" smtClean="0">
                <a:solidFill>
                  <a:srgbClr val="FF0000"/>
                </a:solidFill>
              </a:rPr>
              <a:t>(</a:t>
            </a:r>
            <a:r>
              <a:rPr lang="ko-KR" altLang="en-US" b="1" dirty="0" smtClean="0">
                <a:solidFill>
                  <a:srgbClr val="FF0000"/>
                </a:solidFill>
              </a:rPr>
              <a:t>하위 컴포넌트</a:t>
            </a:r>
            <a:r>
              <a:rPr lang="en-US" altLang="ko-KR" b="1" dirty="0" smtClean="0">
                <a:solidFill>
                  <a:srgbClr val="FF0000"/>
                </a:solidFill>
              </a:rPr>
              <a:t>)</a:t>
            </a:r>
            <a:endParaRPr lang="ko-KR" altLang="en-US" b="1" dirty="0">
              <a:solidFill>
                <a:srgbClr val="FF0000"/>
              </a:solidFill>
            </a:endParaRPr>
          </a:p>
        </p:txBody>
      </p:sp>
      <p:cxnSp>
        <p:nvCxnSpPr>
          <p:cNvPr id="3" name="직선 화살표 연결선 2"/>
          <p:cNvCxnSpPr/>
          <p:nvPr/>
        </p:nvCxnSpPr>
        <p:spPr>
          <a:xfrm flipH="1" flipV="1">
            <a:off x="2327564" y="5023262"/>
            <a:ext cx="2327563" cy="928967"/>
          </a:xfrm>
          <a:prstGeom prst="straightConnector1">
            <a:avLst/>
          </a:prstGeom>
          <a:ln w="508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직선 연결선 4"/>
          <p:cNvCxnSpPr/>
          <p:nvPr/>
        </p:nvCxnSpPr>
        <p:spPr>
          <a:xfrm>
            <a:off x="1816925" y="4918494"/>
            <a:ext cx="941999" cy="0"/>
          </a:xfrm>
          <a:prstGeom prst="line">
            <a:avLst/>
          </a:prstGeom>
          <a:ln w="508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직선 연결선 13"/>
          <p:cNvCxnSpPr/>
          <p:nvPr/>
        </p:nvCxnSpPr>
        <p:spPr>
          <a:xfrm>
            <a:off x="6005999" y="6533529"/>
            <a:ext cx="1986095" cy="0"/>
          </a:xfrm>
          <a:prstGeom prst="line">
            <a:avLst/>
          </a:prstGeom>
          <a:ln w="508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직선 연결선 16"/>
          <p:cNvCxnSpPr/>
          <p:nvPr/>
        </p:nvCxnSpPr>
        <p:spPr>
          <a:xfrm>
            <a:off x="3339817" y="6533529"/>
            <a:ext cx="2541598" cy="0"/>
          </a:xfrm>
          <a:prstGeom prst="line">
            <a:avLst/>
          </a:prstGeom>
          <a:ln w="508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2375419" y="4327752"/>
            <a:ext cx="64304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 err="1" smtClean="0">
                <a:solidFill>
                  <a:srgbClr val="FF0000"/>
                </a:solidFill>
              </a:rPr>
              <a:t>showLog</a:t>
            </a:r>
            <a:r>
              <a:rPr lang="ko-KR" altLang="en-US" b="1" dirty="0" err="1" smtClean="0">
                <a:solidFill>
                  <a:srgbClr val="FF0000"/>
                </a:solidFill>
              </a:rPr>
              <a:t>메서드를</a:t>
            </a:r>
            <a:r>
              <a:rPr lang="ko-KR" altLang="en-US" b="1" dirty="0" smtClean="0">
                <a:solidFill>
                  <a:srgbClr val="FF0000"/>
                </a:solidFill>
              </a:rPr>
              <a:t> 호출하면</a:t>
            </a:r>
            <a:endParaRPr lang="ko-KR" altLang="en-US" b="1" dirty="0">
              <a:solidFill>
                <a:srgbClr val="FF0000"/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874370" y="5056994"/>
            <a:ext cx="49308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solidFill>
                  <a:srgbClr val="FF0000"/>
                </a:solidFill>
              </a:rPr>
              <a:t>show-log</a:t>
            </a:r>
            <a:r>
              <a:rPr lang="ko-KR" altLang="en-US" b="1" dirty="0" smtClean="0">
                <a:solidFill>
                  <a:srgbClr val="FF0000"/>
                </a:solidFill>
              </a:rPr>
              <a:t>에 전송</a:t>
            </a:r>
            <a:endParaRPr lang="ko-KR" altLang="en-US" b="1" dirty="0">
              <a:solidFill>
                <a:srgbClr val="FF0000"/>
              </a:solidFill>
            </a:endParaRPr>
          </a:p>
        </p:txBody>
      </p:sp>
      <p:pic>
        <p:nvPicPr>
          <p:cNvPr id="18" name="Picture 2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21434" y="1827400"/>
            <a:ext cx="5470566" cy="23852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19" name="직선 화살표 연결선 18"/>
          <p:cNvCxnSpPr/>
          <p:nvPr/>
        </p:nvCxnSpPr>
        <p:spPr>
          <a:xfrm flipV="1">
            <a:off x="2873828" y="3586347"/>
            <a:ext cx="6151418" cy="1288828"/>
          </a:xfrm>
          <a:prstGeom prst="straightConnector1">
            <a:avLst/>
          </a:prstGeom>
          <a:ln w="508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직선 연결선 19"/>
          <p:cNvCxnSpPr/>
          <p:nvPr/>
        </p:nvCxnSpPr>
        <p:spPr>
          <a:xfrm>
            <a:off x="8514718" y="3503352"/>
            <a:ext cx="941999" cy="0"/>
          </a:xfrm>
          <a:prstGeom prst="line">
            <a:avLst/>
          </a:prstGeom>
          <a:ln w="508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482020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dirty="0" smtClean="0"/>
              <a:t>emit</a:t>
            </a:r>
            <a:endParaRPr lang="ko-KR" altLang="en-US" b="1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b="1" dirty="0" smtClean="0"/>
              <a:t>이벤트 </a:t>
            </a:r>
            <a:r>
              <a:rPr lang="ko-KR" altLang="en-US" b="1" dirty="0" err="1" smtClean="0"/>
              <a:t>트리거를</a:t>
            </a:r>
            <a:r>
              <a:rPr lang="ko-KR" altLang="en-US" b="1" dirty="0" smtClean="0"/>
              <a:t> 위해 사용</a:t>
            </a:r>
            <a:endParaRPr lang="en-US" altLang="ko-KR" b="1" dirty="0" smtClean="0"/>
          </a:p>
          <a:p>
            <a:endParaRPr lang="en-US" altLang="ko-KR" b="1" dirty="0"/>
          </a:p>
          <a:p>
            <a:r>
              <a:rPr lang="ko-KR" altLang="en-US" b="1" dirty="0"/>
              <a:t>하위 컴포넌트에서 상위 컴포넌트로 통신하는 </a:t>
            </a:r>
            <a:r>
              <a:rPr lang="ko-KR" altLang="en-US" b="1" dirty="0" smtClean="0"/>
              <a:t>방식</a:t>
            </a:r>
            <a:endParaRPr lang="en-US" altLang="ko-KR" b="1" dirty="0" smtClean="0"/>
          </a:p>
          <a:p>
            <a:endParaRPr lang="en-US" altLang="ko-KR" b="1" dirty="0"/>
          </a:p>
          <a:p>
            <a:r>
              <a:rPr lang="ko-KR" altLang="en-US" b="1" dirty="0" smtClean="0"/>
              <a:t>하위 컴포넌트의 이벤트가 상위 컴포넌트로 연결됨</a:t>
            </a:r>
            <a:endParaRPr lang="en-US" altLang="ko-KR" b="1" dirty="0" smtClean="0"/>
          </a:p>
          <a:p>
            <a:endParaRPr lang="en-US" altLang="ko-KR" b="1" dirty="0"/>
          </a:p>
          <a:p>
            <a:r>
              <a:rPr lang="ko-KR" altLang="en-US" b="1" dirty="0" smtClean="0"/>
              <a:t>하위 컴포넌트의 이벤트를 상위 컴포넌트가 사용</a:t>
            </a:r>
            <a:endParaRPr lang="ko-KR" altLang="en-US" b="1" dirty="0"/>
          </a:p>
        </p:txBody>
      </p:sp>
    </p:spTree>
    <p:extLst>
      <p:ext uri="{BB962C8B-B14F-4D97-AF65-F5344CB8AC3E}">
        <p14:creationId xmlns:p14="http://schemas.microsoft.com/office/powerpoint/2010/main" val="38142958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1293434" cy="32137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6100367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1697195" cy="33920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9116712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75BEEB66-5FE2-4DE4-BF44-73FE2AF1065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3483504"/>
          </a:xfrm>
        </p:spPr>
        <p:txBody>
          <a:bodyPr>
            <a:normAutofit/>
          </a:bodyPr>
          <a:lstStyle/>
          <a:p>
            <a:r>
              <a:rPr lang="ko-KR" altLang="en-US" sz="9600" b="1" dirty="0"/>
              <a:t>끝</a:t>
            </a:r>
          </a:p>
        </p:txBody>
      </p:sp>
    </p:spTree>
    <p:extLst>
      <p:ext uri="{BB962C8B-B14F-4D97-AF65-F5344CB8AC3E}">
        <p14:creationId xmlns:p14="http://schemas.microsoft.com/office/powerpoint/2010/main" val="12662153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121</TotalTime>
  <Words>121</Words>
  <Application>Microsoft Office PowerPoint</Application>
  <PresentationFormat>사용자 지정</PresentationFormat>
  <Paragraphs>38</Paragraphs>
  <Slides>11</Slides>
  <Notes>1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11</vt:i4>
      </vt:variant>
    </vt:vector>
  </HeadingPairs>
  <TitlesOfParts>
    <vt:vector size="12" baseType="lpstr">
      <vt:lpstr>Office 테마</vt:lpstr>
      <vt:lpstr>Vue 강의자료  이벤트 발생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emit</vt:lpstr>
      <vt:lpstr>PowerPoint 프레젠테이션</vt:lpstr>
      <vt:lpstr>PowerPoint 프레젠테이션</vt:lpstr>
      <vt:lpstr>끝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Vue 강의자료</dc:title>
  <dc:creator>s</dc:creator>
  <cp:lastModifiedBy>hb</cp:lastModifiedBy>
  <cp:revision>14</cp:revision>
  <dcterms:created xsi:type="dcterms:W3CDTF">2020-07-24T04:52:29Z</dcterms:created>
  <dcterms:modified xsi:type="dcterms:W3CDTF">2020-08-16T14:52:32Z</dcterms:modified>
</cp:coreProperties>
</file>