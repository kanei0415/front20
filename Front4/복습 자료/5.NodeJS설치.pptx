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5" r:id="rId3"/>
    <p:sldId id="266" r:id="rId4"/>
    <p:sldId id="267" r:id="rId5"/>
    <p:sldId id="258" r:id="rId6"/>
    <p:sldId id="259" r:id="rId7"/>
    <p:sldId id="261" r:id="rId8"/>
    <p:sldId id="268" r:id="rId9"/>
    <p:sldId id="269" r:id="rId10"/>
    <p:sldId id="270" r:id="rId11"/>
    <p:sldId id="264" r:id="rId12"/>
    <p:sldId id="25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96" y="-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33523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err="1" smtClean="0">
                <a:solidFill>
                  <a:srgbClr val="FF0000"/>
                </a:solidFill>
              </a:rPr>
              <a:t>NodeJS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설치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601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7457704" cy="2422566"/>
          </a:xfrm>
        </p:spPr>
        <p:txBody>
          <a:bodyPr>
            <a:normAutofit/>
          </a:bodyPr>
          <a:lstStyle/>
          <a:p>
            <a:r>
              <a:rPr lang="en-US" altLang="ko-KR" b="1" dirty="0" err="1" smtClean="0"/>
              <a:t>NodeJS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란</a:t>
            </a:r>
            <a:r>
              <a:rPr lang="en-US" altLang="ko-KR" b="1" dirty="0" smtClean="0"/>
              <a:t>?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-1" y="2919352"/>
            <a:ext cx="10082151" cy="24225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smtClean="0">
                <a:solidFill>
                  <a:srgbClr val="FF0000"/>
                </a:solidFill>
              </a:rPr>
              <a:t>서버사이드 자바스크립트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471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7457704" cy="2422566"/>
          </a:xfrm>
        </p:spPr>
        <p:txBody>
          <a:bodyPr>
            <a:normAutofit/>
          </a:bodyPr>
          <a:lstStyle/>
          <a:p>
            <a:r>
              <a:rPr lang="en-US" altLang="ko-KR" b="1" dirty="0" err="1" smtClean="0"/>
              <a:t>NodeJS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란</a:t>
            </a:r>
            <a:r>
              <a:rPr lang="en-US" altLang="ko-KR" b="1" dirty="0" smtClean="0"/>
              <a:t>?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-1" y="2919352"/>
            <a:ext cx="10082151" cy="24225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 err="1" smtClean="0">
                <a:solidFill>
                  <a:srgbClr val="FF0000"/>
                </a:solidFill>
              </a:rPr>
              <a:t>서버측에서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실행될수</a:t>
            </a:r>
            <a:r>
              <a:rPr lang="ko-KR" altLang="en-US" b="1" dirty="0" smtClean="0">
                <a:solidFill>
                  <a:srgbClr val="FF0000"/>
                </a:solidFill>
              </a:rPr>
              <a:t> 있는 자바스크립트 실행환경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40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7457704" cy="2422566"/>
          </a:xfrm>
        </p:spPr>
        <p:txBody>
          <a:bodyPr>
            <a:normAutofit/>
          </a:bodyPr>
          <a:lstStyle/>
          <a:p>
            <a:r>
              <a:rPr lang="en-US" altLang="ko-KR" b="1" dirty="0" err="1" smtClean="0"/>
              <a:t>NodeJS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란</a:t>
            </a:r>
            <a:r>
              <a:rPr lang="en-US" altLang="ko-KR" b="1" dirty="0" smtClean="0"/>
              <a:t>?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-1" y="2919352"/>
            <a:ext cx="11614069" cy="31964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 smtClean="0">
                <a:solidFill>
                  <a:srgbClr val="FF0000"/>
                </a:solidFill>
              </a:rPr>
              <a:t>자바스크립트라면 </a:t>
            </a:r>
            <a:endParaRPr lang="en-US" altLang="ko-KR" sz="3600" b="1" dirty="0" smtClean="0">
              <a:solidFill>
                <a:srgbClr val="FF0000"/>
              </a:solidFill>
            </a:endParaRPr>
          </a:p>
          <a:p>
            <a:r>
              <a:rPr lang="ko-KR" altLang="en-US" sz="3600" b="1" dirty="0" smtClean="0">
                <a:solidFill>
                  <a:srgbClr val="FF0000"/>
                </a:solidFill>
              </a:rPr>
              <a:t>흔히 브라우저에 내장된 형태인데 </a:t>
            </a:r>
            <a:endParaRPr lang="en-US" altLang="ko-KR" sz="3600" b="1" dirty="0" smtClean="0">
              <a:solidFill>
                <a:srgbClr val="FF0000"/>
              </a:solidFill>
            </a:endParaRPr>
          </a:p>
          <a:p>
            <a:r>
              <a:rPr lang="ko-KR" altLang="en-US" sz="3600" b="1" dirty="0" smtClean="0">
                <a:solidFill>
                  <a:srgbClr val="FF0000"/>
                </a:solidFill>
              </a:rPr>
              <a:t>밖으로 꺼내져서 </a:t>
            </a:r>
            <a:endParaRPr lang="en-US" altLang="ko-KR" sz="3600" b="1" dirty="0" smtClean="0">
              <a:solidFill>
                <a:srgbClr val="FF0000"/>
              </a:solidFill>
            </a:endParaRPr>
          </a:p>
          <a:p>
            <a:r>
              <a:rPr lang="ko-KR" altLang="en-US" sz="3600" b="1" dirty="0" smtClean="0">
                <a:solidFill>
                  <a:srgbClr val="FF0000"/>
                </a:solidFill>
              </a:rPr>
              <a:t>서버에 활용할 수 있게 한 자바스크립트 환경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736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519065" cy="5457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269683" cy="6499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0925299" cy="420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5263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7457704" cy="2422566"/>
          </a:xfrm>
        </p:spPr>
        <p:txBody>
          <a:bodyPr>
            <a:normAutofit/>
          </a:bodyPr>
          <a:lstStyle/>
          <a:p>
            <a:r>
              <a:rPr lang="en-US" altLang="ko-KR" b="1" dirty="0" err="1" smtClean="0"/>
              <a:t>NodeJS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를 설치하면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-1" y="2919352"/>
            <a:ext cx="10082151" cy="24225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 err="1" smtClean="0">
                <a:solidFill>
                  <a:srgbClr val="FF0000"/>
                </a:solidFill>
              </a:rPr>
              <a:t>NodeJS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와 </a:t>
            </a:r>
            <a:r>
              <a:rPr lang="en-US" altLang="ko-KR" b="1" dirty="0" smtClean="0">
                <a:solidFill>
                  <a:srgbClr val="FF0000"/>
                </a:solidFill>
              </a:rPr>
              <a:t>NPM</a:t>
            </a:r>
            <a:r>
              <a:rPr lang="ko-KR" altLang="en-US" b="1" dirty="0" smtClean="0">
                <a:solidFill>
                  <a:srgbClr val="FF0000"/>
                </a:solidFill>
              </a:rPr>
              <a:t>이 설치됨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85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7457704" cy="2422566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NPM</a:t>
            </a:r>
            <a:r>
              <a:rPr lang="ko-KR" altLang="en-US" b="1" dirty="0" smtClean="0"/>
              <a:t>이란</a:t>
            </a:r>
            <a:r>
              <a:rPr lang="en-US" altLang="ko-KR" b="1" dirty="0" smtClean="0"/>
              <a:t>?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-1" y="2919352"/>
            <a:ext cx="10082151" cy="24225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 smtClean="0">
                <a:solidFill>
                  <a:srgbClr val="FF0000"/>
                </a:solidFill>
              </a:rPr>
              <a:t>Node Package Manager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41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7457704" cy="2422566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NPM</a:t>
            </a:r>
            <a:r>
              <a:rPr lang="ko-KR" altLang="en-US" b="1" dirty="0" smtClean="0"/>
              <a:t>이란</a:t>
            </a:r>
            <a:r>
              <a:rPr lang="en-US" altLang="ko-KR" b="1" dirty="0" smtClean="0"/>
              <a:t>?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-1" y="2919352"/>
            <a:ext cx="10082151" cy="24225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 smtClean="0">
                <a:solidFill>
                  <a:srgbClr val="FF0000"/>
                </a:solidFill>
              </a:rPr>
              <a:t>자바스크립트 라이브러리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공개 저장소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385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9145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54</Words>
  <Application>Microsoft Office PowerPoint</Application>
  <PresentationFormat>사용자 지정</PresentationFormat>
  <Paragraphs>18</Paragraphs>
  <Slides>12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Vue 강의자료  NodeJS 설치</vt:lpstr>
      <vt:lpstr>NodeJS 란?</vt:lpstr>
      <vt:lpstr>NodeJS 란?</vt:lpstr>
      <vt:lpstr>NodeJS 란?</vt:lpstr>
      <vt:lpstr>PowerPoint 프레젠테이션</vt:lpstr>
      <vt:lpstr>PowerPoint 프레젠테이션</vt:lpstr>
      <vt:lpstr>PowerPoint 프레젠테이션</vt:lpstr>
      <vt:lpstr>NodeJS 를 설치하면</vt:lpstr>
      <vt:lpstr>NPM이란?</vt:lpstr>
      <vt:lpstr>NPM이란?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hb</cp:lastModifiedBy>
  <cp:revision>7</cp:revision>
  <dcterms:created xsi:type="dcterms:W3CDTF">2020-07-24T04:52:29Z</dcterms:created>
  <dcterms:modified xsi:type="dcterms:W3CDTF">2020-08-01T11:14:05Z</dcterms:modified>
</cp:coreProperties>
</file>