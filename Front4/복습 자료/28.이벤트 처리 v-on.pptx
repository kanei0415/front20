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66" r:id="rId3"/>
    <p:sldId id="267" r:id="rId4"/>
    <p:sldId id="258" r:id="rId5"/>
    <p:sldId id="259" r:id="rId6"/>
    <p:sldId id="261" r:id="rId7"/>
    <p:sldId id="263" r:id="rId8"/>
    <p:sldId id="264" r:id="rId9"/>
    <p:sldId id="265" r:id="rId10"/>
    <p:sldId id="262" r:id="rId11"/>
    <p:sldId id="25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7276F-7BDC-4F92-8AB7-3C36F66728A7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0BB6E-9855-40B9-92C6-F329FABD99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769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B0BB6E-9855-40B9-92C6-F329FABD99E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160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B0BB6E-9855-40B9-92C6-F329FABD99E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160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 smtClean="0">
                <a:solidFill>
                  <a:srgbClr val="FF0000"/>
                </a:solidFill>
              </a:rPr>
              <a:t>v-on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v</a:t>
            </a:r>
            <a:r>
              <a:rPr lang="en-US" altLang="ko-KR" b="1" dirty="0" smtClean="0">
                <a:solidFill>
                  <a:srgbClr val="FF0000"/>
                </a:solidFill>
              </a:rPr>
              <a:t>-on</a:t>
            </a:r>
            <a:r>
              <a:rPr lang="ko-KR" altLang="en-US" b="1" dirty="0" smtClean="0"/>
              <a:t>은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이벤트를 처리하기 위한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속성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98618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v</a:t>
            </a:r>
            <a:r>
              <a:rPr lang="en-US" altLang="ko-KR" b="1" dirty="0" smtClean="0">
                <a:solidFill>
                  <a:srgbClr val="FF0000"/>
                </a:solidFill>
              </a:rPr>
              <a:t>-on</a:t>
            </a:r>
            <a:r>
              <a:rPr lang="ko-KR" altLang="en-US" b="1" dirty="0" err="1" smtClean="0"/>
              <a:t>디렉티브와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 smtClean="0"/>
              <a:t>methods </a:t>
            </a:r>
            <a:r>
              <a:rPr lang="ko-KR" altLang="en-US" b="1" dirty="0" smtClean="0"/>
              <a:t>속성을 같이  활용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15497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291449" cy="6565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854015" y="2199736"/>
            <a:ext cx="2639683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5325" cy="30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267699" cy="6460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854015" y="2182483"/>
            <a:ext cx="287259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099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1602192" cy="2986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7742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63938" cy="6189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854015" y="2078966"/>
            <a:ext cx="237226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742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8372104" cy="651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7742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38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</Words>
  <Application>Microsoft Office PowerPoint</Application>
  <PresentationFormat>사용자 지정</PresentationFormat>
  <Paragraphs>6</Paragraphs>
  <Slides>11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Vue 강의자료  v-on</vt:lpstr>
      <vt:lpstr>v-on은  이벤트를 처리하기 위한  속성</vt:lpstr>
      <vt:lpstr>v-on디렉티브와  methods 속성을 같이  활용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jj</cp:lastModifiedBy>
  <cp:revision>11</cp:revision>
  <dcterms:created xsi:type="dcterms:W3CDTF">2020-07-24T04:52:29Z</dcterms:created>
  <dcterms:modified xsi:type="dcterms:W3CDTF">2020-08-04T11:44:39Z</dcterms:modified>
</cp:coreProperties>
</file>