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58" r:id="rId5"/>
    <p:sldId id="259" r:id="rId6"/>
    <p:sldId id="25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smtClean="0">
                <a:solidFill>
                  <a:srgbClr val="FF0000"/>
                </a:solidFill>
              </a:rPr>
              <a:t>전역 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214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562" y="276046"/>
            <a:ext cx="10288438" cy="4179840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컴포넌트란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ko-KR" altLang="en-US" b="1" dirty="0" smtClean="0"/>
              <a:t>화면을 구성할 수 있는 블록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093195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91" y="276046"/>
            <a:ext cx="11697417" cy="4244196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전역 컴포넌트란</a:t>
            </a:r>
            <a:r>
              <a:rPr lang="en-US" altLang="ko-KR" b="1" dirty="0" smtClean="0">
                <a:solidFill>
                  <a:srgbClr val="FF0000"/>
                </a:solidFill>
              </a:rPr>
              <a:t>?</a:t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en-US" altLang="ko-KR" b="1" dirty="0" smtClean="0">
                <a:solidFill>
                  <a:srgbClr val="FF0000"/>
                </a:solidFill>
              </a:rPr>
              <a:t/>
            </a:r>
            <a:br>
              <a:rPr lang="en-US" altLang="ko-KR" b="1" dirty="0" smtClean="0">
                <a:solidFill>
                  <a:srgbClr val="FF0000"/>
                </a:solidFill>
              </a:rPr>
            </a:br>
            <a:r>
              <a:rPr lang="ko-KR" altLang="en-US" b="1" dirty="0" smtClean="0"/>
              <a:t>어디서든지 사용 가능한 컴포넌트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82424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493330" cy="6001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42867" y="4080295"/>
            <a:ext cx="3735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smtClean="0">
                <a:solidFill>
                  <a:srgbClr val="FF0000"/>
                </a:solidFill>
              </a:rPr>
              <a:t>전역 컴포넌트 등록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585712" y="2188235"/>
            <a:ext cx="355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0000"/>
                </a:solidFill>
              </a:rPr>
              <a:t>전역 </a:t>
            </a:r>
            <a:r>
              <a:rPr lang="ko-KR" altLang="en-US" sz="2400" b="1" smtClean="0">
                <a:solidFill>
                  <a:srgbClr val="FF0000"/>
                </a:solidFill>
              </a:rPr>
              <a:t>컴포넌트 표시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153403" cy="311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</Words>
  <Application>Microsoft Office PowerPoint</Application>
  <PresentationFormat>사용자 지정</PresentationFormat>
  <Paragraphs>6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Vue 강의자료  Vue 전역 컴포넌트</vt:lpstr>
      <vt:lpstr>컴포넌트란?  화면을 구성할 수 있는 블록</vt:lpstr>
      <vt:lpstr>전역 컴포넌트란?  어디서든지 사용 가능한 컴포넌트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8</cp:revision>
  <dcterms:created xsi:type="dcterms:W3CDTF">2020-07-24T04:52:29Z</dcterms:created>
  <dcterms:modified xsi:type="dcterms:W3CDTF">2020-08-03T11:35:59Z</dcterms:modified>
</cp:coreProperties>
</file>