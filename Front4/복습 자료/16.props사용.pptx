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58" r:id="rId5"/>
    <p:sldId id="265" r:id="rId6"/>
    <p:sldId id="266" r:id="rId7"/>
    <p:sldId id="264" r:id="rId8"/>
    <p:sldId id="261" r:id="rId9"/>
    <p:sldId id="259" r:id="rId10"/>
    <p:sldId id="25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2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 fontScale="90000"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/>
              <a:t>는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smtClean="0"/>
              <a:t>컴포넌트에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값을 전달할 때 사용 합니다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89331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3518425"/>
          </a:xfrm>
        </p:spPr>
        <p:txBody>
          <a:bodyPr>
            <a:normAutofit fontScale="90000"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/>
              <a:t>는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smtClean="0"/>
              <a:t>상위 컴포넌트에서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하위 컴포넌트로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값을 전달할 때 사용 합니다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0546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40187" cy="6861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40187" cy="6861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화살표 연결선 2"/>
          <p:cNvCxnSpPr/>
          <p:nvPr/>
        </p:nvCxnSpPr>
        <p:spPr>
          <a:xfrm flipV="1">
            <a:off x="3574473" y="2161309"/>
            <a:ext cx="356259" cy="3111335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71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40187" cy="6861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화살표 연결선 2"/>
          <p:cNvCxnSpPr/>
          <p:nvPr/>
        </p:nvCxnSpPr>
        <p:spPr>
          <a:xfrm flipV="1">
            <a:off x="3574473" y="2161309"/>
            <a:ext cx="356259" cy="3111335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/>
          <p:cNvCxnSpPr/>
          <p:nvPr/>
        </p:nvCxnSpPr>
        <p:spPr>
          <a:xfrm flipH="1">
            <a:off x="2600697" y="2161309"/>
            <a:ext cx="463137" cy="170806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950026" y="5498275"/>
            <a:ext cx="406136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3728852" y="2123703"/>
            <a:ext cx="59376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2238499" y="2084118"/>
            <a:ext cx="133597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932710" y="4172196"/>
            <a:ext cx="104799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179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310551" y="310551"/>
            <a:ext cx="5572664" cy="33729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537711" y="1035169"/>
            <a:ext cx="5009074" cy="257067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84075" y="354332"/>
            <a:ext cx="1929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/>
              <a:t>뷰</a:t>
            </a:r>
            <a:r>
              <a:rPr lang="ko-KR" altLang="en-US" sz="2000" b="1" dirty="0" smtClean="0"/>
              <a:t> </a:t>
            </a:r>
            <a:r>
              <a:rPr lang="ko-KR" altLang="en-US" sz="2000" b="1" dirty="0" err="1" smtClean="0"/>
              <a:t>인스턴스</a:t>
            </a:r>
            <a:endParaRPr lang="en-US" altLang="ko-KR" sz="2000" b="1" dirty="0"/>
          </a:p>
          <a:p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상위 컴포넌트</a:t>
            </a:r>
            <a:r>
              <a:rPr lang="en-US" altLang="ko-KR" sz="2000" b="1" dirty="0" smtClean="0"/>
              <a:t>)</a:t>
            </a:r>
            <a:endParaRPr lang="ko-KR" alt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984074" y="2731695"/>
            <a:ext cx="30853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child-component</a:t>
            </a:r>
          </a:p>
          <a:p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하위 컴포넌트</a:t>
            </a:r>
            <a:r>
              <a:rPr lang="en-US" altLang="ko-KR" sz="2000" b="1" dirty="0" smtClean="0"/>
              <a:t>)</a:t>
            </a:r>
            <a:endParaRPr lang="ko-KR" altLang="en-US" sz="2000" b="1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3913515" y="750498"/>
            <a:ext cx="125083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5141343" y="750498"/>
            <a:ext cx="0" cy="237226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H="1">
            <a:off x="4123425" y="3122762"/>
            <a:ext cx="1043796" cy="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66603" y="1674173"/>
            <a:ext cx="1929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props</a:t>
            </a:r>
            <a:r>
              <a:rPr lang="ko-KR" altLang="en-US" sz="2000" b="1" dirty="0" smtClean="0"/>
              <a:t>를 통해</a:t>
            </a:r>
            <a:endParaRPr lang="en-US" altLang="ko-KR" sz="2000" b="1" dirty="0" smtClean="0"/>
          </a:p>
          <a:p>
            <a:r>
              <a:rPr lang="ko-KR" altLang="en-US" sz="2000" b="1" dirty="0" smtClean="0"/>
              <a:t>데이터 전달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05279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02192" cy="401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0586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</Words>
  <Application>Microsoft Office PowerPoint</Application>
  <PresentationFormat>사용자 지정</PresentationFormat>
  <Paragraphs>10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Vue 강의자료  props사용</vt:lpstr>
      <vt:lpstr>Props는  컴포넌트에  값을 전달할 때 사용 합니다.</vt:lpstr>
      <vt:lpstr>Props는  상위 컴포넌트에서 하위 컴포넌트로  값을 전달할 때 사용 합니다.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12</cp:revision>
  <dcterms:created xsi:type="dcterms:W3CDTF">2020-07-24T04:52:29Z</dcterms:created>
  <dcterms:modified xsi:type="dcterms:W3CDTF">2020-08-16T14:59:37Z</dcterms:modified>
</cp:coreProperties>
</file>