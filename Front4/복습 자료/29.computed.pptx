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0" r:id="rId2"/>
    <p:sldId id="266" r:id="rId3"/>
    <p:sldId id="267" r:id="rId4"/>
    <p:sldId id="268" r:id="rId5"/>
    <p:sldId id="269" r:id="rId6"/>
    <p:sldId id="258" r:id="rId7"/>
    <p:sldId id="259" r:id="rId8"/>
    <p:sldId id="270" r:id="rId9"/>
    <p:sldId id="261" r:id="rId10"/>
    <p:sldId id="262" r:id="rId11"/>
    <p:sldId id="271" r:id="rId12"/>
    <p:sldId id="263" r:id="rId13"/>
    <p:sldId id="265" r:id="rId14"/>
    <p:sldId id="257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558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91BFA2-9B7C-4895-ADEE-7C9D47B5E153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7454DB-40E1-4A12-B05D-03FFD6D87A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614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B0BB6E-9855-40B9-92C6-F329FABD99E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160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B0BB6E-9855-40B9-92C6-F329FABD99E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160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B0BB6E-9855-40B9-92C6-F329FABD99E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160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B0BB6E-9855-40B9-92C6-F329FABD99E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1601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B0BB6E-9855-40B9-92C6-F329FABD99E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1601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B0BB6E-9855-40B9-92C6-F329FABD99E9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160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smtClean="0"/>
              <a:t>강의자료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 smtClean="0">
                <a:solidFill>
                  <a:srgbClr val="FF0000"/>
                </a:solidFill>
              </a:rPr>
              <a:t>computed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8532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182882"/>
          </a:xfrm>
        </p:spPr>
        <p:txBody>
          <a:bodyPr>
            <a:normAutofit/>
          </a:bodyPr>
          <a:lstStyle/>
          <a:p>
            <a:r>
              <a:rPr lang="ko-KR" altLang="en-US" sz="4800" b="1" dirty="0" smtClean="0"/>
              <a:t>데이터를 가공하는 </a:t>
            </a:r>
            <a:r>
              <a:rPr lang="en-US" altLang="ko-KR" sz="4800" b="1" dirty="0" smtClean="0"/>
              <a:t/>
            </a:r>
            <a:br>
              <a:rPr lang="en-US" altLang="ko-KR" sz="4800" b="1" dirty="0" smtClean="0"/>
            </a:br>
            <a:r>
              <a:rPr lang="ko-KR" altLang="en-US" sz="4800" b="1" dirty="0" smtClean="0">
                <a:solidFill>
                  <a:srgbClr val="FF0000"/>
                </a:solidFill>
              </a:rPr>
              <a:t>복잡한 연산</a:t>
            </a:r>
            <a:r>
              <a:rPr lang="ko-KR" altLang="en-US" sz="4800" b="1" dirty="0" smtClean="0"/>
              <a:t>은 </a:t>
            </a:r>
            <a:r>
              <a:rPr lang="en-US" altLang="ko-KR" sz="4800" b="1" dirty="0" smtClean="0"/>
              <a:t/>
            </a:r>
            <a:br>
              <a:rPr lang="en-US" altLang="ko-KR" sz="4800" b="1" dirty="0" smtClean="0"/>
            </a:br>
            <a:r>
              <a:rPr lang="ko-KR" altLang="en-US" sz="4800" b="1" dirty="0" err="1" smtClean="0">
                <a:solidFill>
                  <a:srgbClr val="0070C0"/>
                </a:solidFill>
              </a:rPr>
              <a:t>뷰</a:t>
            </a:r>
            <a:r>
              <a:rPr lang="ko-KR" altLang="en-US" sz="4800" b="1" dirty="0" smtClean="0">
                <a:solidFill>
                  <a:srgbClr val="0070C0"/>
                </a:solidFill>
              </a:rPr>
              <a:t> </a:t>
            </a:r>
            <a:r>
              <a:rPr lang="ko-KR" altLang="en-US" sz="4800" b="1" dirty="0" err="1" smtClean="0">
                <a:solidFill>
                  <a:srgbClr val="0070C0"/>
                </a:solidFill>
              </a:rPr>
              <a:t>인스턴스</a:t>
            </a:r>
            <a:r>
              <a:rPr lang="ko-KR" altLang="en-US" sz="4800" b="1" dirty="0" smtClean="0">
                <a:solidFill>
                  <a:srgbClr val="0070C0"/>
                </a:solidFill>
              </a:rPr>
              <a:t> 안에서</a:t>
            </a:r>
            <a:r>
              <a:rPr lang="ko-KR" altLang="en-US" sz="4800" b="1" dirty="0" smtClean="0"/>
              <a:t> 하고</a:t>
            </a:r>
            <a:r>
              <a:rPr lang="en-US" altLang="ko-KR" sz="4800" b="1" dirty="0" smtClean="0"/>
              <a:t/>
            </a:r>
            <a:br>
              <a:rPr lang="en-US" altLang="ko-KR" sz="4800" b="1" dirty="0" smtClean="0"/>
            </a:br>
            <a:r>
              <a:rPr lang="en-US" altLang="ko-KR" sz="4800" b="1" dirty="0" smtClean="0"/>
              <a:t/>
            </a:r>
            <a:br>
              <a:rPr lang="en-US" altLang="ko-KR" sz="4800" b="1" dirty="0" smtClean="0"/>
            </a:br>
            <a:r>
              <a:rPr lang="ko-KR" altLang="en-US" sz="4800" b="1" dirty="0" smtClean="0"/>
              <a:t>최종적으로 </a:t>
            </a:r>
            <a:r>
              <a:rPr lang="en-US" altLang="ko-KR" sz="4800" b="1" dirty="0" smtClean="0"/>
              <a:t>HTML</a:t>
            </a:r>
            <a:r>
              <a:rPr lang="ko-KR" altLang="en-US" sz="4800" b="1" dirty="0" smtClean="0"/>
              <a:t>에는 </a:t>
            </a:r>
            <a:r>
              <a:rPr lang="en-US" altLang="ko-KR" sz="4800" b="1" dirty="0" smtClean="0"/>
              <a:t/>
            </a:r>
            <a:br>
              <a:rPr lang="en-US" altLang="ko-KR" sz="4800" b="1" dirty="0" smtClean="0"/>
            </a:br>
            <a:r>
              <a:rPr lang="ko-KR" altLang="en-US" sz="4800" b="1" dirty="0" smtClean="0"/>
              <a:t>데이터만 표현해야 함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849125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 smtClean="0"/>
              <a:t>이것을 위해서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>computed </a:t>
            </a:r>
            <a:r>
              <a:rPr lang="ko-KR" altLang="en-US" b="1" dirty="0" smtClean="0"/>
              <a:t>속성이 만들어짐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324915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computed</a:t>
            </a:r>
            <a:r>
              <a:rPr lang="ko-KR" altLang="en-US" b="1" dirty="0" smtClean="0"/>
              <a:t>는 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smtClean="0"/>
              <a:t>계산된 속성을 저장함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621555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 smtClean="0"/>
              <a:t>computed </a:t>
            </a:r>
            <a:r>
              <a:rPr lang="ko-KR" altLang="en-US" b="1" dirty="0" smtClean="0"/>
              <a:t>방식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59236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626431" cy="6595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1863449" cy="2819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 smtClean="0"/>
              <a:t>methods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방식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404811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48375" cy="637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8057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1424062" cy="2917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4682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 smtClean="0"/>
              <a:t>computed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방식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3074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6038850" cy="642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4682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24062" cy="304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9704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21</Words>
  <Application>Microsoft Office PowerPoint</Application>
  <PresentationFormat>사용자 지정</PresentationFormat>
  <Paragraphs>14</Paragraphs>
  <Slides>14</Slides>
  <Notes>6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5" baseType="lpstr">
      <vt:lpstr>Office 테마</vt:lpstr>
      <vt:lpstr>Vue 강의자료  computed</vt:lpstr>
      <vt:lpstr>데이터를 가공하는  복잡한 연산은  뷰 인스턴스 안에서 하고  최종적으로 HTML에는  데이터만 표현해야 함</vt:lpstr>
      <vt:lpstr>이것을 위해서 computed 속성이 만들어짐</vt:lpstr>
      <vt:lpstr>computed는  계산된 속성을 저장함</vt:lpstr>
      <vt:lpstr>computed 방식</vt:lpstr>
      <vt:lpstr>PowerPoint 프레젠테이션</vt:lpstr>
      <vt:lpstr>PowerPoint 프레젠테이션</vt:lpstr>
      <vt:lpstr>methods 방식</vt:lpstr>
      <vt:lpstr>PowerPoint 프레젠테이션</vt:lpstr>
      <vt:lpstr>PowerPoint 프레젠테이션</vt:lpstr>
      <vt:lpstr>computed 방식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jj</cp:lastModifiedBy>
  <cp:revision>11</cp:revision>
  <dcterms:created xsi:type="dcterms:W3CDTF">2020-07-24T04:52:29Z</dcterms:created>
  <dcterms:modified xsi:type="dcterms:W3CDTF">2020-08-04T11:43:23Z</dcterms:modified>
</cp:coreProperties>
</file>