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8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>
                <a:solidFill>
                  <a:srgbClr val="FF0000"/>
                </a:solidFill>
              </a:rPr>
              <a:t>데이터 바인딩 </a:t>
            </a:r>
            <a:r>
              <a:rPr lang="en-US" altLang="ko-KR" b="1" smtClean="0">
                <a:solidFill>
                  <a:srgbClr val="FF0000"/>
                </a:solidFill>
              </a:rPr>
              <a:t>(v-bind)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데이터 바인딩이란</a:t>
            </a:r>
            <a:r>
              <a:rPr lang="en-US" altLang="ko-KR" b="1" dirty="0" smtClean="0"/>
              <a:t>?</a:t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data binding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7019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3544305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HTML </a:t>
            </a:r>
            <a:r>
              <a:rPr lang="ko-KR" altLang="en-US" b="1" dirty="0" smtClean="0"/>
              <a:t>요소에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/>
              <a:t>뷰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인스턴스의</a:t>
            </a:r>
            <a:r>
              <a:rPr lang="ko-KR" altLang="en-US" b="1" dirty="0" smtClean="0"/>
              <a:t> 데이터를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사용할 수 있게 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7865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53154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v</a:t>
            </a:r>
            <a:r>
              <a:rPr lang="en-US" altLang="ko-KR" b="1" dirty="0" smtClean="0"/>
              <a:t>-bind </a:t>
            </a:r>
            <a:br>
              <a:rPr lang="en-US" altLang="ko-KR" b="1" dirty="0" smtClean="0"/>
            </a:br>
            <a:r>
              <a:rPr lang="ko-KR" altLang="en-US" b="1" dirty="0" err="1" smtClean="0"/>
              <a:t>디렉티브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지시어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를 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8586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72696" cy="664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V="1">
            <a:off x="1380226" y="2122098"/>
            <a:ext cx="789317" cy="2424023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1532626" y="2380891"/>
            <a:ext cx="951782" cy="238951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1532626" y="2665562"/>
            <a:ext cx="1029419" cy="235501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010899" cy="391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</Words>
  <Application>Microsoft Office PowerPoint</Application>
  <PresentationFormat>사용자 지정</PresentationFormat>
  <Paragraphs>5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Vue 강의자료  데이터 바인딩 (v-bind)</vt:lpstr>
      <vt:lpstr>데이터 바인딩이란? (data binding)</vt:lpstr>
      <vt:lpstr> HTML 요소에 뷰 인스턴스의 데이터를  사용할 수 있게 함</vt:lpstr>
      <vt:lpstr>v-bind  디렉티브(지시어)를 사용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6</cp:revision>
  <dcterms:created xsi:type="dcterms:W3CDTF">2020-07-24T04:52:29Z</dcterms:created>
  <dcterms:modified xsi:type="dcterms:W3CDTF">2020-08-04T11:29:32Z</dcterms:modified>
</cp:coreProperties>
</file>