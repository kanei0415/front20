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8" r:id="rId3"/>
    <p:sldId id="259" r:id="rId4"/>
    <p:sldId id="261" r:id="rId5"/>
    <p:sldId id="262" r:id="rId6"/>
    <p:sldId id="263" r:id="rId7"/>
    <p:sldId id="264" r:id="rId8"/>
    <p:sldId id="269" r:id="rId9"/>
    <p:sldId id="266" r:id="rId10"/>
    <p:sldId id="270" r:id="rId11"/>
    <p:sldId id="267" r:id="rId12"/>
    <p:sldId id="268" r:id="rId13"/>
    <p:sldId id="265" r:id="rId14"/>
    <p:sldId id="257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A60AE3-B3ED-4E3D-9372-ECE333D7F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111084E-B3A3-488D-B6F0-9B49F68F31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FAF163-3992-4040-BDAE-27FED55A7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E66CF5-352A-4019-B70E-B65DE0F5E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F6C434-26A8-4242-B33F-402169645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491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C9C565-2DA9-4242-87D7-8F4D0FC51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78B137-7597-4F7E-9685-E87BCC176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B5D4C8-93E0-48C1-8918-0D184CD48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FAA92B-55E1-4782-A355-8583A5660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DBD77E-B81D-418A-8183-5B1A8DE96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5727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4D2D17-26F6-489F-98A6-31A72A500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5FA90D0-40E9-4DA5-A8CA-A15B9918F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AC5E86-B71F-49DE-A232-8AF783458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929F0B-984E-40CD-B8AD-3C1E1C70A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EC4380-4890-4B51-BDA9-7D4CA7066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5527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66EEC1-CB96-45B4-9E54-E2614D113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E93620-398D-425E-9F4A-57E0B619AA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D7D6826-9CD0-40EA-8D97-F224B34CB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30C1ADC-A37C-4AD3-A181-F37C25DF9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2021-02-08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85BBA3C-969A-4E9A-AEAA-C1F5BBC2B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0198E27-2067-4C54-B9B5-2C90C9862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4708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C698B4-286A-4E43-B83D-BFC09A890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932CAF1-9569-4F40-9322-3D9115DDA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E78BA8E-9759-445B-9454-5BD859B60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F6B0EB0-306A-4469-9E2E-2668CE72DA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36EBCD2-569E-4686-B335-00AC52D57C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67B924B-1F63-4668-9F27-DABCDD4BD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2021-02-08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37B2F25-3FB1-41DF-917F-96E785AC9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696110A-8EE2-4477-BA46-BAD1155F1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1377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C6D661-0AE0-4A39-9295-F5A374596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C7DC0D1-3201-414F-AAA4-044FB95B5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2021-02-08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0EFBC13-BB25-4831-B50D-F2C93FEBF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DC7677F-67C7-4A12-9099-A61992064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3887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DAE8CD5-27A8-4913-AA78-D8084F1DD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2021-02-08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F530F6B-894B-496D-B5B8-7009A69F3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1EA277-61F3-4F94-93BC-277C599C0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9165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733B66-4F35-472C-875F-EC1BEAE8C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FDEE53-BF68-4B22-9310-E98B1994F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32AEA08-6629-4B0B-A7A8-6C9784176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E1A68AF-CD30-40DE-B1F9-8DE4421E9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2021-02-08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B5A9A10-8403-4CD3-876C-34ED3021A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356746F-414F-45A1-8FA9-652FC8561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5345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7EC89E-A179-4D41-9AC0-506076946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82EF334-EBD6-45BA-9ADD-504D08E8B1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378B46F-D774-47ED-9299-93BD966F5A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9137BB2-1E58-4361-AA02-0759ABAB1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2021-02-08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85E63B9-5E6F-4C05-83B8-0EDCA14EC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D07B4CA-54A4-4783-AA62-C55071436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8613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5DDC15-1FBF-4FED-AAE3-A45587FEC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08F82DA-AF5D-4771-855D-D12471491A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9E77A3-8773-4A1C-B628-F7E33D562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5E9043-87B2-4A01-89A1-60A0AB02E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467C25-CA83-4C75-9687-F840AA60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8470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F778D5A-DF75-4088-95F7-C3A793BC0D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B5C191C-8EF4-4FB4-B9A3-F498921E65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98FF33-E69D-441A-9E83-854CAAFA8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8C4BF3-022F-454E-B7FF-12B58F9CA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F4F011-1EF5-48C5-83EF-56180B05F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997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7041561-D6B4-4F35-97D9-91B6E56F1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48DE5F2-DC99-471C-BCB6-11EB57753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70BA47-1E61-46C4-B875-17AE425C9A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2F9B60-EB7D-4950-BDEB-48903CF55AB8}" type="datetimeFigureOut">
              <a:rPr lang="ko-KR" altLang="en-US" smtClean="0"/>
              <a:t>2021-02-08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222B51-3B3D-4B2F-AF53-4FE78F6A67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CAE1D6-3175-477B-ACB5-657DF855D3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8800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3333523"/>
          </a:xfrm>
        </p:spPr>
        <p:txBody>
          <a:bodyPr>
            <a:normAutofit/>
          </a:bodyPr>
          <a:lstStyle/>
          <a:p>
            <a:r>
              <a:rPr lang="en-US" altLang="ko-KR" b="1" dirty="0" err="1"/>
              <a:t>Vue</a:t>
            </a:r>
            <a:r>
              <a:rPr lang="en-US" altLang="ko-KR" b="1" dirty="0"/>
              <a:t> </a:t>
            </a:r>
            <a:r>
              <a:rPr lang="ko-KR" altLang="en-US" b="1" dirty="0" smtClean="0"/>
              <a:t>강의자료</a:t>
            </a:r>
            <a:r>
              <a:rPr lang="en-US" altLang="ko-KR" b="1" dirty="0" smtClean="0"/>
              <a:t/>
            </a:r>
            <a:br>
              <a:rPr lang="en-US" altLang="ko-KR" b="1" dirty="0" smtClean="0"/>
            </a:br>
            <a:r>
              <a:rPr lang="en-US" altLang="ko-KR" b="1" dirty="0" smtClean="0"/>
              <a:t/>
            </a:r>
            <a:br>
              <a:rPr lang="en-US" altLang="ko-KR" b="1" dirty="0" smtClean="0"/>
            </a:br>
            <a:r>
              <a:rPr lang="en-US" altLang="ko-KR" b="1" dirty="0" smtClean="0">
                <a:solidFill>
                  <a:srgbClr val="FF0000"/>
                </a:solidFill>
              </a:rPr>
              <a:t>Atom</a:t>
            </a:r>
            <a:r>
              <a:rPr lang="ko-KR" altLang="en-US" b="1" dirty="0" smtClean="0">
                <a:solidFill>
                  <a:srgbClr val="FF0000"/>
                </a:solidFill>
              </a:rPr>
              <a:t> 에디터 설치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6158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134600" cy="56486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2006600" y="1581666"/>
            <a:ext cx="3378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smtClean="0">
                <a:solidFill>
                  <a:srgbClr val="FF0000"/>
                </a:solidFill>
              </a:rPr>
              <a:t>아톰 에디터 검색</a:t>
            </a:r>
            <a:endParaRPr lang="ko-KR" altLang="en-US" sz="2800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3881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8286750" cy="6865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10036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638" y="217488"/>
            <a:ext cx="5872162" cy="58123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10733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32906"/>
            <a:ext cx="6997700" cy="682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10733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327900" cy="64900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직사각형 1"/>
          <p:cNvSpPr/>
          <p:nvPr/>
        </p:nvSpPr>
        <p:spPr>
          <a:xfrm>
            <a:off x="0" y="1562100"/>
            <a:ext cx="812800" cy="393700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4968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795000" cy="60188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직사각형 2"/>
          <p:cNvSpPr/>
          <p:nvPr/>
        </p:nvSpPr>
        <p:spPr>
          <a:xfrm>
            <a:off x="7670800" y="1365250"/>
            <a:ext cx="3213100" cy="2063750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4968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573338"/>
          </a:xfrm>
        </p:spPr>
        <p:txBody>
          <a:bodyPr>
            <a:normAutofit/>
          </a:bodyPr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set-</a:t>
            </a:r>
            <a:r>
              <a:rPr lang="en-US" altLang="ko-KR" b="1" dirty="0" err="1" smtClean="0">
                <a:solidFill>
                  <a:srgbClr val="FF0000"/>
                </a:solidFill>
              </a:rPr>
              <a:t>ui</a:t>
            </a:r>
            <a:r>
              <a:rPr lang="en-US" altLang="ko-KR" b="1" dirty="0" smtClean="0">
                <a:solidFill>
                  <a:srgbClr val="FF0000"/>
                </a:solidFill>
              </a:rPr>
              <a:t> </a:t>
            </a:r>
            <a:r>
              <a:rPr lang="ko-KR" altLang="en-US" b="1" dirty="0" smtClean="0">
                <a:solidFill>
                  <a:srgbClr val="FF0000"/>
                </a:solidFill>
              </a:rPr>
              <a:t>테마 설치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5050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15475" cy="6429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직사각형 2"/>
          <p:cNvSpPr/>
          <p:nvPr/>
        </p:nvSpPr>
        <p:spPr>
          <a:xfrm>
            <a:off x="6959600" y="1504950"/>
            <a:ext cx="2555875" cy="1365250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254000" y="1473527"/>
            <a:ext cx="35179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 smtClean="0">
                <a:solidFill>
                  <a:srgbClr val="FF0000"/>
                </a:solidFill>
              </a:rPr>
              <a:t>파일 아이콘 식별을 </a:t>
            </a:r>
            <a:endParaRPr lang="en-US" altLang="ko-KR" sz="2800" b="1" dirty="0" smtClean="0">
              <a:solidFill>
                <a:srgbClr val="FF0000"/>
              </a:solidFill>
            </a:endParaRPr>
          </a:p>
          <a:p>
            <a:r>
              <a:rPr lang="ko-KR" altLang="en-US" sz="2800" b="1" dirty="0" smtClean="0">
                <a:solidFill>
                  <a:srgbClr val="FF0000"/>
                </a:solidFill>
              </a:rPr>
              <a:t>좋게 만드는 </a:t>
            </a:r>
            <a:r>
              <a:rPr lang="en-US" altLang="ko-KR" sz="2800" b="1" dirty="0" err="1" smtClean="0">
                <a:solidFill>
                  <a:srgbClr val="FF0000"/>
                </a:solidFill>
              </a:rPr>
              <a:t>ui</a:t>
            </a:r>
            <a:endParaRPr lang="ko-KR" altLang="en-US" sz="2800" b="1" dirty="0">
              <a:solidFill>
                <a:srgbClr val="FF0000"/>
              </a:solidFill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0" y="2547118"/>
            <a:ext cx="46217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 err="1" smtClean="0">
                <a:solidFill>
                  <a:srgbClr val="FF0000"/>
                </a:solidFill>
                <a:latin typeface="맑은 고딕" panose="020B0503020000020004" pitchFamily="50" charset="-127"/>
              </a:rPr>
              <a:t>확장자</a:t>
            </a:r>
            <a:r>
              <a:rPr lang="ko-KR" altLang="en-US" sz="2400" b="1" dirty="0" smtClean="0">
                <a:solidFill>
                  <a:srgbClr val="FF0000"/>
                </a:solidFill>
                <a:latin typeface="맑은 고딕" panose="020B0503020000020004" pitchFamily="50" charset="-127"/>
              </a:rPr>
              <a:t> 별 </a:t>
            </a:r>
            <a:r>
              <a:rPr lang="ko-KR" altLang="en-US" sz="2400" b="1" dirty="0">
                <a:solidFill>
                  <a:srgbClr val="FF0000"/>
                </a:solidFill>
                <a:latin typeface="맑은 고딕" panose="020B0503020000020004" pitchFamily="50" charset="-127"/>
              </a:rPr>
              <a:t>다양한 아이콘이 제공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8789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2300" y="1122363"/>
            <a:ext cx="11176000" cy="2573338"/>
          </a:xfrm>
        </p:spPr>
        <p:txBody>
          <a:bodyPr>
            <a:norm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a</a:t>
            </a:r>
            <a:r>
              <a:rPr lang="en-US" altLang="ko-KR" b="1" dirty="0" smtClean="0">
                <a:solidFill>
                  <a:srgbClr val="FF0000"/>
                </a:solidFill>
              </a:rPr>
              <a:t>tom-material-syntax-dark </a:t>
            </a:r>
            <a:br>
              <a:rPr lang="en-US" altLang="ko-KR" b="1" dirty="0" smtClean="0">
                <a:solidFill>
                  <a:srgbClr val="FF0000"/>
                </a:solidFill>
              </a:rPr>
            </a:br>
            <a:r>
              <a:rPr lang="ko-KR" altLang="en-US" b="1" dirty="0" smtClean="0">
                <a:solidFill>
                  <a:srgbClr val="FF0000"/>
                </a:solidFill>
              </a:rPr>
              <a:t>테마 설치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5169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8305800" cy="66429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직사각형 2"/>
          <p:cNvSpPr/>
          <p:nvPr/>
        </p:nvSpPr>
        <p:spPr>
          <a:xfrm>
            <a:off x="5994401" y="981074"/>
            <a:ext cx="2311400" cy="1609725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/>
          <p:cNvSpPr/>
          <p:nvPr/>
        </p:nvSpPr>
        <p:spPr>
          <a:xfrm>
            <a:off x="6058578" y="2969740"/>
            <a:ext cx="596188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rgbClr val="FF0000"/>
                </a:solidFill>
                <a:latin typeface="맑은 고딕" panose="020B0503020000020004" pitchFamily="50" charset="-127"/>
              </a:rPr>
              <a:t>소스코드의 문법이 더욱 </a:t>
            </a:r>
            <a:r>
              <a:rPr lang="ko-KR" altLang="en-US" sz="2400" b="1" dirty="0" err="1" smtClean="0">
                <a:solidFill>
                  <a:srgbClr val="FF0000"/>
                </a:solidFill>
                <a:latin typeface="맑은 고딕" panose="020B0503020000020004" pitchFamily="50" charset="-127"/>
              </a:rPr>
              <a:t>가독성</a:t>
            </a:r>
            <a:r>
              <a:rPr lang="ko-KR" altLang="en-US" sz="2400" b="1" dirty="0" smtClean="0">
                <a:solidFill>
                  <a:srgbClr val="FF0000"/>
                </a:solidFill>
                <a:latin typeface="맑은 고딕" panose="020B0503020000020004" pitchFamily="50" charset="-127"/>
              </a:rPr>
              <a:t> 있게 </a:t>
            </a:r>
            <a:r>
              <a:rPr lang="ko-KR" altLang="en-US" sz="2400" b="1" dirty="0">
                <a:solidFill>
                  <a:srgbClr val="FF0000"/>
                </a:solidFill>
                <a:latin typeface="맑은 고딕" panose="020B0503020000020004" pitchFamily="50" charset="-127"/>
              </a:rPr>
              <a:t>변경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8789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8789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4968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483504"/>
          </a:xfrm>
        </p:spPr>
        <p:txBody>
          <a:bodyPr>
            <a:normAutofit/>
          </a:bodyPr>
          <a:lstStyle/>
          <a:p>
            <a:r>
              <a:rPr lang="ko-KR" altLang="en-US" sz="9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1266215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27</Words>
  <Application>Microsoft Office PowerPoint</Application>
  <PresentationFormat>와이드스크린</PresentationFormat>
  <Paragraphs>9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7" baseType="lpstr">
      <vt:lpstr>맑은 고딕</vt:lpstr>
      <vt:lpstr>Arial</vt:lpstr>
      <vt:lpstr>Office 테마</vt:lpstr>
      <vt:lpstr>Vue 강의자료  Atom 에디터 설치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set-ui 테마 설치</vt:lpstr>
      <vt:lpstr>PowerPoint 프레젠테이션</vt:lpstr>
      <vt:lpstr>atom-material-syntax-dark  테마 설치</vt:lpstr>
      <vt:lpstr>PowerPoint 프레젠테이션</vt:lpstr>
      <vt:lpstr>PowerPoint 프레젠테이션</vt:lpstr>
      <vt:lpstr>PowerPoint 프레젠테이션</vt:lpstr>
      <vt:lpstr>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Vue 강의자료</dc:title>
  <dc:creator>s</dc:creator>
  <cp:lastModifiedBy>lok</cp:lastModifiedBy>
  <cp:revision>11</cp:revision>
  <dcterms:created xsi:type="dcterms:W3CDTF">2020-07-24T04:52:29Z</dcterms:created>
  <dcterms:modified xsi:type="dcterms:W3CDTF">2021-02-08T08:00:49Z</dcterms:modified>
</cp:coreProperties>
</file>