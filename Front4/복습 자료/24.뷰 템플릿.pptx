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67" r:id="rId3"/>
    <p:sldId id="268" r:id="rId4"/>
    <p:sldId id="269" r:id="rId5"/>
    <p:sldId id="266" r:id="rId6"/>
    <p:sldId id="259" r:id="rId7"/>
    <p:sldId id="270" r:id="rId8"/>
    <p:sldId id="264" r:id="rId9"/>
    <p:sldId id="271" r:id="rId10"/>
    <p:sldId id="262" r:id="rId11"/>
    <p:sldId id="25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BEA8D-BBA0-45F0-AF66-B2DD1443A946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5E7C3-597F-46A1-A751-DA83FBD05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919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b="1" dirty="0" smtClean="0">
                <a:solidFill>
                  <a:srgbClr val="FF0000"/>
                </a:solidFill>
              </a:rPr>
              <a:t> 템플릿 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985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ko-KR" altLang="en-US" b="1" dirty="0" err="1" smtClean="0"/>
              <a:t>뷰</a:t>
            </a:r>
            <a:r>
              <a:rPr lang="ko-KR" altLang="en-US" b="1" dirty="0" smtClean="0"/>
              <a:t> 템플릿이란</a:t>
            </a:r>
            <a:r>
              <a:rPr lang="en-US" altLang="ko-KR" b="1" dirty="0" smtClean="0"/>
              <a:t>?</a:t>
            </a:r>
            <a:br>
              <a:rPr lang="en-US" altLang="ko-KR" b="1" dirty="0" smtClean="0"/>
            </a:br>
            <a:r>
              <a:rPr lang="en-US" altLang="ko-KR" b="1" dirty="0" smtClean="0"/>
              <a:t>(</a:t>
            </a:r>
            <a:r>
              <a:rPr lang="en-US" altLang="ko-KR" b="1" dirty="0" smtClean="0">
                <a:solidFill>
                  <a:srgbClr val="FF0000"/>
                </a:solidFill>
              </a:rPr>
              <a:t>template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49739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3544305"/>
          </a:xfrm>
        </p:spPr>
        <p:txBody>
          <a:bodyPr>
            <a:normAutofit fontScale="90000"/>
          </a:bodyPr>
          <a:lstStyle/>
          <a:p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err="1" smtClean="0"/>
              <a:t>뷰</a:t>
            </a:r>
            <a:r>
              <a:rPr lang="ko-KR" altLang="en-US" b="1" dirty="0" smtClean="0"/>
              <a:t> 템플릿 이란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HTML, CSS </a:t>
            </a:r>
            <a:r>
              <a:rPr lang="ko-KR" altLang="en-US" b="1" dirty="0" smtClean="0"/>
              <a:t>등의 </a:t>
            </a:r>
            <a:r>
              <a:rPr lang="ko-KR" altLang="en-US" b="1" dirty="0" err="1" smtClean="0"/>
              <a:t>마크업</a:t>
            </a:r>
            <a:r>
              <a:rPr lang="ko-KR" altLang="en-US" b="1" dirty="0" smtClean="0"/>
              <a:t> 속성과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err="1" smtClean="0"/>
              <a:t>뷰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인스턴스에서</a:t>
            </a:r>
            <a:r>
              <a:rPr lang="ko-KR" altLang="en-US" b="1" dirty="0" smtClean="0"/>
              <a:t> 정의한 데이터 </a:t>
            </a:r>
            <a:r>
              <a:rPr lang="ko-KR" altLang="en-US" b="1" dirty="0" err="1" smtClean="0"/>
              <a:t>로직을</a:t>
            </a:r>
            <a:r>
              <a:rPr lang="ko-KR" altLang="en-US" b="1" dirty="0" smtClean="0"/>
              <a:t> 연결해줌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84147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ko-KR" altLang="en-US" b="1" dirty="0" err="1" smtClean="0"/>
              <a:t>뷰</a:t>
            </a:r>
            <a:r>
              <a:rPr lang="ko-KR" altLang="en-US" b="1" dirty="0" smtClean="0"/>
              <a:t> 템플릿 미사용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9246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07086" cy="611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1232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217725" cy="3503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ko-KR" altLang="en-US" b="1" dirty="0" err="1" smtClean="0"/>
              <a:t>뷰</a:t>
            </a:r>
            <a:r>
              <a:rPr lang="ko-KR" altLang="en-US" b="1" dirty="0" smtClean="0"/>
              <a:t> 템플릿 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14912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13964" cy="645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1104181" y="5184475"/>
            <a:ext cx="302787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/>
          <p:cNvCxnSpPr/>
          <p:nvPr/>
        </p:nvCxnSpPr>
        <p:spPr>
          <a:xfrm>
            <a:off x="1742536" y="4666891"/>
            <a:ext cx="1216324" cy="301924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120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13964" cy="645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1104181" y="5184475"/>
            <a:ext cx="302787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191710" y="4722810"/>
            <a:ext cx="7244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HTML, VUE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속성이 사용 가능한 일종의 덩어리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649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97735" cy="3948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6538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20</Words>
  <Application>Microsoft Office PowerPoint</Application>
  <PresentationFormat>사용자 지정</PresentationFormat>
  <Paragraphs>7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Vue 강의자료  뷰 템플릿 사용</vt:lpstr>
      <vt:lpstr>뷰 템플릿이란? (template)</vt:lpstr>
      <vt:lpstr> 뷰 템플릿 이란 HTML, CSS 등의 마크업 속성과 뷰 인스턴스에서 정의한 데이터 로직을 연결해줌</vt:lpstr>
      <vt:lpstr>뷰 템플릿 미사용</vt:lpstr>
      <vt:lpstr>PowerPoint 프레젠테이션</vt:lpstr>
      <vt:lpstr>PowerPoint 프레젠테이션</vt:lpstr>
      <vt:lpstr>뷰 템플릿 사용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13</cp:revision>
  <dcterms:created xsi:type="dcterms:W3CDTF">2020-07-24T04:52:29Z</dcterms:created>
  <dcterms:modified xsi:type="dcterms:W3CDTF">2020-08-16T15:21:55Z</dcterms:modified>
</cp:coreProperties>
</file>