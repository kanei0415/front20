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8" r:id="rId4"/>
    <p:sldId id="262" r:id="rId5"/>
    <p:sldId id="263" r:id="rId6"/>
    <p:sldId id="259" r:id="rId7"/>
    <p:sldId id="268" r:id="rId8"/>
    <p:sldId id="269" r:id="rId9"/>
    <p:sldId id="270" r:id="rId10"/>
    <p:sldId id="271" r:id="rId11"/>
    <p:sldId id="272" r:id="rId12"/>
    <p:sldId id="273" r:id="rId13"/>
    <p:sldId id="264" r:id="rId14"/>
    <p:sldId id="265" r:id="rId15"/>
    <p:sldId id="266" r:id="rId16"/>
    <p:sldId id="267" r:id="rId17"/>
    <p:sldId id="257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 err="1" smtClean="0">
                <a:solidFill>
                  <a:srgbClr val="FF0000"/>
                </a:solidFill>
              </a:rPr>
              <a:t>Vue</a:t>
            </a:r>
            <a:r>
              <a:rPr lang="en-US" altLang="ko-KR" b="1" dirty="0" smtClean="0">
                <a:solidFill>
                  <a:srgbClr val="FF0000"/>
                </a:solidFill>
              </a:rPr>
              <a:t> CLI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650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259" y="641268"/>
            <a:ext cx="11649693" cy="2897579"/>
          </a:xfrm>
        </p:spPr>
        <p:txBody>
          <a:bodyPr>
            <a:norm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Vue</a:t>
            </a:r>
            <a:r>
              <a:rPr lang="en-US" altLang="ko-KR" b="1" dirty="0" smtClean="0">
                <a:solidFill>
                  <a:srgbClr val="FF0000"/>
                </a:solidFill>
              </a:rPr>
              <a:t> CLI</a:t>
            </a:r>
            <a:br>
              <a:rPr lang="en-US" altLang="ko-KR" b="1" dirty="0" smtClean="0">
                <a:solidFill>
                  <a:srgbClr val="FF0000"/>
                </a:solidFill>
              </a:rPr>
            </a:br>
            <a:r>
              <a:rPr lang="en-US" altLang="ko-KR" b="1" dirty="0" smtClean="0"/>
              <a:t>:</a:t>
            </a:r>
            <a:r>
              <a:rPr lang="en-US" altLang="ko-KR" b="1" dirty="0" err="1" smtClean="0"/>
              <a:t>Vue</a:t>
            </a:r>
            <a:r>
              <a:rPr lang="en-US" altLang="ko-KR" b="1" dirty="0" smtClean="0"/>
              <a:t> Command Line Interface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7826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0842171" cy="2697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7638" y="3226279"/>
            <a:ext cx="5710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err="1" smtClean="0">
                <a:solidFill>
                  <a:srgbClr val="FF0000"/>
                </a:solidFill>
              </a:rPr>
              <a:t>vue</a:t>
            </a:r>
            <a:r>
              <a:rPr lang="en-US" altLang="ko-KR" sz="3600" b="1" dirty="0" smtClean="0">
                <a:solidFill>
                  <a:srgbClr val="FF0000"/>
                </a:solidFill>
              </a:rPr>
              <a:t>-cli </a:t>
            </a:r>
            <a:r>
              <a:rPr lang="ko-KR" altLang="en-US" sz="3600" b="1" dirty="0" smtClean="0">
                <a:solidFill>
                  <a:srgbClr val="FF0000"/>
                </a:solidFill>
              </a:rPr>
              <a:t>기능 설치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4844"/>
            <a:ext cx="11625943" cy="2103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0364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81"/>
            <a:ext cx="8170223" cy="4469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4735901"/>
            <a:ext cx="5710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smtClean="0">
                <a:solidFill>
                  <a:srgbClr val="FF0000"/>
                </a:solidFill>
              </a:rPr>
              <a:t>잘 설치 </a:t>
            </a:r>
            <a:r>
              <a:rPr lang="ko-KR" altLang="en-US" sz="3600" b="1" dirty="0" err="1" smtClean="0">
                <a:solidFill>
                  <a:srgbClr val="FF0000"/>
                </a:solidFill>
              </a:rPr>
              <a:t>된것을</a:t>
            </a:r>
            <a:r>
              <a:rPr lang="ko-KR" altLang="en-US" sz="3600" b="1" dirty="0" smtClean="0">
                <a:solidFill>
                  <a:srgbClr val="FF0000"/>
                </a:solidFill>
              </a:rPr>
              <a:t> 확인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36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4" y="-1"/>
            <a:ext cx="10149444" cy="4097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2309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15252" cy="4400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8617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310255" cy="442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038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07086" cy="4646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7659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0058401" cy="5006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6116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41417" cy="1983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8991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1689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753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408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973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</Words>
  <Application>Microsoft Office PowerPoint</Application>
  <PresentationFormat>와이드스크린</PresentationFormat>
  <Paragraphs>5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Vue 강의자료  Vue CLI</vt:lpstr>
      <vt:lpstr>Vue CLI :Vue Command Line Interface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lok</cp:lastModifiedBy>
  <cp:revision>11</cp:revision>
  <dcterms:created xsi:type="dcterms:W3CDTF">2020-07-24T04:52:29Z</dcterms:created>
  <dcterms:modified xsi:type="dcterms:W3CDTF">2021-02-08T08:36:38Z</dcterms:modified>
</cp:coreProperties>
</file>