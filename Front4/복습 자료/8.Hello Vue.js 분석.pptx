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58" r:id="rId5"/>
    <p:sldId id="263" r:id="rId6"/>
    <p:sldId id="259" r:id="rId7"/>
    <p:sldId id="264" r:id="rId8"/>
    <p:sldId id="25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277" autoAdjust="0"/>
  </p:normalViewPr>
  <p:slideViewPr>
    <p:cSldViewPr snapToGrid="0">
      <p:cViewPr varScale="1">
        <p:scale>
          <a:sx n="92" d="100"/>
          <a:sy n="92" d="100"/>
        </p:scale>
        <p:origin x="-1278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333523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>
                <a:solidFill>
                  <a:srgbClr val="FF0000"/>
                </a:solidFill>
              </a:rPr>
              <a:t>Hello Vue.js </a:t>
            </a:r>
            <a:r>
              <a:rPr lang="ko-KR" altLang="en-US" b="1" dirty="0" smtClean="0">
                <a:solidFill>
                  <a:srgbClr val="FF0000"/>
                </a:solidFill>
              </a:rPr>
              <a:t>분석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7516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841" y="338591"/>
            <a:ext cx="9144000" cy="3333523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err="1" smtClean="0"/>
              <a:t>인스턴스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err="1" smtClean="0">
                <a:solidFill>
                  <a:srgbClr val="FF0000"/>
                </a:solidFill>
              </a:rPr>
              <a:t>Vue</a:t>
            </a:r>
            <a:r>
              <a:rPr lang="en-US" altLang="ko-KR" b="1" dirty="0" smtClean="0">
                <a:solidFill>
                  <a:srgbClr val="FF0000"/>
                </a:solidFill>
              </a:rPr>
              <a:t> instance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45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841" y="338591"/>
            <a:ext cx="11182598" cy="5147809"/>
          </a:xfrm>
        </p:spPr>
        <p:txBody>
          <a:bodyPr>
            <a:normAutofit/>
          </a:bodyPr>
          <a:lstStyle/>
          <a:p>
            <a:r>
              <a:rPr lang="en-US" altLang="ko-KR" b="1" dirty="0" err="1">
                <a:solidFill>
                  <a:srgbClr val="FF0000"/>
                </a:solidFill>
              </a:rPr>
              <a:t>Vue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인스턴스</a:t>
            </a:r>
            <a:r>
              <a:rPr lang="ko-KR" altLang="en-US" b="1" dirty="0" err="1" smtClean="0"/>
              <a:t>란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 err="1" smtClean="0"/>
              <a:t>뷰로</a:t>
            </a:r>
            <a:r>
              <a:rPr lang="ko-KR" altLang="en-US" b="1" dirty="0" smtClean="0"/>
              <a:t> 화면을 개발하기 위해 필수적으로 생성해야 하는 기본 단위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80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348353" cy="6448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348353" cy="6448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346385" y="3873261"/>
            <a:ext cx="2724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 smtClean="0">
                <a:solidFill>
                  <a:srgbClr val="FF0000"/>
                </a:solidFill>
              </a:rPr>
              <a:t>뷰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인스턴스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뷰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객체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68552" y="4273371"/>
            <a:ext cx="3811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부착될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DOM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요소 지정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63952" y="4698762"/>
            <a:ext cx="5186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DOM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에 부착되고 나서 데이터가 치환 됨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3234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891145" y="2680855"/>
            <a:ext cx="2753591" cy="1140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4644736" y="651163"/>
            <a:ext cx="2680855" cy="18391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꺾인 연결선 4"/>
          <p:cNvCxnSpPr>
            <a:stCxn id="3" idx="1"/>
          </p:cNvCxnSpPr>
          <p:nvPr/>
        </p:nvCxnSpPr>
        <p:spPr>
          <a:xfrm rot="10800000" flipV="1">
            <a:off x="3536372" y="1570758"/>
            <a:ext cx="1108364" cy="1234787"/>
          </a:xfrm>
          <a:prstGeom prst="bentConnector2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029690" y="2805545"/>
            <a:ext cx="25423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/>
              <a:t>&lt;div id=“app”&gt;</a:t>
            </a:r>
          </a:p>
          <a:p>
            <a:r>
              <a:rPr lang="en-US" altLang="ko-KR" sz="2000" b="1" dirty="0" smtClean="0"/>
              <a:t>	{{message}}</a:t>
            </a:r>
            <a:endParaRPr lang="en-US" altLang="ko-KR" sz="2000" b="1" dirty="0"/>
          </a:p>
          <a:p>
            <a:r>
              <a:rPr lang="en-US" altLang="ko-KR" sz="2000" b="1" dirty="0" smtClean="0"/>
              <a:t>&lt;/div&gt;</a:t>
            </a:r>
            <a:endParaRPr lang="ko-KR" altLang="en-US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714008" y="1148243"/>
            <a:ext cx="2542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/>
              <a:t>new </a:t>
            </a:r>
            <a:r>
              <a:rPr lang="en-US" altLang="ko-KR" sz="2000" b="1" dirty="0" err="1" smtClean="0"/>
              <a:t>Vue</a:t>
            </a:r>
            <a:r>
              <a:rPr lang="en-US" altLang="ko-KR" sz="2000" b="1" dirty="0" smtClean="0"/>
              <a:t>()</a:t>
            </a:r>
            <a:endParaRPr lang="ko-KR" alt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783281" y="748133"/>
            <a:ext cx="2542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 smtClean="0">
                <a:solidFill>
                  <a:srgbClr val="FF0000"/>
                </a:solidFill>
              </a:rPr>
              <a:t>뷰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인스턴스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783281" y="1652155"/>
            <a:ext cx="1035628" cy="7377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el</a:t>
            </a:r>
          </a:p>
          <a:p>
            <a:pPr algn="ctr"/>
            <a:endParaRPr lang="en-US" altLang="ko-KR" sz="1600" dirty="0" smtClean="0"/>
          </a:p>
          <a:p>
            <a:pPr algn="ctr"/>
            <a:r>
              <a:rPr lang="en-US" altLang="ko-KR" sz="1600" dirty="0" smtClean="0"/>
              <a:t>#app</a:t>
            </a:r>
            <a:endParaRPr lang="ko-KR" altLang="en-US" sz="1600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6147954" y="1652155"/>
            <a:ext cx="1035628" cy="7377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data</a:t>
            </a:r>
          </a:p>
          <a:p>
            <a:pPr algn="ctr"/>
            <a:endParaRPr lang="en-US" altLang="ko-KR" sz="1400" dirty="0" smtClean="0"/>
          </a:p>
          <a:p>
            <a:pPr algn="ctr"/>
            <a:r>
              <a:rPr lang="en-US" altLang="ko-KR" sz="1400" dirty="0" smtClean="0"/>
              <a:t>message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891145" y="2680855"/>
            <a:ext cx="2753591" cy="1140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4644736" y="651163"/>
            <a:ext cx="2680855" cy="18391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꺾인 연결선 4"/>
          <p:cNvCxnSpPr>
            <a:stCxn id="3" idx="1"/>
          </p:cNvCxnSpPr>
          <p:nvPr/>
        </p:nvCxnSpPr>
        <p:spPr>
          <a:xfrm rot="10800000" flipV="1">
            <a:off x="3536372" y="1570758"/>
            <a:ext cx="1108364" cy="1234787"/>
          </a:xfrm>
          <a:prstGeom prst="bentConnector2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029690" y="2805545"/>
            <a:ext cx="25423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/>
              <a:t>&lt;div id=“app”&gt;</a:t>
            </a:r>
          </a:p>
          <a:p>
            <a:r>
              <a:rPr lang="en-US" altLang="ko-KR" sz="2000" b="1" dirty="0" smtClean="0"/>
              <a:t>	{{message}}</a:t>
            </a:r>
            <a:endParaRPr lang="en-US" altLang="ko-KR" sz="2000" b="1" dirty="0"/>
          </a:p>
          <a:p>
            <a:r>
              <a:rPr lang="en-US" altLang="ko-KR" sz="2000" b="1" dirty="0" smtClean="0"/>
              <a:t>&lt;/div&gt;</a:t>
            </a:r>
            <a:endParaRPr lang="ko-KR" altLang="en-US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714008" y="1148243"/>
            <a:ext cx="2542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/>
              <a:t>new </a:t>
            </a:r>
            <a:r>
              <a:rPr lang="en-US" altLang="ko-KR" sz="2000" b="1" dirty="0" err="1" smtClean="0"/>
              <a:t>Vue</a:t>
            </a:r>
            <a:r>
              <a:rPr lang="en-US" altLang="ko-KR" sz="2000" b="1" dirty="0" smtClean="0"/>
              <a:t>()</a:t>
            </a:r>
            <a:endParaRPr lang="ko-KR" alt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783281" y="748133"/>
            <a:ext cx="2542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 smtClean="0">
                <a:solidFill>
                  <a:srgbClr val="FF0000"/>
                </a:solidFill>
              </a:rPr>
              <a:t>뷰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인스턴스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783281" y="1652155"/>
            <a:ext cx="1035628" cy="7377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el</a:t>
            </a:r>
          </a:p>
          <a:p>
            <a:pPr algn="ctr"/>
            <a:endParaRPr lang="en-US" altLang="ko-KR" sz="1600" dirty="0" smtClean="0"/>
          </a:p>
          <a:p>
            <a:pPr algn="ctr"/>
            <a:r>
              <a:rPr lang="en-US" altLang="ko-KR" sz="1600" dirty="0" smtClean="0"/>
              <a:t>#app</a:t>
            </a:r>
            <a:endParaRPr lang="ko-KR" altLang="en-US" sz="1600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6147954" y="1652155"/>
            <a:ext cx="1035628" cy="7377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data</a:t>
            </a:r>
          </a:p>
          <a:p>
            <a:pPr algn="ctr"/>
            <a:endParaRPr lang="en-US" altLang="ko-KR" sz="1400" dirty="0" smtClean="0"/>
          </a:p>
          <a:p>
            <a:pPr algn="ctr"/>
            <a:r>
              <a:rPr lang="en-US" altLang="ko-KR" sz="1400" dirty="0" smtClean="0"/>
              <a:t>message</a:t>
            </a:r>
            <a:endParaRPr lang="ko-KR" altLang="en-US" sz="1400" dirty="0"/>
          </a:p>
        </p:txBody>
      </p:sp>
      <p:cxnSp>
        <p:nvCxnSpPr>
          <p:cNvPr id="7" name="직선 화살표 연결선 6"/>
          <p:cNvCxnSpPr/>
          <p:nvPr/>
        </p:nvCxnSpPr>
        <p:spPr>
          <a:xfrm flipH="1">
            <a:off x="4572001" y="3313376"/>
            <a:ext cx="2213263" cy="0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6785264" y="2389909"/>
            <a:ext cx="0" cy="924791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207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55</Words>
  <Application>Microsoft Office PowerPoint</Application>
  <PresentationFormat>사용자 지정</PresentationFormat>
  <Paragraphs>29</Paragraphs>
  <Slides>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Office 테마</vt:lpstr>
      <vt:lpstr>Vue 강의자료  Hello Vue.js 분석</vt:lpstr>
      <vt:lpstr>Vue 인스턴스  Vue instance</vt:lpstr>
      <vt:lpstr>Vue 인스턴스란   뷰로 화면을 개발하기 위해 필수적으로 생성해야 하는 기본 단위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jj</cp:lastModifiedBy>
  <cp:revision>8</cp:revision>
  <dcterms:created xsi:type="dcterms:W3CDTF">2020-07-24T04:52:29Z</dcterms:created>
  <dcterms:modified xsi:type="dcterms:W3CDTF">2020-08-03T11:12:50Z</dcterms:modified>
</cp:coreProperties>
</file>