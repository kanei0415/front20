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61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 fontScale="90000"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>
                <a:solidFill>
                  <a:srgbClr val="FF0000"/>
                </a:solidFill>
              </a:rPr>
              <a:t>컴포넌트 유효범위 </a:t>
            </a:r>
            <a:r>
              <a:rPr lang="en-US" altLang="ko-KR" b="1" dirty="0" smtClean="0">
                <a:solidFill>
                  <a:srgbClr val="FF0000"/>
                </a:solidFill>
              </a:rPr>
              <a:t>– </a:t>
            </a:r>
            <a:r>
              <a:rPr lang="ko-KR" altLang="en-US" b="1" dirty="0" smtClean="0">
                <a:solidFill>
                  <a:srgbClr val="FF0000"/>
                </a:solidFill>
              </a:rPr>
              <a:t>지역</a:t>
            </a:r>
            <a:r>
              <a:rPr lang="en-US" altLang="ko-KR" b="1" dirty="0" smtClean="0">
                <a:solidFill>
                  <a:srgbClr val="FF0000"/>
                </a:solidFill>
              </a:rPr>
              <a:t>,</a:t>
            </a:r>
            <a:r>
              <a:rPr lang="ko-KR" altLang="en-US" b="1" dirty="0" smtClean="0">
                <a:solidFill>
                  <a:srgbClr val="FF0000"/>
                </a:solidFill>
              </a:rPr>
              <a:t>지역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594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868395" cy="4630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5438899" cy="6853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719448" y="4405745"/>
            <a:ext cx="4987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my-component1</a:t>
            </a:r>
          </a:p>
          <a:p>
            <a:r>
              <a:rPr lang="en-US" altLang="ko-KR" sz="2400" b="1" dirty="0">
                <a:solidFill>
                  <a:srgbClr val="FF0000"/>
                </a:solidFill>
              </a:rPr>
              <a:t>m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y-component2</a:t>
            </a:r>
          </a:p>
          <a:p>
            <a:r>
              <a:rPr lang="ko-KR" altLang="en-US" sz="2400" b="1" dirty="0" err="1" smtClean="0">
                <a:solidFill>
                  <a:srgbClr val="FF0000"/>
                </a:solidFill>
              </a:rPr>
              <a:t>둘다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app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 등록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36867" y="3038103"/>
            <a:ext cx="8267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cmp2Data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cmp1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컴포넌트의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data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의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cmp1Data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값으로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260281" cy="2854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509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</Words>
  <Application>Microsoft Office PowerPoint</Application>
  <PresentationFormat>사용자 지정</PresentationFormat>
  <Paragraphs>6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Vue 강의자료  컴포넌트 유효범위 – 지역,지역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8</cp:revision>
  <dcterms:created xsi:type="dcterms:W3CDTF">2020-07-24T04:52:29Z</dcterms:created>
  <dcterms:modified xsi:type="dcterms:W3CDTF">2020-08-16T14:59:33Z</dcterms:modified>
</cp:coreProperties>
</file>