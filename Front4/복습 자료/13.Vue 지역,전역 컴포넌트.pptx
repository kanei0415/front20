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-558" y="-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333523"/>
          </a:xfrm>
        </p:spPr>
        <p:txBody>
          <a:bodyPr>
            <a:normAutofit/>
          </a:bodyPr>
          <a:lstStyle/>
          <a:p>
            <a:r>
              <a:rPr lang="en-US" altLang="ko-KR" b="1" dirty="0" err="1"/>
              <a:t>Vue</a:t>
            </a:r>
            <a:r>
              <a:rPr lang="en-US" altLang="ko-KR" b="1" dirty="0"/>
              <a:t> </a:t>
            </a:r>
            <a:r>
              <a:rPr lang="ko-KR" altLang="en-US" b="1" dirty="0" smtClean="0"/>
              <a:t>강의자료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err="1" smtClean="0">
                <a:solidFill>
                  <a:srgbClr val="FF0000"/>
                </a:solidFill>
              </a:rPr>
              <a:t>Vue</a:t>
            </a:r>
            <a:r>
              <a:rPr lang="en-US" altLang="ko-KR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지역</a:t>
            </a:r>
            <a:r>
              <a:rPr lang="en-US" altLang="ko-KR" b="1" dirty="0" smtClean="0">
                <a:solidFill>
                  <a:srgbClr val="FF0000"/>
                </a:solidFill>
              </a:rPr>
              <a:t>, </a:t>
            </a:r>
            <a:r>
              <a:rPr lang="ko-KR" altLang="en-US" b="1" dirty="0" smtClean="0">
                <a:solidFill>
                  <a:srgbClr val="FF0000"/>
                </a:solidFill>
              </a:rPr>
              <a:t>전역 컴포넌트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9390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" y="0"/>
            <a:ext cx="6277222" cy="6691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020572" y="3412549"/>
            <a:ext cx="4658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FF0000"/>
                </a:solidFill>
              </a:rPr>
              <a:t>전역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, 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지역 컴포넌트 모두 사용</a:t>
            </a:r>
            <a:endParaRPr lang="en-US" altLang="ko-KR" sz="24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269683" cy="26868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9</Words>
  <Application>Microsoft Office PowerPoint</Application>
  <PresentationFormat>사용자 지정</PresentationFormat>
  <Paragraphs>3</Paragraphs>
  <Slides>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Office 테마</vt:lpstr>
      <vt:lpstr>Vue 강의자료  Vue 지역, 전역 컴포넌트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jj</cp:lastModifiedBy>
  <cp:revision>7</cp:revision>
  <dcterms:created xsi:type="dcterms:W3CDTF">2020-07-24T04:52:29Z</dcterms:created>
  <dcterms:modified xsi:type="dcterms:W3CDTF">2020-08-03T12:04:38Z</dcterms:modified>
</cp:coreProperties>
</file>