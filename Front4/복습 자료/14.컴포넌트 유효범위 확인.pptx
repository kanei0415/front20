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2367"/>
            <a:ext cx="9144000" cy="2915247"/>
          </a:xfrm>
        </p:spPr>
        <p:txBody>
          <a:bodyPr/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>
                <a:solidFill>
                  <a:srgbClr val="FF0000"/>
                </a:solidFill>
              </a:rPr>
              <a:t>컴포넌트 유효범위 확인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10847" cy="5925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48893" y="3421303"/>
            <a:ext cx="41444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m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y-local-component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는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</a:rPr>
              <a:t>a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pp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에만 등록되어있으므로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</a:rPr>
              <a:t>a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pp2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에서 사용 불가능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6662057" cy="6676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37610" y="3326301"/>
            <a:ext cx="4144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m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y-local-component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는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</a:rPr>
              <a:t>a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pp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에만 등록되어있으므로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14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22438" cy="3586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85608" y="3594391"/>
            <a:ext cx="4658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지역 컴포넌트인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my-local-component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는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a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pp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에서만 사용가능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(app2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에서는 사용 불가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</Words>
  <Application>Microsoft Office PowerPoint</Application>
  <PresentationFormat>사용자 지정</PresentationFormat>
  <Paragraphs>15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Vue 강의자료  컴포넌트 유효범위 확인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7</cp:revision>
  <dcterms:created xsi:type="dcterms:W3CDTF">2020-07-24T04:52:29Z</dcterms:created>
  <dcterms:modified xsi:type="dcterms:W3CDTF">2020-08-16T14:35:13Z</dcterms:modified>
</cp:coreProperties>
</file>