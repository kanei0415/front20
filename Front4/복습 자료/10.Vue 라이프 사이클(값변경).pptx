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b="1" dirty="0" smtClean="0">
                <a:solidFill>
                  <a:srgbClr val="FF0000"/>
                </a:solidFill>
              </a:rPr>
              <a:t>라이프 사이클 값 변경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51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88229" cy="6842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36830" y="4166559"/>
            <a:ext cx="465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데이터가 변경되었으므로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379034" cy="410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71335" y="3769744"/>
            <a:ext cx="465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데이터가 변경되었으므로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updated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가 호출됨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</Words>
  <Application>Microsoft Office PowerPoint</Application>
  <PresentationFormat>사용자 지정</PresentationFormat>
  <Paragraphs>5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Vue 강의자료  Vue라이프 사이클 값 변경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6</cp:revision>
  <dcterms:created xsi:type="dcterms:W3CDTF">2020-07-24T04:52:29Z</dcterms:created>
  <dcterms:modified xsi:type="dcterms:W3CDTF">2020-08-03T11:30:21Z</dcterms:modified>
</cp:coreProperties>
</file>