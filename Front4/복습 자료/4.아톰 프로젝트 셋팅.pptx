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61" r:id="rId5"/>
    <p:sldId id="262" r:id="rId6"/>
    <p:sldId id="263" r:id="rId7"/>
    <p:sldId id="266" r:id="rId8"/>
    <p:sldId id="269" r:id="rId9"/>
    <p:sldId id="264" r:id="rId10"/>
    <p:sldId id="267" r:id="rId11"/>
    <p:sldId id="270" r:id="rId12"/>
    <p:sldId id="268" r:id="rId13"/>
    <p:sldId id="273" r:id="rId14"/>
    <p:sldId id="271" r:id="rId15"/>
    <p:sldId id="272" r:id="rId16"/>
    <p:sldId id="265" r:id="rId17"/>
    <p:sldId id="274" r:id="rId18"/>
    <p:sldId id="25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5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>
                <a:solidFill>
                  <a:srgbClr val="FF0000"/>
                </a:solidFill>
              </a:rPr>
              <a:t>아톰 프로젝트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셋</a:t>
            </a:r>
            <a:r>
              <a:rPr lang="ko-KR" altLang="en-US" b="1" dirty="0" err="1">
                <a:solidFill>
                  <a:srgbClr val="FF0000"/>
                </a:solidFill>
              </a:rPr>
              <a:t>팅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60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91675" cy="663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219808" y="1600200"/>
            <a:ext cx="103749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9477375" cy="686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 flipV="1">
            <a:off x="1722036" y="3058886"/>
            <a:ext cx="977621" cy="1088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89987" cy="6634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59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093200" cy="6709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 flipV="1">
            <a:off x="611693" y="1404257"/>
            <a:ext cx="977621" cy="1088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48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10900" cy="4594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35428" y="3439886"/>
            <a:ext cx="9655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파일을 추가해도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밋밋한것이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…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우리가 설치한 테마를 적용하지 않아서 그렇습니다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…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48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535238"/>
          </a:xfrm>
        </p:spPr>
        <p:txBody>
          <a:bodyPr>
            <a:normAutofit/>
          </a:bodyPr>
          <a:lstStyle/>
          <a:p>
            <a:r>
              <a:rPr lang="en-US" altLang="ko-KR" b="1" smtClean="0">
                <a:solidFill>
                  <a:srgbClr val="FF0000"/>
                </a:solidFill>
              </a:rPr>
              <a:t>UI</a:t>
            </a:r>
            <a:r>
              <a:rPr lang="ko-KR" altLang="en-US" b="1" dirty="0" smtClean="0">
                <a:solidFill>
                  <a:srgbClr val="FF0000"/>
                </a:solidFill>
              </a:rPr>
              <a:t>테마 적용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80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36200" cy="6603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479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220200" cy="6773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19245" y="2940726"/>
            <a:ext cx="6076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다운받은 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UI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테마 적용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48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87000" cy="6544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37991" y="4540927"/>
            <a:ext cx="6076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다운받은 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Syntax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테마 적용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18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1122362"/>
            <a:ext cx="11099800" cy="2649538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l</a:t>
            </a:r>
            <a:r>
              <a:rPr lang="en-US" altLang="ko-KR" b="1" dirty="0" smtClean="0">
                <a:solidFill>
                  <a:srgbClr val="FF0000"/>
                </a:solidFill>
              </a:rPr>
              <a:t>anguage-</a:t>
            </a:r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패키지 설치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44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18700" cy="6615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467600" y="2765162"/>
            <a:ext cx="283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자동완성 기능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46536" y="6053544"/>
            <a:ext cx="98679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Helvetica Neue"/>
              </a:rPr>
              <a:t>language-</a:t>
            </a:r>
            <a:r>
              <a:rPr lang="en-US" altLang="ko-KR" sz="2000" b="1" dirty="0" err="1">
                <a:solidFill>
                  <a:srgbClr val="FF0000"/>
                </a:solidFill>
                <a:latin typeface="Helvetica Neue"/>
              </a:rPr>
              <a:t>vue</a:t>
            </a:r>
            <a:r>
              <a:rPr lang="en-US" altLang="ko-KR" sz="2000" b="1" dirty="0">
                <a:solidFill>
                  <a:srgbClr val="FF0000"/>
                </a:solidFill>
                <a:latin typeface="Helvetica Neue"/>
              </a:rPr>
              <a:t> </a:t>
            </a:r>
            <a:r>
              <a:rPr lang="ko-KR" altLang="en-US" sz="2000" b="1" dirty="0">
                <a:solidFill>
                  <a:srgbClr val="FF0000"/>
                </a:solidFill>
                <a:latin typeface="Helvetica Neue"/>
              </a:rPr>
              <a:t>플러그인의 경우 </a:t>
            </a:r>
            <a:r>
              <a:rPr lang="en-US" altLang="ko-KR" sz="2000" b="1" dirty="0" err="1">
                <a:solidFill>
                  <a:srgbClr val="FF0000"/>
                </a:solidFill>
                <a:latin typeface="Helvetica Neue"/>
              </a:rPr>
              <a:t>vue</a:t>
            </a:r>
            <a:r>
              <a:rPr lang="en-US" altLang="ko-KR" sz="2000" b="1" dirty="0">
                <a:solidFill>
                  <a:srgbClr val="FF0000"/>
                </a:solidFill>
                <a:latin typeface="Helvetica Neue"/>
              </a:rPr>
              <a:t> </a:t>
            </a:r>
            <a:r>
              <a:rPr lang="ko-KR" altLang="en-US" sz="2000" b="1" dirty="0">
                <a:solidFill>
                  <a:srgbClr val="FF0000"/>
                </a:solidFill>
                <a:latin typeface="Helvetica Neue"/>
              </a:rPr>
              <a:t>커뮤니티에서 공식적으로 지원하는 플러그인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18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1122362"/>
            <a:ext cx="11099800" cy="3779838"/>
          </a:xfrm>
        </p:spPr>
        <p:txBody>
          <a:bodyPr>
            <a:norm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패키지는 </a:t>
            </a:r>
            <a:r>
              <a:rPr lang="en-US" altLang="ko-KR" b="1" dirty="0" smtClean="0">
                <a:solidFill>
                  <a:srgbClr val="FF0000"/>
                </a:solidFill>
              </a:rPr>
              <a:t/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ko-KR" altLang="en-US" b="1" dirty="0" smtClean="0">
                <a:solidFill>
                  <a:srgbClr val="FF0000"/>
                </a:solidFill>
              </a:rPr>
              <a:t>테마처럼 적용해주지 않아도 </a:t>
            </a:r>
            <a:r>
              <a:rPr lang="en-US" altLang="ko-KR" b="1" dirty="0" smtClean="0">
                <a:solidFill>
                  <a:srgbClr val="FF0000"/>
                </a:solidFill>
              </a:rPr>
              <a:t/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ko-KR" altLang="en-US" b="1" dirty="0" smtClean="0">
                <a:solidFill>
                  <a:srgbClr val="FF0000"/>
                </a:solidFill>
              </a:rPr>
              <a:t>자동 활성화가 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16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587"/>
            <a:ext cx="7124699" cy="6610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772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88700" cy="6391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772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20500" cy="5675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948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87150" cy="5145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5145407"/>
            <a:ext cx="6233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다운 받은 패키지 덕분에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파일들이 색깔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아이콘 모양이 구분이 되고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81400" y="2202915"/>
            <a:ext cx="62337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문법도 색으로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구분이되고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문법도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자동완성이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되고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사용하기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편리해짐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…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55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59</Words>
  <Application>Microsoft Office PowerPoint</Application>
  <PresentationFormat>와이드스크린</PresentationFormat>
  <Paragraphs>20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Helvetica Neue</vt:lpstr>
      <vt:lpstr>맑은 고딕</vt:lpstr>
      <vt:lpstr>Arial</vt:lpstr>
      <vt:lpstr>Office 테마</vt:lpstr>
      <vt:lpstr>Vue 강의자료  아톰 프로젝트 셋팅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UI테마 적용</vt:lpstr>
      <vt:lpstr>PowerPoint 프레젠테이션</vt:lpstr>
      <vt:lpstr>PowerPoint 프레젠테이션</vt:lpstr>
      <vt:lpstr>PowerPoint 프레젠테이션</vt:lpstr>
      <vt:lpstr>language-vue 패키지 설치</vt:lpstr>
      <vt:lpstr>PowerPoint 프레젠테이션</vt:lpstr>
      <vt:lpstr>패키지는  테마처럼 적용해주지 않아도  자동 활성화가 됨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lok</cp:lastModifiedBy>
  <cp:revision>23</cp:revision>
  <dcterms:created xsi:type="dcterms:W3CDTF">2020-07-24T04:52:29Z</dcterms:created>
  <dcterms:modified xsi:type="dcterms:W3CDTF">2021-02-08T08:05:38Z</dcterms:modified>
</cp:coreProperties>
</file>