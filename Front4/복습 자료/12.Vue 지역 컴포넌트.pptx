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8" r:id="rId4"/>
    <p:sldId id="262" r:id="rId5"/>
    <p:sldId id="263" r:id="rId6"/>
    <p:sldId id="259" r:id="rId7"/>
    <p:sldId id="25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52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err="1" smtClean="0">
                <a:solidFill>
                  <a:srgbClr val="FF0000"/>
                </a:solidFill>
              </a:rPr>
              <a:t>Vue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>
                <a:solidFill>
                  <a:srgbClr val="FF0000"/>
                </a:solidFill>
              </a:rPr>
              <a:t>지</a:t>
            </a:r>
            <a:r>
              <a:rPr lang="ko-KR" altLang="en-US" b="1" dirty="0" smtClean="0">
                <a:solidFill>
                  <a:srgbClr val="FF0000"/>
                </a:solidFill>
              </a:rPr>
              <a:t>역 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7623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91" y="276046"/>
            <a:ext cx="11697417" cy="4244196"/>
          </a:xfrm>
        </p:spPr>
        <p:txBody>
          <a:bodyPr>
            <a:normAutofit/>
          </a:bodyPr>
          <a:lstStyle/>
          <a:p>
            <a:r>
              <a:rPr lang="ko-KR" altLang="en-US" sz="4800" b="1" dirty="0">
                <a:solidFill>
                  <a:srgbClr val="FF0000"/>
                </a:solidFill>
              </a:rPr>
              <a:t>지</a:t>
            </a:r>
            <a:r>
              <a:rPr lang="ko-KR" altLang="en-US" sz="4800" b="1" dirty="0" smtClean="0">
                <a:solidFill>
                  <a:srgbClr val="FF0000"/>
                </a:solidFill>
              </a:rPr>
              <a:t>역 컴포넌트란</a:t>
            </a:r>
            <a:r>
              <a:rPr lang="en-US" altLang="ko-KR" sz="4800" b="1" dirty="0" smtClean="0">
                <a:solidFill>
                  <a:srgbClr val="FF0000"/>
                </a:solidFill>
              </a:rPr>
              <a:t>?</a:t>
            </a:r>
            <a:br>
              <a:rPr lang="en-US" altLang="ko-KR" sz="4800" b="1" dirty="0" smtClean="0">
                <a:solidFill>
                  <a:srgbClr val="FF0000"/>
                </a:solidFill>
              </a:rPr>
            </a:br>
            <a:r>
              <a:rPr lang="en-US" altLang="ko-KR" sz="4800" b="1" dirty="0" smtClean="0">
                <a:solidFill>
                  <a:srgbClr val="FF0000"/>
                </a:solidFill>
              </a:rPr>
              <a:t/>
            </a:r>
            <a:br>
              <a:rPr lang="en-US" altLang="ko-KR" sz="4800" b="1" dirty="0" smtClean="0">
                <a:solidFill>
                  <a:srgbClr val="FF0000"/>
                </a:solidFill>
              </a:rPr>
            </a:br>
            <a:r>
              <a:rPr lang="ko-KR" altLang="en-US" sz="4800" b="1" dirty="0" smtClean="0"/>
              <a:t>특정 지역에서만 </a:t>
            </a:r>
            <a:r>
              <a:rPr lang="en-US" altLang="ko-KR" sz="4800" b="1" dirty="0" smtClean="0"/>
              <a:t/>
            </a:r>
            <a:br>
              <a:rPr lang="en-US" altLang="ko-KR" sz="4800" b="1" dirty="0" smtClean="0"/>
            </a:br>
            <a:r>
              <a:rPr lang="ko-KR" altLang="en-US" sz="4800" b="1" dirty="0" smtClean="0"/>
              <a:t>사용 가능한 컴포넌트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2861796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4" y="0"/>
            <a:ext cx="6057900" cy="542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4" y="0"/>
            <a:ext cx="6057900" cy="542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794958" y="3597216"/>
            <a:ext cx="4658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m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y-local-component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는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>
                <a:solidFill>
                  <a:srgbClr val="FF0000"/>
                </a:solidFill>
              </a:rPr>
              <a:t>a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pp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영역에서만 사용가능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188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34" y="0"/>
            <a:ext cx="6057900" cy="542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794958" y="3597216"/>
            <a:ext cx="4658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my-local-component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의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template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값은</a:t>
            </a:r>
            <a:r>
              <a:rPr lang="en-US" altLang="ko-KR" sz="2400" b="1" dirty="0">
                <a:solidFill>
                  <a:srgbClr val="FF0000"/>
                </a:solidFill>
              </a:rPr>
              <a:t>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cmp</a:t>
            </a:r>
            <a:endParaRPr lang="en-US" altLang="ko-KR" sz="2400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41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91834" cy="2173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16</Words>
  <Application>Microsoft Office PowerPoint</Application>
  <PresentationFormat>사용자 지정</PresentationFormat>
  <Paragraphs>6</Paragraphs>
  <Slides>7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8" baseType="lpstr">
      <vt:lpstr>Office 테마</vt:lpstr>
      <vt:lpstr>Vue 강의자료  Vue 지역 컴포넌트</vt:lpstr>
      <vt:lpstr>지역 컴포넌트란?  특정 지역에서만  사용 가능한 컴포넌트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6</cp:revision>
  <dcterms:created xsi:type="dcterms:W3CDTF">2020-07-24T04:52:29Z</dcterms:created>
  <dcterms:modified xsi:type="dcterms:W3CDTF">2020-08-03T11:35:20Z</dcterms:modified>
</cp:coreProperties>
</file>