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8" r:id="rId3"/>
    <p:sldId id="269" r:id="rId4"/>
    <p:sldId id="270" r:id="rId5"/>
    <p:sldId id="271" r:id="rId6"/>
    <p:sldId id="263" r:id="rId7"/>
    <p:sldId id="264" r:id="rId8"/>
    <p:sldId id="266" r:id="rId9"/>
    <p:sldId id="258" r:id="rId10"/>
    <p:sldId id="259" r:id="rId11"/>
    <p:sldId id="261" r:id="rId12"/>
    <p:sldId id="262" r:id="rId13"/>
    <p:sldId id="257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-84" y="-5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7527" y="1312367"/>
            <a:ext cx="10462161" cy="2915247"/>
          </a:xfrm>
        </p:spPr>
        <p:txBody>
          <a:bodyPr>
            <a:normAutofit/>
          </a:bodyPr>
          <a:lstStyle/>
          <a:p>
            <a:r>
              <a:rPr lang="en-US" altLang="ko-KR" b="1" dirty="0" err="1"/>
              <a:t>Vue</a:t>
            </a:r>
            <a:r>
              <a:rPr lang="en-US" altLang="ko-KR" b="1" dirty="0"/>
              <a:t> </a:t>
            </a:r>
            <a:r>
              <a:rPr lang="ko-KR" altLang="en-US" b="1" dirty="0" smtClean="0"/>
              <a:t>강의자료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ko-KR" altLang="en-US" b="1" dirty="0" err="1" smtClean="0">
                <a:solidFill>
                  <a:srgbClr val="FF0000"/>
                </a:solidFill>
              </a:rPr>
              <a:t>네스티드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라우터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0233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7527" y="1312367"/>
            <a:ext cx="10462161" cy="2915247"/>
          </a:xfrm>
        </p:spPr>
        <p:txBody>
          <a:bodyPr>
            <a:normAutofit/>
          </a:bodyPr>
          <a:lstStyle/>
          <a:p>
            <a:r>
              <a:rPr lang="ko-KR" altLang="en-US" b="1" dirty="0" smtClean="0"/>
              <a:t>중첩된 </a:t>
            </a:r>
            <a:r>
              <a:rPr lang="ko-KR" altLang="en-US" b="1" dirty="0" err="1" smtClean="0"/>
              <a:t>라우터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>(</a:t>
            </a:r>
            <a:r>
              <a:rPr lang="en-US" altLang="ko-KR" b="1" dirty="0" smtClean="0">
                <a:solidFill>
                  <a:srgbClr val="FF0000"/>
                </a:solidFill>
              </a:rPr>
              <a:t>Nested</a:t>
            </a:r>
            <a:r>
              <a:rPr lang="en-US" altLang="ko-KR" b="1" dirty="0" smtClean="0"/>
              <a:t> : </a:t>
            </a:r>
            <a:r>
              <a:rPr lang="ko-KR" altLang="en-US" b="1" dirty="0" smtClean="0"/>
              <a:t>중첩된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854885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431" y="1312367"/>
            <a:ext cx="11637034" cy="3095731"/>
          </a:xfrm>
        </p:spPr>
        <p:txBody>
          <a:bodyPr>
            <a:normAutofit/>
          </a:bodyPr>
          <a:lstStyle/>
          <a:p>
            <a:r>
              <a:rPr lang="ko-KR" altLang="en-US" b="1" dirty="0" err="1" smtClean="0"/>
              <a:t>네스티드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라우터는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>2</a:t>
            </a:r>
            <a:r>
              <a:rPr lang="ko-KR" altLang="en-US" b="1" dirty="0" smtClean="0"/>
              <a:t>개 이상의 컴포넌트를 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ko-KR" altLang="en-US" b="1" dirty="0" smtClean="0"/>
              <a:t>화면에 나타냄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996475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586596" y="1371600"/>
            <a:ext cx="4321834" cy="33901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250830" y="1647645"/>
            <a:ext cx="3286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</a:rPr>
              <a:t>Main </a:t>
            </a:r>
            <a:r>
              <a:rPr lang="ko-KR" altLang="en-US" sz="2800" b="1" dirty="0" smtClean="0">
                <a:solidFill>
                  <a:schemeClr val="bg1"/>
                </a:solidFill>
              </a:rPr>
              <a:t>컴포넌트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6630838" y="1385977"/>
            <a:ext cx="4321834" cy="33901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7295072" y="1662022"/>
            <a:ext cx="3286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</a:rPr>
              <a:t>Login </a:t>
            </a:r>
            <a:r>
              <a:rPr lang="ko-KR" altLang="en-US" sz="2800" b="1" dirty="0" smtClean="0">
                <a:solidFill>
                  <a:schemeClr val="bg1"/>
                </a:solidFill>
              </a:rPr>
              <a:t>컴포넌트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684" y="114157"/>
            <a:ext cx="11637034" cy="1084916"/>
          </a:xfrm>
        </p:spPr>
        <p:txBody>
          <a:bodyPr>
            <a:normAutofit/>
          </a:bodyPr>
          <a:lstStyle/>
          <a:p>
            <a:r>
              <a:rPr lang="ko-KR" altLang="en-US" b="1" smtClean="0"/>
              <a:t>이전의 일반 </a:t>
            </a:r>
            <a:r>
              <a:rPr lang="ko-KR" altLang="en-US" b="1" dirty="0" err="1" smtClean="0"/>
              <a:t>라우터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271577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586596" y="1371600"/>
            <a:ext cx="4321834" cy="33901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모서리가 둥근 직사각형 4"/>
          <p:cNvSpPr/>
          <p:nvPr/>
        </p:nvSpPr>
        <p:spPr>
          <a:xfrm>
            <a:off x="885645" y="2691442"/>
            <a:ext cx="3789872" cy="191793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 smtClean="0">
                <a:solidFill>
                  <a:srgbClr val="FF0000"/>
                </a:solidFill>
              </a:rPr>
              <a:t>Post 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컴포넌트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50830" y="1647645"/>
            <a:ext cx="3286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smtClean="0">
                <a:solidFill>
                  <a:schemeClr val="bg1"/>
                </a:solidFill>
              </a:rPr>
              <a:t>User </a:t>
            </a:r>
            <a:r>
              <a:rPr lang="ko-KR" altLang="en-US" sz="2800" b="1" dirty="0" smtClean="0">
                <a:solidFill>
                  <a:schemeClr val="bg1"/>
                </a:solidFill>
              </a:rPr>
              <a:t>컴포넌트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6630838" y="1385977"/>
            <a:ext cx="4321834" cy="33901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6929887" y="2705819"/>
            <a:ext cx="3789872" cy="191793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 smtClean="0">
                <a:solidFill>
                  <a:srgbClr val="FF0000"/>
                </a:solidFill>
              </a:rPr>
              <a:t>Profile 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컴포넌트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295072" y="1662022"/>
            <a:ext cx="3286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smtClean="0">
                <a:solidFill>
                  <a:schemeClr val="bg1"/>
                </a:solidFill>
              </a:rPr>
              <a:t>User </a:t>
            </a:r>
            <a:r>
              <a:rPr lang="ko-KR" altLang="en-US" sz="2800" b="1" dirty="0" smtClean="0">
                <a:solidFill>
                  <a:schemeClr val="bg1"/>
                </a:solidFill>
              </a:rPr>
              <a:t>컴포넌트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684" y="114157"/>
            <a:ext cx="11637034" cy="1084916"/>
          </a:xfrm>
        </p:spPr>
        <p:txBody>
          <a:bodyPr>
            <a:normAutofit/>
          </a:bodyPr>
          <a:lstStyle/>
          <a:p>
            <a:r>
              <a:rPr lang="ko-KR" altLang="en-US" b="1" dirty="0" err="1" smtClean="0"/>
              <a:t>네스티드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라우터</a:t>
            </a:r>
            <a:endParaRPr lang="ko-KR" altLang="en-US" b="1" dirty="0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350808" y="4916194"/>
            <a:ext cx="11637034" cy="10849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 smtClean="0"/>
              <a:t>상위 컴포넌트 </a:t>
            </a:r>
            <a:r>
              <a:rPr lang="en-US" altLang="ko-KR" b="1" dirty="0" smtClean="0"/>
              <a:t>1</a:t>
            </a:r>
            <a:r>
              <a:rPr lang="ko-KR" altLang="en-US" b="1" dirty="0" smtClean="0"/>
              <a:t>개에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하위 컴포넌트 </a:t>
            </a:r>
            <a:r>
              <a:rPr lang="en-US" altLang="ko-KR" b="1" dirty="0" smtClean="0"/>
              <a:t>1</a:t>
            </a:r>
            <a:r>
              <a:rPr lang="ko-KR" altLang="en-US" b="1" dirty="0"/>
              <a:t>개</a:t>
            </a:r>
          </a:p>
        </p:txBody>
      </p:sp>
    </p:spTree>
    <p:extLst>
      <p:ext uri="{BB962C8B-B14F-4D97-AF65-F5344CB8AC3E}">
        <p14:creationId xmlns:p14="http://schemas.microsoft.com/office/powerpoint/2010/main" val="3604058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604665" cy="5422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3045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73288" cy="688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009955" y="1777041"/>
            <a:ext cx="2622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상위 컴포넌트 </a:t>
            </a:r>
            <a:r>
              <a:rPr lang="en-US" altLang="ko-KR" b="1" dirty="0" smtClean="0">
                <a:solidFill>
                  <a:srgbClr val="FF0000"/>
                </a:solidFill>
              </a:rPr>
              <a:t>(User)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50542" y="2438399"/>
            <a:ext cx="3422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하</a:t>
            </a:r>
            <a:r>
              <a:rPr lang="ko-KR" altLang="en-US" b="1" dirty="0" smtClean="0">
                <a:solidFill>
                  <a:srgbClr val="FF0000"/>
                </a:solidFill>
              </a:rPr>
              <a:t>위 컴포넌트 </a:t>
            </a:r>
            <a:r>
              <a:rPr lang="en-US" altLang="ko-KR" b="1" dirty="0" smtClean="0">
                <a:solidFill>
                  <a:srgbClr val="FF0000"/>
                </a:solidFill>
              </a:rPr>
              <a:t>(</a:t>
            </a:r>
            <a:r>
              <a:rPr lang="en-US" altLang="ko-KR" b="1" dirty="0" err="1" smtClean="0">
                <a:solidFill>
                  <a:srgbClr val="FF0000"/>
                </a:solidFill>
              </a:rPr>
              <a:t>UserPost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63327" y="3186022"/>
            <a:ext cx="3422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하</a:t>
            </a:r>
            <a:r>
              <a:rPr lang="ko-KR" altLang="en-US" b="1" dirty="0" smtClean="0">
                <a:solidFill>
                  <a:srgbClr val="FF0000"/>
                </a:solidFill>
              </a:rPr>
              <a:t>위 컴포넌트 </a:t>
            </a:r>
            <a:r>
              <a:rPr lang="en-US" altLang="ko-KR" b="1" dirty="0" smtClean="0">
                <a:solidFill>
                  <a:srgbClr val="FF0000"/>
                </a:solidFill>
              </a:rPr>
              <a:t>(</a:t>
            </a:r>
            <a:r>
              <a:rPr lang="en-US" altLang="ko-KR" b="1" dirty="0" err="1" smtClean="0">
                <a:solidFill>
                  <a:srgbClr val="FF0000"/>
                </a:solidFill>
              </a:rPr>
              <a:t>UserProfile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3045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7497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768447" cy="3335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51574" cy="3693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661569" cy="3723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329548" y="3723192"/>
            <a:ext cx="28619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srgbClr val="FF0000"/>
                </a:solidFill>
              </a:rPr>
              <a:t>구조 확인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821387" y="3637390"/>
            <a:ext cx="33706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srgbClr val="FF0000"/>
                </a:solidFill>
              </a:rPr>
              <a:t>USER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의 </a:t>
            </a:r>
            <a:endParaRPr lang="en-US" altLang="ko-KR" sz="3200" b="1" dirty="0" smtClean="0">
              <a:solidFill>
                <a:srgbClr val="FF0000"/>
              </a:solidFill>
            </a:endParaRPr>
          </a:p>
          <a:p>
            <a:r>
              <a:rPr lang="ko-KR" altLang="en-US" sz="3200" b="1" dirty="0" smtClean="0">
                <a:solidFill>
                  <a:srgbClr val="FF0000"/>
                </a:solidFill>
              </a:rPr>
              <a:t>하위</a:t>
            </a:r>
            <a:endParaRPr lang="en-US" altLang="ko-KR" sz="3200" b="1" dirty="0" smtClean="0">
              <a:solidFill>
                <a:srgbClr val="FF0000"/>
              </a:solidFill>
            </a:endParaRPr>
          </a:p>
          <a:p>
            <a:r>
              <a:rPr lang="en-US" altLang="ko-KR" sz="3200" b="1" smtClean="0">
                <a:solidFill>
                  <a:srgbClr val="FF0000"/>
                </a:solidFill>
              </a:rPr>
              <a:t>USER/POSTS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688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1768447" cy="4222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329548" y="4252131"/>
            <a:ext cx="28619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>
                <a:solidFill>
                  <a:srgbClr val="FF0000"/>
                </a:solidFill>
              </a:rPr>
              <a:t>구조 확인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821387" y="3637390"/>
            <a:ext cx="33706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srgbClr val="FF0000"/>
                </a:solidFill>
              </a:rPr>
              <a:t>USER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의 </a:t>
            </a:r>
            <a:endParaRPr lang="en-US" altLang="ko-KR" sz="3200" b="1" dirty="0" smtClean="0">
              <a:solidFill>
                <a:srgbClr val="FF0000"/>
              </a:solidFill>
            </a:endParaRPr>
          </a:p>
          <a:p>
            <a:r>
              <a:rPr lang="ko-KR" altLang="en-US" sz="3200" b="1" dirty="0" smtClean="0">
                <a:solidFill>
                  <a:srgbClr val="FF0000"/>
                </a:solidFill>
              </a:rPr>
              <a:t>하위</a:t>
            </a:r>
            <a:endParaRPr lang="en-US" altLang="ko-KR" sz="3200" b="1" dirty="0" smtClean="0">
              <a:solidFill>
                <a:srgbClr val="FF0000"/>
              </a:solidFill>
            </a:endParaRPr>
          </a:p>
          <a:p>
            <a:r>
              <a:rPr lang="en-US" altLang="ko-KR" sz="3200" b="1" dirty="0" smtClean="0">
                <a:solidFill>
                  <a:srgbClr val="FF0000"/>
                </a:solidFill>
              </a:rPr>
              <a:t>USER/PROFILE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688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60</Words>
  <Application>Microsoft Office PowerPoint</Application>
  <PresentationFormat>사용자 지정</PresentationFormat>
  <Paragraphs>24</Paragraphs>
  <Slides>13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4" baseType="lpstr">
      <vt:lpstr>Office 테마</vt:lpstr>
      <vt:lpstr>Vue 강의자료  네스티드 라우터</vt:lpstr>
      <vt:lpstr>중첩된 라우터 (Nested : 중첩된)</vt:lpstr>
      <vt:lpstr>네스티드 라우터는 2개 이상의 컴포넌트를  화면에 나타냄</vt:lpstr>
      <vt:lpstr>이전의 일반 라우터</vt:lpstr>
      <vt:lpstr>네스티드 라우터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hb</cp:lastModifiedBy>
  <cp:revision>14</cp:revision>
  <dcterms:created xsi:type="dcterms:W3CDTF">2020-07-24T04:52:29Z</dcterms:created>
  <dcterms:modified xsi:type="dcterms:W3CDTF">2020-08-16T15:01:52Z</dcterms:modified>
</cp:coreProperties>
</file>