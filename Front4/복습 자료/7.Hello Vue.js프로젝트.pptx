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8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83" r:id="rId13"/>
    <p:sldId id="271" r:id="rId14"/>
    <p:sldId id="272" r:id="rId15"/>
    <p:sldId id="273" r:id="rId16"/>
    <p:sldId id="257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2021-02-08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2021-02-08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2021-02-08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2021-02-08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333523"/>
          </a:xfrm>
        </p:spPr>
        <p:txBody>
          <a:bodyPr>
            <a:normAutofit/>
          </a:bodyPr>
          <a:lstStyle/>
          <a:p>
            <a:r>
              <a:rPr lang="en-US" altLang="ko-KR" b="1" dirty="0" err="1"/>
              <a:t>Vue</a:t>
            </a:r>
            <a:r>
              <a:rPr lang="en-US" altLang="ko-KR" b="1" dirty="0"/>
              <a:t> </a:t>
            </a:r>
            <a:r>
              <a:rPr lang="ko-KR" altLang="en-US" b="1" dirty="0" smtClean="0"/>
              <a:t>강의자료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 smtClean="0">
                <a:solidFill>
                  <a:srgbClr val="FF0000"/>
                </a:solidFill>
              </a:rPr>
              <a:t>Hello Vue.js </a:t>
            </a:r>
            <a:r>
              <a:rPr lang="ko-KR" altLang="en-US" b="1" dirty="0" smtClean="0">
                <a:solidFill>
                  <a:srgbClr val="FF0000"/>
                </a:solidFill>
              </a:rPr>
              <a:t>출력하기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6654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224655" cy="6096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"/>
            <a:ext cx="11908385" cy="3954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27823" cy="3385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63664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63425" cy="5153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63664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467975" cy="6581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115792" y="4560125"/>
            <a:ext cx="34319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err="1" smtClean="0">
                <a:solidFill>
                  <a:srgbClr val="FF0000"/>
                </a:solidFill>
              </a:rPr>
              <a:t>Vue</a:t>
            </a:r>
            <a:r>
              <a:rPr lang="ko-KR" altLang="en-US" sz="3200" b="1" dirty="0" smtClean="0">
                <a:solidFill>
                  <a:srgbClr val="FF0000"/>
                </a:solidFill>
              </a:rPr>
              <a:t>확장 도구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1843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5875" cy="67625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797631" y="4678879"/>
            <a:ext cx="45601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err="1" smtClean="0">
                <a:solidFill>
                  <a:srgbClr val="FF0000"/>
                </a:solidFill>
              </a:rPr>
              <a:t>Vue</a:t>
            </a:r>
            <a:r>
              <a:rPr lang="ko-KR" altLang="en-US" sz="3200" b="1" dirty="0" smtClean="0">
                <a:solidFill>
                  <a:srgbClr val="FF0000"/>
                </a:solidFill>
              </a:rPr>
              <a:t>확장 도구 허용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95750" y="6177771"/>
            <a:ext cx="45601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err="1" smtClean="0">
                <a:solidFill>
                  <a:srgbClr val="FF0000"/>
                </a:solidFill>
              </a:rPr>
              <a:t>Vue</a:t>
            </a:r>
            <a:r>
              <a:rPr lang="ko-KR" altLang="en-US" sz="3200" b="1" dirty="0" smtClean="0">
                <a:solidFill>
                  <a:srgbClr val="FF0000"/>
                </a:solidFill>
              </a:rPr>
              <a:t>확장 도구 허용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5141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1804844" cy="3420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5141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"/>
            <a:ext cx="11910951" cy="30017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350825" y="3001790"/>
            <a:ext cx="45601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err="1" smtClean="0">
                <a:solidFill>
                  <a:srgbClr val="FF0000"/>
                </a:solidFill>
              </a:rPr>
              <a:t>Vue</a:t>
            </a:r>
            <a:r>
              <a:rPr lang="ko-KR" altLang="en-US" sz="3200" b="1" dirty="0" smtClean="0">
                <a:solidFill>
                  <a:srgbClr val="FF0000"/>
                </a:solidFill>
              </a:rPr>
              <a:t>확장 도구 사용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8259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944350" cy="2686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483926" y="2811785"/>
            <a:ext cx="54604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smtClean="0">
                <a:solidFill>
                  <a:srgbClr val="FF0000"/>
                </a:solidFill>
              </a:rPr>
              <a:t>Vue</a:t>
            </a:r>
            <a:r>
              <a:rPr lang="en-US" altLang="ko-KR" sz="32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3200" b="1" dirty="0" smtClean="0">
                <a:solidFill>
                  <a:srgbClr val="FF0000"/>
                </a:solidFill>
              </a:rPr>
              <a:t>컴포넌트 구조 확인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8259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68150" cy="529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555778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8496300" cy="6412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3528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819400" cy="590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5089" y="0"/>
            <a:ext cx="7381875" cy="5076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854486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935190" cy="6660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158835" y="6120927"/>
            <a:ext cx="54604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smtClean="0">
                <a:solidFill>
                  <a:srgbClr val="FF0000"/>
                </a:solidFill>
              </a:rPr>
              <a:t>들여쓰기 단축키 추가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41919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013371" cy="67435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631374" y="2653332"/>
            <a:ext cx="66858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 smtClean="0">
                <a:solidFill>
                  <a:srgbClr val="FF0000"/>
                </a:solidFill>
              </a:rPr>
              <a:t>들여쓰기 단축키 추가된 것 확인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09355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30</Words>
  <Application>Microsoft Office PowerPoint</Application>
  <PresentationFormat>와이드스크린</PresentationFormat>
  <Paragraphs>9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맑은 고딕</vt:lpstr>
      <vt:lpstr>Arial</vt:lpstr>
      <vt:lpstr>Office 테마</vt:lpstr>
      <vt:lpstr>Vue 강의자료  Hello Vue.js 출력하기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lok</cp:lastModifiedBy>
  <cp:revision>15</cp:revision>
  <dcterms:created xsi:type="dcterms:W3CDTF">2020-07-24T04:52:29Z</dcterms:created>
  <dcterms:modified xsi:type="dcterms:W3CDTF">2021-02-08T08:36:40Z</dcterms:modified>
</cp:coreProperties>
</file>