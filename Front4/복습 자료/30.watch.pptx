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64" r:id="rId3"/>
    <p:sldId id="262" r:id="rId4"/>
    <p:sldId id="263" r:id="rId5"/>
    <p:sldId id="258" r:id="rId6"/>
    <p:sldId id="259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86E81-BAA3-434E-AFBB-300F78D3978D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94D8F-3AF4-4D18-A484-B9FF3B19F6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219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B0BB6E-9855-40B9-92C6-F329FABD99E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160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 smtClean="0">
                <a:solidFill>
                  <a:srgbClr val="FF0000"/>
                </a:solidFill>
              </a:rPr>
              <a:t>watch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35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watch</a:t>
            </a:r>
            <a:r>
              <a:rPr lang="ko-KR" altLang="en-US" b="1" dirty="0" smtClean="0"/>
              <a:t> </a:t>
            </a:r>
            <a:r>
              <a:rPr lang="ko-KR" altLang="en-US" b="1" dirty="0" smtClean="0"/>
              <a:t>속성</a:t>
            </a:r>
            <a:r>
              <a:rPr lang="ko-KR" altLang="en-US" b="1" dirty="0"/>
              <a:t>은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데이터 변화를 감지하여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자동으로 특정 </a:t>
            </a:r>
            <a:r>
              <a:rPr lang="ko-KR" altLang="en-US" b="1" dirty="0" err="1" smtClean="0"/>
              <a:t>로직을</a:t>
            </a:r>
            <a:r>
              <a:rPr lang="ko-KR" altLang="en-US" b="1" dirty="0" smtClean="0"/>
              <a:t> 수행함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6878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1032177" cy="480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18580" y="3502325"/>
            <a:ext cx="9013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v-model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은 화면 단의 데이터를 스크립트 단의 특정 데이터와 일치 시켜줌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52800" y="2401324"/>
            <a:ext cx="5023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i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nput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 입력한 값을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message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에 넣어줌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50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61465" cy="613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1518249" y="2501660"/>
            <a:ext cx="83676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50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150930" cy="5816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820894" cy="629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</Words>
  <Application>Microsoft Office PowerPoint</Application>
  <PresentationFormat>사용자 지정</PresentationFormat>
  <Paragraphs>6</Paragraphs>
  <Slides>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Vue 강의자료  watch</vt:lpstr>
      <vt:lpstr>watch 속성은 데이터 변화를 감지하여  자동으로 특정 로직을 수행함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10</cp:revision>
  <dcterms:created xsi:type="dcterms:W3CDTF">2020-07-24T04:52:29Z</dcterms:created>
  <dcterms:modified xsi:type="dcterms:W3CDTF">2020-08-04T11:51:23Z</dcterms:modified>
</cp:coreProperties>
</file>