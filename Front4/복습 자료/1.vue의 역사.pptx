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60" r:id="rId5"/>
    <p:sldId id="265" r:id="rId6"/>
    <p:sldId id="267" r:id="rId7"/>
    <p:sldId id="259" r:id="rId8"/>
    <p:sldId id="261" r:id="rId9"/>
    <p:sldId id="262" r:id="rId10"/>
    <p:sldId id="263" r:id="rId11"/>
    <p:sldId id="264" r:id="rId12"/>
    <p:sldId id="268" r:id="rId13"/>
    <p:sldId id="269" r:id="rId14"/>
    <p:sldId id="25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소개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소개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01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804" y="295524"/>
            <a:ext cx="1013361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err="1"/>
              <a:t>Vue</a:t>
            </a:r>
            <a:r>
              <a:rPr lang="ko-KR" altLang="en-US" sz="2800" b="1" dirty="0"/>
              <a:t>는 수많은 프로젝트에서 </a:t>
            </a:r>
            <a:r>
              <a:rPr lang="en-US" altLang="ko-KR" sz="2800" b="1" dirty="0" err="1"/>
              <a:t>AngularJS</a:t>
            </a:r>
            <a:r>
              <a:rPr lang="ko-KR" altLang="en-US" sz="2800" b="1" dirty="0"/>
              <a:t>를 사용하여 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err="1" smtClean="0"/>
              <a:t>구글을</a:t>
            </a:r>
            <a:r>
              <a:rPr lang="ko-KR" altLang="en-US" sz="2800" b="1" dirty="0" smtClean="0"/>
              <a:t> </a:t>
            </a:r>
            <a:r>
              <a:rPr lang="ko-KR" altLang="en-US" sz="2800" b="1" dirty="0"/>
              <a:t>위해 작업하던 </a:t>
            </a:r>
            <a:r>
              <a:rPr lang="en-US" altLang="ko-KR" sz="2800" b="1" dirty="0"/>
              <a:t>Evan You</a:t>
            </a:r>
            <a:r>
              <a:rPr lang="ko-KR" altLang="en-US" sz="2800" b="1" dirty="0"/>
              <a:t>에 </a:t>
            </a:r>
            <a:r>
              <a:rPr lang="ko-KR" altLang="en-US" sz="2800" b="1" dirty="0" smtClean="0"/>
              <a:t>의해 개발 </a:t>
            </a:r>
            <a:endParaRPr lang="en-US" altLang="ko-KR" sz="2800" b="1" dirty="0" smtClean="0"/>
          </a:p>
          <a:p>
            <a:endParaRPr lang="en-US" altLang="ko-K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4" y="2021526"/>
            <a:ext cx="4172199" cy="4172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804" y="295524"/>
            <a:ext cx="1122614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/>
              <a:t>"</a:t>
            </a:r>
            <a:r>
              <a:rPr lang="ko-KR" altLang="en-US" sz="2400" b="1" dirty="0"/>
              <a:t>내가 </a:t>
            </a:r>
            <a:r>
              <a:rPr lang="en-US" altLang="ko-KR" sz="2400" b="1" dirty="0"/>
              <a:t>Angular</a:t>
            </a:r>
            <a:r>
              <a:rPr lang="ko-KR" altLang="en-US" sz="2400" b="1" dirty="0"/>
              <a:t>에 대해 정말 좋았던 부분을 뽑아낸 다음 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추가적인 </a:t>
            </a:r>
            <a:r>
              <a:rPr lang="ko-KR" altLang="en-US" sz="2400" b="1" dirty="0"/>
              <a:t>모든 개념을 동반하지 않고 무언가를 정말 가볍게 만들어보면 어떨까</a:t>
            </a:r>
            <a:r>
              <a:rPr lang="en-US" altLang="ko-KR" sz="2400" b="1" dirty="0"/>
              <a:t>? 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하고 </a:t>
            </a:r>
            <a:r>
              <a:rPr lang="ko-KR" altLang="en-US" sz="2400" b="1" dirty="0"/>
              <a:t>생각했습니다</a:t>
            </a:r>
            <a:r>
              <a:rPr lang="en-US" altLang="ko-KR" sz="2400" b="1" dirty="0" smtClean="0"/>
              <a:t>.“</a:t>
            </a:r>
            <a:endParaRPr lang="en-US" altLang="ko-KR" sz="2400" b="1" baseline="30000" dirty="0"/>
          </a:p>
          <a:p>
            <a:endParaRPr lang="en-US" altLang="ko-KR" sz="2400" b="1" baseline="30000" dirty="0" smtClean="0"/>
          </a:p>
          <a:p>
            <a:r>
              <a:rPr lang="en-US" altLang="ko-KR" sz="2400" b="1" dirty="0" err="1" smtClean="0"/>
              <a:t>Vue</a:t>
            </a:r>
            <a:r>
              <a:rPr lang="ko-KR" altLang="en-US" sz="2400" b="1" dirty="0"/>
              <a:t>는 원래 </a:t>
            </a:r>
            <a:r>
              <a:rPr lang="en-US" altLang="ko-KR" sz="2400" b="1" dirty="0"/>
              <a:t>2014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2</a:t>
            </a:r>
            <a:r>
              <a:rPr lang="ko-KR" altLang="en-US" sz="2400" b="1" dirty="0"/>
              <a:t>월 출시되었다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4" y="3161006"/>
            <a:ext cx="7580417" cy="3181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774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804" y="295524"/>
            <a:ext cx="112261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800" b="1" dirty="0" err="1" smtClean="0"/>
              <a:t>Vue</a:t>
            </a:r>
            <a:r>
              <a:rPr lang="ko-KR" altLang="en-US" sz="4800" b="1" dirty="0" smtClean="0"/>
              <a:t>는 </a:t>
            </a:r>
            <a:r>
              <a:rPr lang="ko-KR" altLang="en-US" sz="4800" b="1" dirty="0" err="1" smtClean="0"/>
              <a:t>프론트</a:t>
            </a:r>
            <a:r>
              <a:rPr lang="ko-KR" altLang="en-US" sz="4800" b="1" dirty="0" smtClean="0"/>
              <a:t> </a:t>
            </a:r>
            <a:r>
              <a:rPr lang="ko-KR" altLang="en-US" sz="4800" b="1" dirty="0" err="1" smtClean="0"/>
              <a:t>엔드</a:t>
            </a:r>
            <a:r>
              <a:rPr lang="ko-KR" altLang="en-US" sz="4800" b="1" dirty="0" smtClean="0"/>
              <a:t> 프레임 워크</a:t>
            </a:r>
            <a:endParaRPr lang="ko-KR" altLang="en-US" sz="4800" b="1" dirty="0"/>
          </a:p>
        </p:txBody>
      </p:sp>
      <p:sp>
        <p:nvSpPr>
          <p:cNvPr id="4" name="직사각형 3"/>
          <p:cNvSpPr/>
          <p:nvPr/>
        </p:nvSpPr>
        <p:spPr>
          <a:xfrm>
            <a:off x="348343" y="1768723"/>
            <a:ext cx="113726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5400" b="1" dirty="0">
                <a:solidFill>
                  <a:srgbClr val="FF0000"/>
                </a:solidFill>
              </a:rPr>
              <a:t>일정한 형태의 틀</a:t>
            </a:r>
            <a:r>
              <a:rPr lang="en-US" altLang="ko-KR" sz="5400" b="1" dirty="0">
                <a:solidFill>
                  <a:srgbClr val="FF0000"/>
                </a:solidFill>
              </a:rPr>
              <a:t>, </a:t>
            </a:r>
            <a:r>
              <a:rPr lang="ko-KR" altLang="en-US" sz="5400" b="1" dirty="0">
                <a:solidFill>
                  <a:srgbClr val="FF0000"/>
                </a:solidFill>
              </a:rPr>
              <a:t>부품을 가지고 </a:t>
            </a:r>
            <a:endParaRPr lang="en-US" altLang="ko-KR" sz="5400" b="1" dirty="0" smtClean="0">
              <a:solidFill>
                <a:srgbClr val="FF0000"/>
              </a:solidFill>
            </a:endParaRPr>
          </a:p>
          <a:p>
            <a:endParaRPr lang="en-US" altLang="ko-KR" sz="5400" b="1" dirty="0">
              <a:solidFill>
                <a:srgbClr val="FF0000"/>
              </a:solidFill>
            </a:endParaRPr>
          </a:p>
          <a:p>
            <a:r>
              <a:rPr lang="ko-KR" altLang="en-US" sz="5400" b="1" dirty="0" smtClean="0">
                <a:solidFill>
                  <a:srgbClr val="FF0000"/>
                </a:solidFill>
              </a:rPr>
              <a:t>다양한 </a:t>
            </a:r>
            <a:r>
              <a:rPr lang="ko-KR" altLang="en-US" sz="5400" b="1" dirty="0">
                <a:solidFill>
                  <a:srgbClr val="FF0000"/>
                </a:solidFill>
              </a:rPr>
              <a:t>형태의 결과물을 만드는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것</a:t>
            </a:r>
            <a:r>
              <a:rPr lang="ko-KR" altLang="en-US" sz="5400" b="1" dirty="0">
                <a:solidFill>
                  <a:srgbClr val="FF0000"/>
                </a:solidFill>
              </a:rPr>
              <a:t/>
            </a:r>
            <a:br>
              <a:rPr lang="ko-KR" altLang="en-US" sz="5400" b="1" dirty="0">
                <a:solidFill>
                  <a:srgbClr val="FF0000"/>
                </a:solidFill>
              </a:rPr>
            </a:b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16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4804" y="295524"/>
            <a:ext cx="112261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800" b="1" dirty="0" err="1" smtClean="0"/>
              <a:t>Vue</a:t>
            </a:r>
            <a:r>
              <a:rPr lang="ko-KR" altLang="en-US" sz="4800" b="1" dirty="0" smtClean="0"/>
              <a:t>는 </a:t>
            </a:r>
            <a:r>
              <a:rPr lang="ko-KR" altLang="en-US" sz="4800" b="1" dirty="0" err="1" smtClean="0"/>
              <a:t>프론트</a:t>
            </a:r>
            <a:r>
              <a:rPr lang="ko-KR" altLang="en-US" sz="4800" b="1" dirty="0" smtClean="0"/>
              <a:t> </a:t>
            </a:r>
            <a:r>
              <a:rPr lang="ko-KR" altLang="en-US" sz="4800" b="1" dirty="0" err="1" smtClean="0"/>
              <a:t>엔드</a:t>
            </a:r>
            <a:r>
              <a:rPr lang="ko-KR" altLang="en-US" sz="4800" b="1" dirty="0" smtClean="0"/>
              <a:t> 프레임 워크</a:t>
            </a:r>
            <a:endParaRPr lang="ko-KR" altLang="en-US" sz="4800" b="1" dirty="0"/>
          </a:p>
        </p:txBody>
      </p:sp>
      <p:sp>
        <p:nvSpPr>
          <p:cNvPr id="4" name="직사각형 3"/>
          <p:cNvSpPr/>
          <p:nvPr/>
        </p:nvSpPr>
        <p:spPr>
          <a:xfrm>
            <a:off x="348343" y="1768723"/>
            <a:ext cx="1137260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5400" b="1" dirty="0" smtClean="0">
                <a:solidFill>
                  <a:srgbClr val="FF0000"/>
                </a:solidFill>
              </a:rPr>
              <a:t>화면을 구성하는 방법</a:t>
            </a:r>
            <a:r>
              <a:rPr lang="en-US" altLang="ko-KR" sz="5400" b="1" dirty="0" smtClean="0">
                <a:solidFill>
                  <a:srgbClr val="FF0000"/>
                </a:solidFill>
              </a:rPr>
              <a:t>,</a:t>
            </a:r>
          </a:p>
          <a:p>
            <a:endParaRPr lang="en-US" altLang="ko-KR" sz="5400" b="1" dirty="0">
              <a:solidFill>
                <a:srgbClr val="FF0000"/>
              </a:solidFill>
            </a:endParaRPr>
          </a:p>
          <a:p>
            <a:r>
              <a:rPr lang="ko-KR" altLang="en-US" sz="5400" b="1" dirty="0" smtClean="0">
                <a:solidFill>
                  <a:srgbClr val="FF0000"/>
                </a:solidFill>
              </a:rPr>
              <a:t>내장함수</a:t>
            </a:r>
            <a:r>
              <a:rPr lang="en-US" altLang="ko-KR" sz="54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모두 제공됨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20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69" y="335355"/>
            <a:ext cx="9096065" cy="5176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3428505" y="5580727"/>
            <a:ext cx="2972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smtClean="0">
                <a:solidFill>
                  <a:srgbClr val="FF0000"/>
                </a:solidFill>
              </a:rPr>
              <a:t>2014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년 출시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68569" y="5580727"/>
            <a:ext cx="2972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2013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년 출시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400801" y="5580727"/>
            <a:ext cx="29722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2016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년 출시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act Native] 리액트 네이티브 첫만남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96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act Native 다시 공부하기 – practical.kr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4" descr="React Native 다시 공부하기 – practical.kr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6" descr="React Native 다시 공부하기 – practical.kr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8" descr="React Native 다시 공부하기 – practical.kr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10" descr="React Native 다시 공부하기 – practical.kr"/>
          <p:cNvSpPr>
            <a:spLocks noChangeAspect="1" noChangeArrowheads="1"/>
          </p:cNvSpPr>
          <p:nvPr/>
        </p:nvSpPr>
        <p:spPr bwMode="auto">
          <a:xfrm>
            <a:off x="7778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"/>
            <a:ext cx="11525250" cy="602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4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001000" cy="655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01000" y="1973944"/>
            <a:ext cx="39043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대한민국은 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endParaRPr lang="en-US" altLang="ko-KR" sz="3600" b="1" dirty="0">
              <a:solidFill>
                <a:srgbClr val="FF0000"/>
              </a:solidFill>
            </a:endParaRPr>
          </a:p>
          <a:p>
            <a:r>
              <a:rPr lang="en-US" altLang="ko-KR" sz="3600" b="1" dirty="0">
                <a:solidFill>
                  <a:srgbClr val="FF0000"/>
                </a:solidFill>
              </a:rPr>
              <a:t>r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eact, </a:t>
            </a:r>
            <a:r>
              <a:rPr lang="en-US" altLang="ko-KR" sz="3600" b="1" dirty="0" err="1" smtClean="0">
                <a:solidFill>
                  <a:srgbClr val="FF0000"/>
                </a:solidFill>
              </a:rPr>
              <a:t>vue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5028" y="5152570"/>
            <a:ext cx="5402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관심도는 </a:t>
            </a:r>
            <a:r>
              <a:rPr lang="en-US" altLang="ko-KR" sz="36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가 높다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.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149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05625" cy="642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905625" y="493486"/>
            <a:ext cx="51344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NPM</a:t>
            </a: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3200" b="1" dirty="0" err="1" smtClean="0">
                <a:solidFill>
                  <a:srgbClr val="FF0000"/>
                </a:solidFill>
              </a:rPr>
              <a:t>노드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패키지 매니저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(Node Package Manager)</a:t>
            </a:r>
          </a:p>
          <a:p>
            <a:endParaRPr lang="en-US" altLang="ko-KR" sz="3200" b="1" dirty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다운로드 횟수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05625" y="3711803"/>
            <a:ext cx="52863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다운 횟수는 </a:t>
            </a:r>
            <a:endParaRPr lang="en-US" altLang="ko-KR" sz="3600" b="1" dirty="0" smtClean="0">
              <a:solidFill>
                <a:srgbClr val="FF0000"/>
              </a:solidFill>
            </a:endParaRPr>
          </a:p>
          <a:p>
            <a:endParaRPr lang="en-US" altLang="ko-KR" sz="3600" b="1" dirty="0">
              <a:solidFill>
                <a:srgbClr val="FF0000"/>
              </a:solidFill>
            </a:endParaRPr>
          </a:p>
          <a:p>
            <a:r>
              <a:rPr lang="ko-KR" altLang="en-US" sz="3600" b="1" dirty="0" err="1" smtClean="0">
                <a:solidFill>
                  <a:srgbClr val="FF0000"/>
                </a:solidFill>
              </a:rPr>
              <a:t>리액트가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 제일 많다</a:t>
            </a:r>
            <a:r>
              <a:rPr lang="en-US" altLang="ko-KR" sz="3600" b="1" dirty="0" smtClean="0">
                <a:solidFill>
                  <a:srgbClr val="FF0000"/>
                </a:solidFill>
              </a:rPr>
              <a:t>.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149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71561"/>
          </a:xfrm>
        </p:spPr>
        <p:txBody>
          <a:bodyPr>
            <a:normAutofit/>
          </a:bodyPr>
          <a:lstStyle/>
          <a:p>
            <a:r>
              <a:rPr lang="ko-KR" altLang="en-US" sz="6000" b="1" dirty="0" smtClean="0"/>
              <a:t>현재 </a:t>
            </a:r>
            <a:r>
              <a:rPr lang="en-US" altLang="ko-KR" sz="6000" b="1" dirty="0" smtClean="0"/>
              <a:t>– </a:t>
            </a:r>
            <a:r>
              <a:rPr lang="ko-KR" altLang="en-US" sz="6000" b="1" dirty="0" err="1" smtClean="0"/>
              <a:t>리액트</a:t>
            </a:r>
            <a:r>
              <a:rPr lang="ko-KR" altLang="en-US" sz="6000" b="1" dirty="0" smtClean="0"/>
              <a:t> 강세</a:t>
            </a:r>
            <a:r>
              <a:rPr lang="en-US" altLang="ko-KR" sz="6000" b="1" dirty="0" smtClean="0"/>
              <a:t/>
            </a:r>
            <a:br>
              <a:rPr lang="en-US" altLang="ko-KR" sz="6000" b="1" dirty="0" smtClean="0"/>
            </a:br>
            <a:r>
              <a:rPr lang="ko-KR" altLang="en-US" sz="6000" b="1" dirty="0" smtClean="0"/>
              <a:t>미래 </a:t>
            </a:r>
            <a:r>
              <a:rPr lang="en-US" altLang="ko-KR" sz="6000" b="1" dirty="0" smtClean="0"/>
              <a:t>– </a:t>
            </a:r>
            <a:r>
              <a:rPr lang="ko-KR" altLang="en-US" sz="6000" b="1" dirty="0" err="1" smtClean="0"/>
              <a:t>뷰의</a:t>
            </a:r>
            <a:r>
              <a:rPr lang="ko-KR" altLang="en-US" sz="6000" b="1" dirty="0" smtClean="0"/>
              <a:t> 성장세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4172344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0914" y="365125"/>
            <a:ext cx="10932886" cy="4221389"/>
          </a:xfrm>
        </p:spPr>
        <p:txBody>
          <a:bodyPr>
            <a:normAutofit/>
          </a:bodyPr>
          <a:lstStyle/>
          <a:p>
            <a:r>
              <a:rPr lang="ko-KR" altLang="en-US" sz="6000" b="1" dirty="0" smtClean="0"/>
              <a:t>큰 규모의 웹</a:t>
            </a:r>
            <a:r>
              <a:rPr lang="en-US" altLang="ko-KR" sz="6000" b="1" dirty="0" smtClean="0"/>
              <a:t>/</a:t>
            </a:r>
            <a:r>
              <a:rPr lang="ko-KR" altLang="en-US" sz="6000" b="1" dirty="0" err="1" smtClean="0"/>
              <a:t>앱</a:t>
            </a:r>
            <a:r>
              <a:rPr lang="ko-KR" altLang="en-US" sz="6000" b="1" dirty="0" smtClean="0"/>
              <a:t> </a:t>
            </a:r>
            <a:r>
              <a:rPr lang="en-US" altLang="ko-KR" sz="6000" b="1" dirty="0" smtClean="0"/>
              <a:t>– </a:t>
            </a:r>
            <a:r>
              <a:rPr lang="ko-KR" altLang="en-US" sz="6000" b="1" dirty="0" err="1" smtClean="0">
                <a:solidFill>
                  <a:srgbClr val="FF0000"/>
                </a:solidFill>
              </a:rPr>
              <a:t>리액트</a:t>
            </a:r>
            <a:r>
              <a:rPr lang="en-US" altLang="ko-KR" sz="6000" b="1" dirty="0" smtClean="0">
                <a:solidFill>
                  <a:srgbClr val="FF0000"/>
                </a:solidFill>
              </a:rPr>
              <a:t/>
            </a:r>
            <a:br>
              <a:rPr lang="en-US" altLang="ko-KR" sz="6000" b="1" dirty="0" smtClean="0">
                <a:solidFill>
                  <a:srgbClr val="FF0000"/>
                </a:solidFill>
              </a:rPr>
            </a:br>
            <a:r>
              <a:rPr lang="en-US" altLang="ko-KR" sz="6000" b="1" dirty="0"/>
              <a:t/>
            </a:r>
            <a:br>
              <a:rPr lang="en-US" altLang="ko-KR" sz="6000" b="1" dirty="0"/>
            </a:br>
            <a:r>
              <a:rPr lang="ko-KR" altLang="en-US" sz="6000" b="1" dirty="0" smtClean="0"/>
              <a:t>중 소 규모의 웹</a:t>
            </a:r>
            <a:r>
              <a:rPr lang="en-US" altLang="ko-KR" sz="6000" b="1" dirty="0" smtClean="0"/>
              <a:t>/</a:t>
            </a:r>
            <a:r>
              <a:rPr lang="ko-KR" altLang="en-US" sz="6000" b="1" dirty="0" err="1" smtClean="0"/>
              <a:t>앱</a:t>
            </a:r>
            <a:r>
              <a:rPr lang="ko-KR" altLang="en-US" sz="6000" b="1" dirty="0" smtClean="0"/>
              <a:t> </a:t>
            </a:r>
            <a:r>
              <a:rPr lang="en-US" altLang="ko-KR" sz="6000" b="1" dirty="0" smtClean="0"/>
              <a:t>– </a:t>
            </a:r>
            <a:r>
              <a:rPr lang="en-US" altLang="ko-KR" sz="6000" b="1" dirty="0" err="1" smtClean="0">
                <a:solidFill>
                  <a:srgbClr val="FF0000"/>
                </a:solidFill>
              </a:rPr>
              <a:t>vue</a:t>
            </a:r>
            <a:endParaRPr lang="ko-KR" alt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795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121</Words>
  <Application>Microsoft Office PowerPoint</Application>
  <PresentationFormat>사용자 지정</PresentationFormat>
  <Paragraphs>38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Vue 강의자료  vue 소개</vt:lpstr>
      <vt:lpstr>Vue 소개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현재 – 리액트 강세 미래 – 뷰의 성장세</vt:lpstr>
      <vt:lpstr>큰 규모의 웹/앱 – 리액트  중 소 규모의 웹/앱 – vue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9</cp:revision>
  <dcterms:created xsi:type="dcterms:W3CDTF">2020-07-24T04:52:29Z</dcterms:created>
  <dcterms:modified xsi:type="dcterms:W3CDTF">2020-08-16T12:10:57Z</dcterms:modified>
</cp:coreProperties>
</file>