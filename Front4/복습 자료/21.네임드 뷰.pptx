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5" r:id="rId3"/>
    <p:sldId id="266" r:id="rId4"/>
    <p:sldId id="258" r:id="rId5"/>
    <p:sldId id="263" r:id="rId6"/>
    <p:sldId id="264" r:id="rId7"/>
    <p:sldId id="259" r:id="rId8"/>
    <p:sldId id="261" r:id="rId9"/>
    <p:sldId id="262" r:id="rId10"/>
    <p:sldId id="257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2915247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err="1" smtClean="0">
                <a:solidFill>
                  <a:srgbClr val="FF0000"/>
                </a:solidFill>
              </a:rPr>
              <a:t>네임드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뷰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453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2915247"/>
          </a:xfrm>
        </p:spPr>
        <p:txBody>
          <a:bodyPr>
            <a:normAutofit/>
          </a:bodyPr>
          <a:lstStyle/>
          <a:p>
            <a:r>
              <a:rPr lang="ko-KR" altLang="en-US" b="1" dirty="0" err="1" smtClean="0"/>
              <a:t>네임드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뷰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>(</a:t>
            </a:r>
            <a:r>
              <a:rPr lang="en-US" altLang="ko-KR" b="1" dirty="0" smtClean="0">
                <a:solidFill>
                  <a:srgbClr val="FF0000"/>
                </a:solidFill>
              </a:rPr>
              <a:t>Named View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741394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55275"/>
            <a:ext cx="10462161" cy="5218982"/>
          </a:xfrm>
        </p:spPr>
        <p:txBody>
          <a:bodyPr>
            <a:normAutofit/>
          </a:bodyPr>
          <a:lstStyle/>
          <a:p>
            <a:r>
              <a:rPr lang="ko-KR" altLang="en-US" b="1" dirty="0" err="1" smtClean="0"/>
              <a:t>네임드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뷰는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/>
              <a:t>특</a:t>
            </a:r>
            <a:r>
              <a:rPr lang="ko-KR" altLang="en-US" b="1" dirty="0" smtClean="0"/>
              <a:t>정 페이지로 이동했을 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/>
              <a:t>여러 개의 컴포넌트를 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/>
              <a:t>동시에 표시하는 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err="1" smtClean="0"/>
              <a:t>라우팅</a:t>
            </a:r>
            <a:r>
              <a:rPr lang="ko-KR" altLang="en-US" b="1" dirty="0" smtClean="0"/>
              <a:t> 방식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851358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86556" cy="57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001888" y="4164910"/>
            <a:ext cx="4589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 smtClean="0">
                <a:solidFill>
                  <a:srgbClr val="FF0000"/>
                </a:solidFill>
              </a:rPr>
              <a:t>네임드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뷰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방식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1259457" y="3209026"/>
            <a:ext cx="542601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259457" y="3939395"/>
            <a:ext cx="542601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557652" cy="6830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1164566" y="2527539"/>
            <a:ext cx="1674645" cy="124220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958859" y="2948585"/>
            <a:ext cx="4589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 smtClean="0">
                <a:solidFill>
                  <a:srgbClr val="FF0000"/>
                </a:solidFill>
              </a:rPr>
              <a:t>네임드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뷰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방식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063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153065" y="833887"/>
            <a:ext cx="4054415" cy="48566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7053532" y="1040922"/>
            <a:ext cx="3755365" cy="14607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smtClean="0">
                <a:solidFill>
                  <a:srgbClr val="FF0000"/>
                </a:solidFill>
              </a:rPr>
              <a:t>Header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53532" y="2586487"/>
            <a:ext cx="3755365" cy="14607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smtClean="0">
                <a:solidFill>
                  <a:srgbClr val="FF0000"/>
                </a:solidFill>
              </a:rPr>
              <a:t>Body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053532" y="4127739"/>
            <a:ext cx="3755365" cy="146073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smtClean="0">
                <a:solidFill>
                  <a:srgbClr val="FF0000"/>
                </a:solidFill>
              </a:rPr>
              <a:t>Footer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302589" y="2531852"/>
            <a:ext cx="3755365" cy="298042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smtClean="0">
                <a:solidFill>
                  <a:srgbClr val="FF0000"/>
                </a:solidFill>
              </a:rPr>
              <a:t>Header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95269" y="1186516"/>
            <a:ext cx="2142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rgbClr val="FF0000"/>
                </a:solidFill>
              </a:rPr>
              <a:t>Parent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30391" y="5883215"/>
            <a:ext cx="3303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err="1" smtClean="0">
                <a:solidFill>
                  <a:srgbClr val="FF0000"/>
                </a:solidFill>
              </a:rPr>
              <a:t>네스티드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라우터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방식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60897" y="5796950"/>
            <a:ext cx="3303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 smtClean="0">
                <a:solidFill>
                  <a:srgbClr val="FF0000"/>
                </a:solidFill>
              </a:rPr>
              <a:t>네임드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뷰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방식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063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1079678" cy="4642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510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510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24</Words>
  <Application>Microsoft Office PowerPoint</Application>
  <PresentationFormat>사용자 지정</PresentationFormat>
  <Paragraphs>13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Vue 강의자료  네임드 뷰</vt:lpstr>
      <vt:lpstr>네임드 뷰 (Named View)</vt:lpstr>
      <vt:lpstr>네임드 뷰는  특정 페이지로 이동했을 때 여러 개의 컴포넌트를  동시에 표시하는  라우팅 방식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jj</cp:lastModifiedBy>
  <cp:revision>12</cp:revision>
  <dcterms:created xsi:type="dcterms:W3CDTF">2020-07-24T04:52:29Z</dcterms:created>
  <dcterms:modified xsi:type="dcterms:W3CDTF">2020-08-04T11:11:09Z</dcterms:modified>
</cp:coreProperties>
</file>