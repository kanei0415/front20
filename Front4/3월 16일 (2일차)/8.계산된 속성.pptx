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72" r:id="rId3"/>
    <p:sldId id="273" r:id="rId4"/>
    <p:sldId id="268" r:id="rId5"/>
    <p:sldId id="258" r:id="rId6"/>
    <p:sldId id="260" r:id="rId7"/>
    <p:sldId id="269" r:id="rId8"/>
    <p:sldId id="259" r:id="rId9"/>
    <p:sldId id="263" r:id="rId10"/>
    <p:sldId id="270" r:id="rId11"/>
    <p:sldId id="265" r:id="rId12"/>
    <p:sldId id="266" r:id="rId13"/>
    <p:sldId id="25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13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ECDBD-EB1A-49CB-85A0-53EA84DEC1ED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82C1A-C3E6-4E0E-B722-8C8F17F9DF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4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변수같은 기능을 가지게 됩니다</a:t>
            </a:r>
            <a:r>
              <a:rPr lang="en-US" altLang="ko-K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VueJS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자동 계산된 속성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computed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103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계산된 속성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65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computed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2" y="3325905"/>
            <a:ext cx="12192001" cy="189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400" b="1" dirty="0" smtClean="0">
                <a:solidFill>
                  <a:srgbClr val="FF0000"/>
                </a:solidFill>
              </a:rPr>
              <a:t>계산된 속성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29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US" altLang="ko-KR" b="1" dirty="0" smtClean="0"/>
              <a:t>computed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-2" y="3325905"/>
            <a:ext cx="12192001" cy="18930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5400" b="1" dirty="0" err="1" smtClean="0">
                <a:solidFill>
                  <a:srgbClr val="FF0000"/>
                </a:solidFill>
              </a:rPr>
              <a:t>반응형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5400" b="1" dirty="0" smtClean="0">
                <a:solidFill>
                  <a:srgbClr val="FF0000"/>
                </a:solidFill>
              </a:rPr>
              <a:t>getter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63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6605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D4EFFA-83D2-4A54-8A18-58E351CC2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7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C4BF23-2AFA-4D61-A859-66400C6B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7571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46433" y="6930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계산된 속성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60833" y="403138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계산된 속성</a:t>
            </a:r>
            <a:endParaRPr lang="ko-KR" altLang="en-US" b="1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70021" y="1062350"/>
            <a:ext cx="137641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43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66058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E5C792-F3DF-4C8E-95E4-1B874E67F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024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3574" y="82777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계산된 속성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16467" y="427201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계산된 속성</a:t>
            </a:r>
            <a:endParaRPr lang="ko-KR" altLang="en-US" b="1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60396" y="1100850"/>
            <a:ext cx="197317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B6DD2B-2F61-44D5-89CB-950789816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9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1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743248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07B417-C5AB-4B92-B141-B4FB4EEC2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82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7356" y="395437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계산된 속성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61886" y="90156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계산된 속성</a:t>
            </a:r>
            <a:endParaRPr lang="ko-KR" altLang="en-US" b="1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760396" y="1187477"/>
            <a:ext cx="197317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839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C15D42-C1F4-42FB-9C1F-26C91B4C6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9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25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</Words>
  <Application>Microsoft Office PowerPoint</Application>
  <PresentationFormat>와이드스크린</PresentationFormat>
  <Paragraphs>22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Vue 강의자료</vt:lpstr>
      <vt:lpstr>computed</vt:lpstr>
      <vt:lpstr>computed</vt:lpstr>
      <vt:lpstr>예제1.</vt:lpstr>
      <vt:lpstr>PowerPoint 프레젠테이션</vt:lpstr>
      <vt:lpstr>PowerPoint 프레젠테이션</vt:lpstr>
      <vt:lpstr>예제2.</vt:lpstr>
      <vt:lpstr>PowerPoint 프레젠테이션</vt:lpstr>
      <vt:lpstr>PowerPoint 프레젠테이션</vt:lpstr>
      <vt:lpstr>예제3.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13</cp:revision>
  <dcterms:created xsi:type="dcterms:W3CDTF">2020-07-24T04:52:29Z</dcterms:created>
  <dcterms:modified xsi:type="dcterms:W3CDTF">2021-03-15T09:48:03Z</dcterms:modified>
</cp:coreProperties>
</file>