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2" r:id="rId3"/>
    <p:sldId id="263" r:id="rId4"/>
    <p:sldId id="265" r:id="rId5"/>
    <p:sldId id="267" r:id="rId6"/>
    <p:sldId id="268" r:id="rId7"/>
    <p:sldId id="266" r:id="rId8"/>
    <p:sldId id="258" r:id="rId9"/>
    <p:sldId id="259" r:id="rId10"/>
    <p:sldId id="269" r:id="rId11"/>
    <p:sldId id="270" r:id="rId12"/>
    <p:sldId id="25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821" autoAdjust="0"/>
  </p:normalViewPr>
  <p:slideViewPr>
    <p:cSldViewPr snapToGrid="0">
      <p:cViewPr varScale="1">
        <p:scale>
          <a:sx n="75" d="100"/>
          <a:sy n="75" d="100"/>
        </p:scale>
        <p:origin x="191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E1192-A552-4438-A551-3033907605E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B243F-E7E3-4A9C-BA94-33EA736D82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71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1B243F-E7E3-4A9C-BA94-33EA736D822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57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1B243F-E7E3-4A9C-BA94-33EA736D822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660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우리는 지금까지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인스턴스의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dirty="0" smtClean="0"/>
              <a:t>data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객체가 가지고 있는 정보를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내로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바인딩하여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 값을 확인했습니다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dirty="0" smtClean="0"/>
              <a:t>methods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내의 함수로 데이터를 변경하면 변경하는 즉시 값이 변하는 것을 확인했습니다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dirty="0" err="1" smtClean="0"/>
              <a:t>Vue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인스턴스</a:t>
            </a:r>
            <a:r>
              <a:rPr lang="ko-KR" altLang="en-US" dirty="0" smtClean="0"/>
              <a:t> </a:t>
            </a:r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⇄</a:t>
            </a:r>
            <a:r>
              <a:rPr lang="ko-KR" altLang="en-US" dirty="0" smtClean="0"/>
              <a:t> </a:t>
            </a:r>
            <a:r>
              <a:rPr lang="en-US" altLang="ko-KR" dirty="0" smtClean="0"/>
              <a:t>Template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과 같이 두 방향 모두 데이터에 접근 할 수 있도록 하는 것을 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양방향 데이터 </a:t>
            </a:r>
            <a:r>
              <a:rPr lang="ko-KR" alt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바인딩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1B243F-E7E3-4A9C-BA94-33EA736D822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008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1B243F-E7E3-4A9C-BA94-33EA736D822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923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1B243F-E7E3-4A9C-BA94-33EA736D822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264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 ⇄ 데이터 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형태로 바인딩하여 데이터가 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 방향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흐르게 해주는 것 입니다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 있는 값이 뷰에 나타나고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뷰의 값이 바뀌면 데이터의 값도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바뀌는것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83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양방향 데이터 바인딩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48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v-model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 </a:t>
            </a:r>
            <a:r>
              <a:rPr lang="en-US" altLang="ko-KR" b="1" dirty="0" smtClean="0">
                <a:solidFill>
                  <a:srgbClr val="FF0000"/>
                </a:solidFill>
              </a:rPr>
              <a:t> html </a:t>
            </a:r>
            <a:r>
              <a:rPr lang="ko-KR" altLang="en-US" b="1" dirty="0" smtClean="0">
                <a:solidFill>
                  <a:srgbClr val="FF0000"/>
                </a:solidFill>
              </a:rPr>
              <a:t>양방향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3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v-model </a:t>
            </a:r>
            <a:r>
              <a:rPr lang="ko-KR" altLang="en-US" b="1" dirty="0" smtClean="0"/>
              <a:t>미사용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73395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j\Downloads\vue 강의자료 (20.07.24)\9.양방향 데이터 바인딩\v-model 미사용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14087" cy="620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041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j\Downloads\vue 강의자료 (20.07.24)\9.양방향 데이터 바인딩\v-model 미사용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14087" cy="620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자유형 1"/>
          <p:cNvSpPr/>
          <p:nvPr/>
        </p:nvSpPr>
        <p:spPr>
          <a:xfrm>
            <a:off x="3403600" y="2336800"/>
            <a:ext cx="1880641" cy="2959100"/>
          </a:xfrm>
          <a:custGeom>
            <a:avLst/>
            <a:gdLst>
              <a:gd name="connsiteX0" fmla="*/ 0 w 1880641"/>
              <a:gd name="connsiteY0" fmla="*/ 2959100 h 2959100"/>
              <a:gd name="connsiteX1" fmla="*/ 190500 w 1880641"/>
              <a:gd name="connsiteY1" fmla="*/ 2870200 h 2959100"/>
              <a:gd name="connsiteX2" fmla="*/ 330200 w 1880641"/>
              <a:gd name="connsiteY2" fmla="*/ 2832100 h 2959100"/>
              <a:gd name="connsiteX3" fmla="*/ 520700 w 1880641"/>
              <a:gd name="connsiteY3" fmla="*/ 2743200 h 2959100"/>
              <a:gd name="connsiteX4" fmla="*/ 622300 w 1880641"/>
              <a:gd name="connsiteY4" fmla="*/ 2692400 h 2959100"/>
              <a:gd name="connsiteX5" fmla="*/ 698500 w 1880641"/>
              <a:gd name="connsiteY5" fmla="*/ 2654300 h 2959100"/>
              <a:gd name="connsiteX6" fmla="*/ 825500 w 1880641"/>
              <a:gd name="connsiteY6" fmla="*/ 2565400 h 2959100"/>
              <a:gd name="connsiteX7" fmla="*/ 1003300 w 1880641"/>
              <a:gd name="connsiteY7" fmla="*/ 2451100 h 2959100"/>
              <a:gd name="connsiteX8" fmla="*/ 1079500 w 1880641"/>
              <a:gd name="connsiteY8" fmla="*/ 2387600 h 2959100"/>
              <a:gd name="connsiteX9" fmla="*/ 1295400 w 1880641"/>
              <a:gd name="connsiteY9" fmla="*/ 2235200 h 2959100"/>
              <a:gd name="connsiteX10" fmla="*/ 1435100 w 1880641"/>
              <a:gd name="connsiteY10" fmla="*/ 2120900 h 2959100"/>
              <a:gd name="connsiteX11" fmla="*/ 1511300 w 1880641"/>
              <a:gd name="connsiteY11" fmla="*/ 2070100 h 2959100"/>
              <a:gd name="connsiteX12" fmla="*/ 1625600 w 1880641"/>
              <a:gd name="connsiteY12" fmla="*/ 1968500 h 2959100"/>
              <a:gd name="connsiteX13" fmla="*/ 1663700 w 1880641"/>
              <a:gd name="connsiteY13" fmla="*/ 1905000 h 2959100"/>
              <a:gd name="connsiteX14" fmla="*/ 1689100 w 1880641"/>
              <a:gd name="connsiteY14" fmla="*/ 1828800 h 2959100"/>
              <a:gd name="connsiteX15" fmla="*/ 1727200 w 1880641"/>
              <a:gd name="connsiteY15" fmla="*/ 1790700 h 2959100"/>
              <a:gd name="connsiteX16" fmla="*/ 1790700 w 1880641"/>
              <a:gd name="connsiteY16" fmla="*/ 1663700 h 2959100"/>
              <a:gd name="connsiteX17" fmla="*/ 1803400 w 1880641"/>
              <a:gd name="connsiteY17" fmla="*/ 1625600 h 2959100"/>
              <a:gd name="connsiteX18" fmla="*/ 1841500 w 1880641"/>
              <a:gd name="connsiteY18" fmla="*/ 1549400 h 2959100"/>
              <a:gd name="connsiteX19" fmla="*/ 1854200 w 1880641"/>
              <a:gd name="connsiteY19" fmla="*/ 1447800 h 2959100"/>
              <a:gd name="connsiteX20" fmla="*/ 1879600 w 1880641"/>
              <a:gd name="connsiteY20" fmla="*/ 1346200 h 2959100"/>
              <a:gd name="connsiteX21" fmla="*/ 1866900 w 1880641"/>
              <a:gd name="connsiteY21" fmla="*/ 901700 h 2959100"/>
              <a:gd name="connsiteX22" fmla="*/ 1841500 w 1880641"/>
              <a:gd name="connsiteY22" fmla="*/ 825500 h 2959100"/>
              <a:gd name="connsiteX23" fmla="*/ 1752600 w 1880641"/>
              <a:gd name="connsiteY23" fmla="*/ 622300 h 2959100"/>
              <a:gd name="connsiteX24" fmla="*/ 1676400 w 1880641"/>
              <a:gd name="connsiteY24" fmla="*/ 546100 h 2959100"/>
              <a:gd name="connsiteX25" fmla="*/ 1651000 w 1880641"/>
              <a:gd name="connsiteY25" fmla="*/ 495300 h 2959100"/>
              <a:gd name="connsiteX26" fmla="*/ 1625600 w 1880641"/>
              <a:gd name="connsiteY26" fmla="*/ 457200 h 2959100"/>
              <a:gd name="connsiteX27" fmla="*/ 1562100 w 1880641"/>
              <a:gd name="connsiteY27" fmla="*/ 342900 h 2959100"/>
              <a:gd name="connsiteX28" fmla="*/ 1511300 w 1880641"/>
              <a:gd name="connsiteY28" fmla="*/ 266700 h 2959100"/>
              <a:gd name="connsiteX29" fmla="*/ 1473200 w 1880641"/>
              <a:gd name="connsiteY29" fmla="*/ 241300 h 2959100"/>
              <a:gd name="connsiteX30" fmla="*/ 1397000 w 1880641"/>
              <a:gd name="connsiteY30" fmla="*/ 165100 h 2959100"/>
              <a:gd name="connsiteX31" fmla="*/ 1320800 w 1880641"/>
              <a:gd name="connsiteY31" fmla="*/ 114300 h 2959100"/>
              <a:gd name="connsiteX32" fmla="*/ 1282700 w 1880641"/>
              <a:gd name="connsiteY32" fmla="*/ 76200 h 2959100"/>
              <a:gd name="connsiteX33" fmla="*/ 1206500 w 1880641"/>
              <a:gd name="connsiteY33" fmla="*/ 50800 h 2959100"/>
              <a:gd name="connsiteX34" fmla="*/ 1104900 w 1880641"/>
              <a:gd name="connsiteY34" fmla="*/ 12700 h 2959100"/>
              <a:gd name="connsiteX35" fmla="*/ 1079500 w 1880641"/>
              <a:gd name="connsiteY35" fmla="*/ 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880641" h="2959100">
                <a:moveTo>
                  <a:pt x="0" y="2959100"/>
                </a:moveTo>
                <a:cubicBezTo>
                  <a:pt x="43291" y="2937455"/>
                  <a:pt x="133196" y="2888107"/>
                  <a:pt x="190500" y="2870200"/>
                </a:cubicBezTo>
                <a:cubicBezTo>
                  <a:pt x="236570" y="2855803"/>
                  <a:pt x="284130" y="2846497"/>
                  <a:pt x="330200" y="2832100"/>
                </a:cubicBezTo>
                <a:cubicBezTo>
                  <a:pt x="387504" y="2814193"/>
                  <a:pt x="477409" y="2764845"/>
                  <a:pt x="520700" y="2743200"/>
                </a:cubicBezTo>
                <a:lnTo>
                  <a:pt x="622300" y="2692400"/>
                </a:lnTo>
                <a:cubicBezTo>
                  <a:pt x="647700" y="2679700"/>
                  <a:pt x="674149" y="2668911"/>
                  <a:pt x="698500" y="2654300"/>
                </a:cubicBezTo>
                <a:cubicBezTo>
                  <a:pt x="888889" y="2540066"/>
                  <a:pt x="628909" y="2699910"/>
                  <a:pt x="825500" y="2565400"/>
                </a:cubicBezTo>
                <a:cubicBezTo>
                  <a:pt x="883648" y="2525614"/>
                  <a:pt x="949174" y="2496205"/>
                  <a:pt x="1003300" y="2451100"/>
                </a:cubicBezTo>
                <a:cubicBezTo>
                  <a:pt x="1028700" y="2429933"/>
                  <a:pt x="1052911" y="2407253"/>
                  <a:pt x="1079500" y="2387600"/>
                </a:cubicBezTo>
                <a:cubicBezTo>
                  <a:pt x="1150340" y="2335240"/>
                  <a:pt x="1227222" y="2290982"/>
                  <a:pt x="1295400" y="2235200"/>
                </a:cubicBezTo>
                <a:cubicBezTo>
                  <a:pt x="1341967" y="2197100"/>
                  <a:pt x="1385038" y="2154275"/>
                  <a:pt x="1435100" y="2120900"/>
                </a:cubicBezTo>
                <a:cubicBezTo>
                  <a:pt x="1460500" y="2103967"/>
                  <a:pt x="1487673" y="2089431"/>
                  <a:pt x="1511300" y="2070100"/>
                </a:cubicBezTo>
                <a:cubicBezTo>
                  <a:pt x="1799013" y="1834699"/>
                  <a:pt x="1402894" y="2135530"/>
                  <a:pt x="1625600" y="1968500"/>
                </a:cubicBezTo>
                <a:cubicBezTo>
                  <a:pt x="1638300" y="1947333"/>
                  <a:pt x="1653486" y="1927472"/>
                  <a:pt x="1663700" y="1905000"/>
                </a:cubicBezTo>
                <a:cubicBezTo>
                  <a:pt x="1674779" y="1880626"/>
                  <a:pt x="1676097" y="1852205"/>
                  <a:pt x="1689100" y="1828800"/>
                </a:cubicBezTo>
                <a:cubicBezTo>
                  <a:pt x="1697822" y="1813100"/>
                  <a:pt x="1714500" y="1803400"/>
                  <a:pt x="1727200" y="1790700"/>
                </a:cubicBezTo>
                <a:cubicBezTo>
                  <a:pt x="1792447" y="1627582"/>
                  <a:pt x="1707652" y="1829797"/>
                  <a:pt x="1790700" y="1663700"/>
                </a:cubicBezTo>
                <a:cubicBezTo>
                  <a:pt x="1796687" y="1651726"/>
                  <a:pt x="1797413" y="1637574"/>
                  <a:pt x="1803400" y="1625600"/>
                </a:cubicBezTo>
                <a:cubicBezTo>
                  <a:pt x="1852639" y="1527123"/>
                  <a:pt x="1809578" y="1645165"/>
                  <a:pt x="1841500" y="1549400"/>
                </a:cubicBezTo>
                <a:cubicBezTo>
                  <a:pt x="1845733" y="1515533"/>
                  <a:pt x="1847910" y="1481346"/>
                  <a:pt x="1854200" y="1447800"/>
                </a:cubicBezTo>
                <a:cubicBezTo>
                  <a:pt x="1860633" y="1413489"/>
                  <a:pt x="1878788" y="1381100"/>
                  <a:pt x="1879600" y="1346200"/>
                </a:cubicBezTo>
                <a:cubicBezTo>
                  <a:pt x="1883046" y="1198013"/>
                  <a:pt x="1877717" y="1049532"/>
                  <a:pt x="1866900" y="901700"/>
                </a:cubicBezTo>
                <a:cubicBezTo>
                  <a:pt x="1864946" y="874997"/>
                  <a:pt x="1850756" y="850623"/>
                  <a:pt x="1841500" y="825500"/>
                </a:cubicBezTo>
                <a:cubicBezTo>
                  <a:pt x="1830446" y="795496"/>
                  <a:pt x="1795712" y="670801"/>
                  <a:pt x="1752600" y="622300"/>
                </a:cubicBezTo>
                <a:cubicBezTo>
                  <a:pt x="1728735" y="595452"/>
                  <a:pt x="1692464" y="578229"/>
                  <a:pt x="1676400" y="546100"/>
                </a:cubicBezTo>
                <a:cubicBezTo>
                  <a:pt x="1667933" y="529167"/>
                  <a:pt x="1660393" y="511738"/>
                  <a:pt x="1651000" y="495300"/>
                </a:cubicBezTo>
                <a:cubicBezTo>
                  <a:pt x="1643427" y="482048"/>
                  <a:pt x="1632426" y="470852"/>
                  <a:pt x="1625600" y="457200"/>
                </a:cubicBezTo>
                <a:cubicBezTo>
                  <a:pt x="1553941" y="313882"/>
                  <a:pt x="1649530" y="467800"/>
                  <a:pt x="1562100" y="342900"/>
                </a:cubicBezTo>
                <a:cubicBezTo>
                  <a:pt x="1544594" y="317891"/>
                  <a:pt x="1536700" y="283633"/>
                  <a:pt x="1511300" y="266700"/>
                </a:cubicBezTo>
                <a:cubicBezTo>
                  <a:pt x="1498600" y="258233"/>
                  <a:pt x="1484608" y="251441"/>
                  <a:pt x="1473200" y="241300"/>
                </a:cubicBezTo>
                <a:cubicBezTo>
                  <a:pt x="1446352" y="217435"/>
                  <a:pt x="1426888" y="185025"/>
                  <a:pt x="1397000" y="165100"/>
                </a:cubicBezTo>
                <a:cubicBezTo>
                  <a:pt x="1371600" y="148167"/>
                  <a:pt x="1342386" y="135886"/>
                  <a:pt x="1320800" y="114300"/>
                </a:cubicBezTo>
                <a:cubicBezTo>
                  <a:pt x="1308100" y="101600"/>
                  <a:pt x="1298400" y="84922"/>
                  <a:pt x="1282700" y="76200"/>
                </a:cubicBezTo>
                <a:cubicBezTo>
                  <a:pt x="1259295" y="63197"/>
                  <a:pt x="1231900" y="59267"/>
                  <a:pt x="1206500" y="50800"/>
                </a:cubicBezTo>
                <a:cubicBezTo>
                  <a:pt x="1160149" y="35350"/>
                  <a:pt x="1158051" y="35479"/>
                  <a:pt x="1104900" y="12700"/>
                </a:cubicBezTo>
                <a:cubicBezTo>
                  <a:pt x="1096199" y="8971"/>
                  <a:pt x="1087967" y="4233"/>
                  <a:pt x="1079500" y="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 2"/>
          <p:cNvSpPr/>
          <p:nvPr/>
        </p:nvSpPr>
        <p:spPr>
          <a:xfrm>
            <a:off x="4470400" y="2247900"/>
            <a:ext cx="533400" cy="469900"/>
          </a:xfrm>
          <a:custGeom>
            <a:avLst/>
            <a:gdLst>
              <a:gd name="connsiteX0" fmla="*/ 50800 w 533400"/>
              <a:gd name="connsiteY0" fmla="*/ 469900 h 469900"/>
              <a:gd name="connsiteX1" fmla="*/ 38100 w 533400"/>
              <a:gd name="connsiteY1" fmla="*/ 254000 h 469900"/>
              <a:gd name="connsiteX2" fmla="*/ 0 w 533400"/>
              <a:gd name="connsiteY2" fmla="*/ 127000 h 469900"/>
              <a:gd name="connsiteX3" fmla="*/ 165100 w 533400"/>
              <a:gd name="connsiteY3" fmla="*/ 63500 h 469900"/>
              <a:gd name="connsiteX4" fmla="*/ 292100 w 533400"/>
              <a:gd name="connsiteY4" fmla="*/ 38100 h 469900"/>
              <a:gd name="connsiteX5" fmla="*/ 342900 w 533400"/>
              <a:gd name="connsiteY5" fmla="*/ 25400 h 469900"/>
              <a:gd name="connsiteX6" fmla="*/ 495300 w 533400"/>
              <a:gd name="connsiteY6" fmla="*/ 12700 h 469900"/>
              <a:gd name="connsiteX7" fmla="*/ 533400 w 533400"/>
              <a:gd name="connsiteY7" fmla="*/ 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400" h="469900">
                <a:moveTo>
                  <a:pt x="50800" y="469900"/>
                </a:moveTo>
                <a:cubicBezTo>
                  <a:pt x="46567" y="397933"/>
                  <a:pt x="44935" y="325766"/>
                  <a:pt x="38100" y="254000"/>
                </a:cubicBezTo>
                <a:cubicBezTo>
                  <a:pt x="35541" y="227129"/>
                  <a:pt x="5403" y="143210"/>
                  <a:pt x="0" y="127000"/>
                </a:cubicBezTo>
                <a:cubicBezTo>
                  <a:pt x="75922" y="76385"/>
                  <a:pt x="20446" y="108009"/>
                  <a:pt x="165100" y="63500"/>
                </a:cubicBezTo>
                <a:cubicBezTo>
                  <a:pt x="259284" y="34520"/>
                  <a:pt x="128039" y="67929"/>
                  <a:pt x="292100" y="38100"/>
                </a:cubicBezTo>
                <a:cubicBezTo>
                  <a:pt x="309273" y="34978"/>
                  <a:pt x="325580" y="27565"/>
                  <a:pt x="342900" y="25400"/>
                </a:cubicBezTo>
                <a:cubicBezTo>
                  <a:pt x="393482" y="19077"/>
                  <a:pt x="444500" y="16933"/>
                  <a:pt x="495300" y="12700"/>
                </a:cubicBezTo>
                <a:lnTo>
                  <a:pt x="533400" y="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007890" y="5194339"/>
            <a:ext cx="30152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지금까지의 방식은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뷰가 가지고 있는 정보를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HTML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코드 내로 바인딩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54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j\Downloads\vue 강의자료 (20.07.24)\9.양방향 데이터 바인딩\v-model 미사용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14087" cy="620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자유형 1"/>
          <p:cNvSpPr/>
          <p:nvPr/>
        </p:nvSpPr>
        <p:spPr>
          <a:xfrm>
            <a:off x="3403600" y="2336800"/>
            <a:ext cx="1880641" cy="2959100"/>
          </a:xfrm>
          <a:custGeom>
            <a:avLst/>
            <a:gdLst>
              <a:gd name="connsiteX0" fmla="*/ 0 w 1880641"/>
              <a:gd name="connsiteY0" fmla="*/ 2959100 h 2959100"/>
              <a:gd name="connsiteX1" fmla="*/ 190500 w 1880641"/>
              <a:gd name="connsiteY1" fmla="*/ 2870200 h 2959100"/>
              <a:gd name="connsiteX2" fmla="*/ 330200 w 1880641"/>
              <a:gd name="connsiteY2" fmla="*/ 2832100 h 2959100"/>
              <a:gd name="connsiteX3" fmla="*/ 520700 w 1880641"/>
              <a:gd name="connsiteY3" fmla="*/ 2743200 h 2959100"/>
              <a:gd name="connsiteX4" fmla="*/ 622300 w 1880641"/>
              <a:gd name="connsiteY4" fmla="*/ 2692400 h 2959100"/>
              <a:gd name="connsiteX5" fmla="*/ 698500 w 1880641"/>
              <a:gd name="connsiteY5" fmla="*/ 2654300 h 2959100"/>
              <a:gd name="connsiteX6" fmla="*/ 825500 w 1880641"/>
              <a:gd name="connsiteY6" fmla="*/ 2565400 h 2959100"/>
              <a:gd name="connsiteX7" fmla="*/ 1003300 w 1880641"/>
              <a:gd name="connsiteY7" fmla="*/ 2451100 h 2959100"/>
              <a:gd name="connsiteX8" fmla="*/ 1079500 w 1880641"/>
              <a:gd name="connsiteY8" fmla="*/ 2387600 h 2959100"/>
              <a:gd name="connsiteX9" fmla="*/ 1295400 w 1880641"/>
              <a:gd name="connsiteY9" fmla="*/ 2235200 h 2959100"/>
              <a:gd name="connsiteX10" fmla="*/ 1435100 w 1880641"/>
              <a:gd name="connsiteY10" fmla="*/ 2120900 h 2959100"/>
              <a:gd name="connsiteX11" fmla="*/ 1511300 w 1880641"/>
              <a:gd name="connsiteY11" fmla="*/ 2070100 h 2959100"/>
              <a:gd name="connsiteX12" fmla="*/ 1625600 w 1880641"/>
              <a:gd name="connsiteY12" fmla="*/ 1968500 h 2959100"/>
              <a:gd name="connsiteX13" fmla="*/ 1663700 w 1880641"/>
              <a:gd name="connsiteY13" fmla="*/ 1905000 h 2959100"/>
              <a:gd name="connsiteX14" fmla="*/ 1689100 w 1880641"/>
              <a:gd name="connsiteY14" fmla="*/ 1828800 h 2959100"/>
              <a:gd name="connsiteX15" fmla="*/ 1727200 w 1880641"/>
              <a:gd name="connsiteY15" fmla="*/ 1790700 h 2959100"/>
              <a:gd name="connsiteX16" fmla="*/ 1790700 w 1880641"/>
              <a:gd name="connsiteY16" fmla="*/ 1663700 h 2959100"/>
              <a:gd name="connsiteX17" fmla="*/ 1803400 w 1880641"/>
              <a:gd name="connsiteY17" fmla="*/ 1625600 h 2959100"/>
              <a:gd name="connsiteX18" fmla="*/ 1841500 w 1880641"/>
              <a:gd name="connsiteY18" fmla="*/ 1549400 h 2959100"/>
              <a:gd name="connsiteX19" fmla="*/ 1854200 w 1880641"/>
              <a:gd name="connsiteY19" fmla="*/ 1447800 h 2959100"/>
              <a:gd name="connsiteX20" fmla="*/ 1879600 w 1880641"/>
              <a:gd name="connsiteY20" fmla="*/ 1346200 h 2959100"/>
              <a:gd name="connsiteX21" fmla="*/ 1866900 w 1880641"/>
              <a:gd name="connsiteY21" fmla="*/ 901700 h 2959100"/>
              <a:gd name="connsiteX22" fmla="*/ 1841500 w 1880641"/>
              <a:gd name="connsiteY22" fmla="*/ 825500 h 2959100"/>
              <a:gd name="connsiteX23" fmla="*/ 1752600 w 1880641"/>
              <a:gd name="connsiteY23" fmla="*/ 622300 h 2959100"/>
              <a:gd name="connsiteX24" fmla="*/ 1676400 w 1880641"/>
              <a:gd name="connsiteY24" fmla="*/ 546100 h 2959100"/>
              <a:gd name="connsiteX25" fmla="*/ 1651000 w 1880641"/>
              <a:gd name="connsiteY25" fmla="*/ 495300 h 2959100"/>
              <a:gd name="connsiteX26" fmla="*/ 1625600 w 1880641"/>
              <a:gd name="connsiteY26" fmla="*/ 457200 h 2959100"/>
              <a:gd name="connsiteX27" fmla="*/ 1562100 w 1880641"/>
              <a:gd name="connsiteY27" fmla="*/ 342900 h 2959100"/>
              <a:gd name="connsiteX28" fmla="*/ 1511300 w 1880641"/>
              <a:gd name="connsiteY28" fmla="*/ 266700 h 2959100"/>
              <a:gd name="connsiteX29" fmla="*/ 1473200 w 1880641"/>
              <a:gd name="connsiteY29" fmla="*/ 241300 h 2959100"/>
              <a:gd name="connsiteX30" fmla="*/ 1397000 w 1880641"/>
              <a:gd name="connsiteY30" fmla="*/ 165100 h 2959100"/>
              <a:gd name="connsiteX31" fmla="*/ 1320800 w 1880641"/>
              <a:gd name="connsiteY31" fmla="*/ 114300 h 2959100"/>
              <a:gd name="connsiteX32" fmla="*/ 1282700 w 1880641"/>
              <a:gd name="connsiteY32" fmla="*/ 76200 h 2959100"/>
              <a:gd name="connsiteX33" fmla="*/ 1206500 w 1880641"/>
              <a:gd name="connsiteY33" fmla="*/ 50800 h 2959100"/>
              <a:gd name="connsiteX34" fmla="*/ 1104900 w 1880641"/>
              <a:gd name="connsiteY34" fmla="*/ 12700 h 2959100"/>
              <a:gd name="connsiteX35" fmla="*/ 1079500 w 1880641"/>
              <a:gd name="connsiteY35" fmla="*/ 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880641" h="2959100">
                <a:moveTo>
                  <a:pt x="0" y="2959100"/>
                </a:moveTo>
                <a:cubicBezTo>
                  <a:pt x="43291" y="2937455"/>
                  <a:pt x="133196" y="2888107"/>
                  <a:pt x="190500" y="2870200"/>
                </a:cubicBezTo>
                <a:cubicBezTo>
                  <a:pt x="236570" y="2855803"/>
                  <a:pt x="284130" y="2846497"/>
                  <a:pt x="330200" y="2832100"/>
                </a:cubicBezTo>
                <a:cubicBezTo>
                  <a:pt x="387504" y="2814193"/>
                  <a:pt x="477409" y="2764845"/>
                  <a:pt x="520700" y="2743200"/>
                </a:cubicBezTo>
                <a:lnTo>
                  <a:pt x="622300" y="2692400"/>
                </a:lnTo>
                <a:cubicBezTo>
                  <a:pt x="647700" y="2679700"/>
                  <a:pt x="674149" y="2668911"/>
                  <a:pt x="698500" y="2654300"/>
                </a:cubicBezTo>
                <a:cubicBezTo>
                  <a:pt x="888889" y="2540066"/>
                  <a:pt x="628909" y="2699910"/>
                  <a:pt x="825500" y="2565400"/>
                </a:cubicBezTo>
                <a:cubicBezTo>
                  <a:pt x="883648" y="2525614"/>
                  <a:pt x="949174" y="2496205"/>
                  <a:pt x="1003300" y="2451100"/>
                </a:cubicBezTo>
                <a:cubicBezTo>
                  <a:pt x="1028700" y="2429933"/>
                  <a:pt x="1052911" y="2407253"/>
                  <a:pt x="1079500" y="2387600"/>
                </a:cubicBezTo>
                <a:cubicBezTo>
                  <a:pt x="1150340" y="2335240"/>
                  <a:pt x="1227222" y="2290982"/>
                  <a:pt x="1295400" y="2235200"/>
                </a:cubicBezTo>
                <a:cubicBezTo>
                  <a:pt x="1341967" y="2197100"/>
                  <a:pt x="1385038" y="2154275"/>
                  <a:pt x="1435100" y="2120900"/>
                </a:cubicBezTo>
                <a:cubicBezTo>
                  <a:pt x="1460500" y="2103967"/>
                  <a:pt x="1487673" y="2089431"/>
                  <a:pt x="1511300" y="2070100"/>
                </a:cubicBezTo>
                <a:cubicBezTo>
                  <a:pt x="1799013" y="1834699"/>
                  <a:pt x="1402894" y="2135530"/>
                  <a:pt x="1625600" y="1968500"/>
                </a:cubicBezTo>
                <a:cubicBezTo>
                  <a:pt x="1638300" y="1947333"/>
                  <a:pt x="1653486" y="1927472"/>
                  <a:pt x="1663700" y="1905000"/>
                </a:cubicBezTo>
                <a:cubicBezTo>
                  <a:pt x="1674779" y="1880626"/>
                  <a:pt x="1676097" y="1852205"/>
                  <a:pt x="1689100" y="1828800"/>
                </a:cubicBezTo>
                <a:cubicBezTo>
                  <a:pt x="1697822" y="1813100"/>
                  <a:pt x="1714500" y="1803400"/>
                  <a:pt x="1727200" y="1790700"/>
                </a:cubicBezTo>
                <a:cubicBezTo>
                  <a:pt x="1792447" y="1627582"/>
                  <a:pt x="1707652" y="1829797"/>
                  <a:pt x="1790700" y="1663700"/>
                </a:cubicBezTo>
                <a:cubicBezTo>
                  <a:pt x="1796687" y="1651726"/>
                  <a:pt x="1797413" y="1637574"/>
                  <a:pt x="1803400" y="1625600"/>
                </a:cubicBezTo>
                <a:cubicBezTo>
                  <a:pt x="1852639" y="1527123"/>
                  <a:pt x="1809578" y="1645165"/>
                  <a:pt x="1841500" y="1549400"/>
                </a:cubicBezTo>
                <a:cubicBezTo>
                  <a:pt x="1845733" y="1515533"/>
                  <a:pt x="1847910" y="1481346"/>
                  <a:pt x="1854200" y="1447800"/>
                </a:cubicBezTo>
                <a:cubicBezTo>
                  <a:pt x="1860633" y="1413489"/>
                  <a:pt x="1878788" y="1381100"/>
                  <a:pt x="1879600" y="1346200"/>
                </a:cubicBezTo>
                <a:cubicBezTo>
                  <a:pt x="1883046" y="1198013"/>
                  <a:pt x="1877717" y="1049532"/>
                  <a:pt x="1866900" y="901700"/>
                </a:cubicBezTo>
                <a:cubicBezTo>
                  <a:pt x="1864946" y="874997"/>
                  <a:pt x="1850756" y="850623"/>
                  <a:pt x="1841500" y="825500"/>
                </a:cubicBezTo>
                <a:cubicBezTo>
                  <a:pt x="1830446" y="795496"/>
                  <a:pt x="1795712" y="670801"/>
                  <a:pt x="1752600" y="622300"/>
                </a:cubicBezTo>
                <a:cubicBezTo>
                  <a:pt x="1728735" y="595452"/>
                  <a:pt x="1692464" y="578229"/>
                  <a:pt x="1676400" y="546100"/>
                </a:cubicBezTo>
                <a:cubicBezTo>
                  <a:pt x="1667933" y="529167"/>
                  <a:pt x="1660393" y="511738"/>
                  <a:pt x="1651000" y="495300"/>
                </a:cubicBezTo>
                <a:cubicBezTo>
                  <a:pt x="1643427" y="482048"/>
                  <a:pt x="1632426" y="470852"/>
                  <a:pt x="1625600" y="457200"/>
                </a:cubicBezTo>
                <a:cubicBezTo>
                  <a:pt x="1553941" y="313882"/>
                  <a:pt x="1649530" y="467800"/>
                  <a:pt x="1562100" y="342900"/>
                </a:cubicBezTo>
                <a:cubicBezTo>
                  <a:pt x="1544594" y="317891"/>
                  <a:pt x="1536700" y="283633"/>
                  <a:pt x="1511300" y="266700"/>
                </a:cubicBezTo>
                <a:cubicBezTo>
                  <a:pt x="1498600" y="258233"/>
                  <a:pt x="1484608" y="251441"/>
                  <a:pt x="1473200" y="241300"/>
                </a:cubicBezTo>
                <a:cubicBezTo>
                  <a:pt x="1446352" y="217435"/>
                  <a:pt x="1426888" y="185025"/>
                  <a:pt x="1397000" y="165100"/>
                </a:cubicBezTo>
                <a:cubicBezTo>
                  <a:pt x="1371600" y="148167"/>
                  <a:pt x="1342386" y="135886"/>
                  <a:pt x="1320800" y="114300"/>
                </a:cubicBezTo>
                <a:cubicBezTo>
                  <a:pt x="1308100" y="101600"/>
                  <a:pt x="1298400" y="84922"/>
                  <a:pt x="1282700" y="76200"/>
                </a:cubicBezTo>
                <a:cubicBezTo>
                  <a:pt x="1259295" y="63197"/>
                  <a:pt x="1231900" y="59267"/>
                  <a:pt x="1206500" y="50800"/>
                </a:cubicBezTo>
                <a:cubicBezTo>
                  <a:pt x="1160149" y="35350"/>
                  <a:pt x="1158051" y="35479"/>
                  <a:pt x="1104900" y="12700"/>
                </a:cubicBezTo>
                <a:cubicBezTo>
                  <a:pt x="1096199" y="8971"/>
                  <a:pt x="1087967" y="4233"/>
                  <a:pt x="1079500" y="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 2"/>
          <p:cNvSpPr/>
          <p:nvPr/>
        </p:nvSpPr>
        <p:spPr>
          <a:xfrm>
            <a:off x="4470400" y="2247900"/>
            <a:ext cx="533400" cy="469900"/>
          </a:xfrm>
          <a:custGeom>
            <a:avLst/>
            <a:gdLst>
              <a:gd name="connsiteX0" fmla="*/ 50800 w 533400"/>
              <a:gd name="connsiteY0" fmla="*/ 469900 h 469900"/>
              <a:gd name="connsiteX1" fmla="*/ 38100 w 533400"/>
              <a:gd name="connsiteY1" fmla="*/ 254000 h 469900"/>
              <a:gd name="connsiteX2" fmla="*/ 0 w 533400"/>
              <a:gd name="connsiteY2" fmla="*/ 127000 h 469900"/>
              <a:gd name="connsiteX3" fmla="*/ 165100 w 533400"/>
              <a:gd name="connsiteY3" fmla="*/ 63500 h 469900"/>
              <a:gd name="connsiteX4" fmla="*/ 292100 w 533400"/>
              <a:gd name="connsiteY4" fmla="*/ 38100 h 469900"/>
              <a:gd name="connsiteX5" fmla="*/ 342900 w 533400"/>
              <a:gd name="connsiteY5" fmla="*/ 25400 h 469900"/>
              <a:gd name="connsiteX6" fmla="*/ 495300 w 533400"/>
              <a:gd name="connsiteY6" fmla="*/ 12700 h 469900"/>
              <a:gd name="connsiteX7" fmla="*/ 533400 w 533400"/>
              <a:gd name="connsiteY7" fmla="*/ 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400" h="469900">
                <a:moveTo>
                  <a:pt x="50800" y="469900"/>
                </a:moveTo>
                <a:cubicBezTo>
                  <a:pt x="46567" y="397933"/>
                  <a:pt x="44935" y="325766"/>
                  <a:pt x="38100" y="254000"/>
                </a:cubicBezTo>
                <a:cubicBezTo>
                  <a:pt x="35541" y="227129"/>
                  <a:pt x="5403" y="143210"/>
                  <a:pt x="0" y="127000"/>
                </a:cubicBezTo>
                <a:cubicBezTo>
                  <a:pt x="75922" y="76385"/>
                  <a:pt x="20446" y="108009"/>
                  <a:pt x="165100" y="63500"/>
                </a:cubicBezTo>
                <a:cubicBezTo>
                  <a:pt x="259284" y="34520"/>
                  <a:pt x="128039" y="67929"/>
                  <a:pt x="292100" y="38100"/>
                </a:cubicBezTo>
                <a:cubicBezTo>
                  <a:pt x="309273" y="34978"/>
                  <a:pt x="325580" y="27565"/>
                  <a:pt x="342900" y="25400"/>
                </a:cubicBezTo>
                <a:cubicBezTo>
                  <a:pt x="393482" y="19077"/>
                  <a:pt x="444500" y="16933"/>
                  <a:pt x="495300" y="12700"/>
                </a:cubicBezTo>
                <a:lnTo>
                  <a:pt x="533400" y="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007890" y="5194339"/>
            <a:ext cx="34851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메소드를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이용하여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에서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HTML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 보여지는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내용을 변경할 수 있습니다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07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v-model </a:t>
            </a:r>
            <a:r>
              <a:rPr lang="ko-KR" altLang="en-US" b="1" dirty="0" smtClean="0"/>
              <a:t>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0103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59A9B4-1801-40EE-9F95-6A59DC0C2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96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906125" cy="6334125"/>
          </a:xfrm>
          <a:prstGeom prst="rect">
            <a:avLst/>
          </a:prstGeom>
        </p:spPr>
      </p:pic>
      <p:sp>
        <p:nvSpPr>
          <p:cNvPr id="3" name="자유형 2"/>
          <p:cNvSpPr/>
          <p:nvPr/>
        </p:nvSpPr>
        <p:spPr>
          <a:xfrm>
            <a:off x="4101997" y="1231900"/>
            <a:ext cx="1219915" cy="3911600"/>
          </a:xfrm>
          <a:custGeom>
            <a:avLst/>
            <a:gdLst>
              <a:gd name="connsiteX0" fmla="*/ 647803 w 1219915"/>
              <a:gd name="connsiteY0" fmla="*/ 0 h 3911600"/>
              <a:gd name="connsiteX1" fmla="*/ 749403 w 1219915"/>
              <a:gd name="connsiteY1" fmla="*/ 63500 h 3911600"/>
              <a:gd name="connsiteX2" fmla="*/ 851003 w 1219915"/>
              <a:gd name="connsiteY2" fmla="*/ 139700 h 3911600"/>
              <a:gd name="connsiteX3" fmla="*/ 927203 w 1219915"/>
              <a:gd name="connsiteY3" fmla="*/ 203200 h 3911600"/>
              <a:gd name="connsiteX4" fmla="*/ 952603 w 1219915"/>
              <a:gd name="connsiteY4" fmla="*/ 241300 h 3911600"/>
              <a:gd name="connsiteX5" fmla="*/ 978003 w 1219915"/>
              <a:gd name="connsiteY5" fmla="*/ 292100 h 3911600"/>
              <a:gd name="connsiteX6" fmla="*/ 1041503 w 1219915"/>
              <a:gd name="connsiteY6" fmla="*/ 368300 h 3911600"/>
              <a:gd name="connsiteX7" fmla="*/ 1105003 w 1219915"/>
              <a:gd name="connsiteY7" fmla="*/ 482600 h 3911600"/>
              <a:gd name="connsiteX8" fmla="*/ 1143103 w 1219915"/>
              <a:gd name="connsiteY8" fmla="*/ 584200 h 3911600"/>
              <a:gd name="connsiteX9" fmla="*/ 1168503 w 1219915"/>
              <a:gd name="connsiteY9" fmla="*/ 685800 h 3911600"/>
              <a:gd name="connsiteX10" fmla="*/ 1206603 w 1219915"/>
              <a:gd name="connsiteY10" fmla="*/ 965200 h 3911600"/>
              <a:gd name="connsiteX11" fmla="*/ 1168503 w 1219915"/>
              <a:gd name="connsiteY11" fmla="*/ 2374900 h 3911600"/>
              <a:gd name="connsiteX12" fmla="*/ 1143103 w 1219915"/>
              <a:gd name="connsiteY12" fmla="*/ 2451100 h 3911600"/>
              <a:gd name="connsiteX13" fmla="*/ 1105003 w 1219915"/>
              <a:gd name="connsiteY13" fmla="*/ 2616200 h 3911600"/>
              <a:gd name="connsiteX14" fmla="*/ 1079603 w 1219915"/>
              <a:gd name="connsiteY14" fmla="*/ 2667000 h 3911600"/>
              <a:gd name="connsiteX15" fmla="*/ 1054203 w 1219915"/>
              <a:gd name="connsiteY15" fmla="*/ 2781300 h 3911600"/>
              <a:gd name="connsiteX16" fmla="*/ 1028803 w 1219915"/>
              <a:gd name="connsiteY16" fmla="*/ 2832100 h 3911600"/>
              <a:gd name="connsiteX17" fmla="*/ 1003403 w 1219915"/>
              <a:gd name="connsiteY17" fmla="*/ 2895600 h 3911600"/>
              <a:gd name="connsiteX18" fmla="*/ 990703 w 1219915"/>
              <a:gd name="connsiteY18" fmla="*/ 2933700 h 3911600"/>
              <a:gd name="connsiteX19" fmla="*/ 952603 w 1219915"/>
              <a:gd name="connsiteY19" fmla="*/ 2984500 h 3911600"/>
              <a:gd name="connsiteX20" fmla="*/ 901803 w 1219915"/>
              <a:gd name="connsiteY20" fmla="*/ 3086100 h 3911600"/>
              <a:gd name="connsiteX21" fmla="*/ 863703 w 1219915"/>
              <a:gd name="connsiteY21" fmla="*/ 3136900 h 3911600"/>
              <a:gd name="connsiteX22" fmla="*/ 787503 w 1219915"/>
              <a:gd name="connsiteY22" fmla="*/ 3263900 h 3911600"/>
              <a:gd name="connsiteX23" fmla="*/ 736703 w 1219915"/>
              <a:gd name="connsiteY23" fmla="*/ 3327400 h 3911600"/>
              <a:gd name="connsiteX24" fmla="*/ 685903 w 1219915"/>
              <a:gd name="connsiteY24" fmla="*/ 3416300 h 3911600"/>
              <a:gd name="connsiteX25" fmla="*/ 597003 w 1219915"/>
              <a:gd name="connsiteY25" fmla="*/ 3505200 h 3911600"/>
              <a:gd name="connsiteX26" fmla="*/ 546203 w 1219915"/>
              <a:gd name="connsiteY26" fmla="*/ 3556000 h 3911600"/>
              <a:gd name="connsiteX27" fmla="*/ 495403 w 1219915"/>
              <a:gd name="connsiteY27" fmla="*/ 3594100 h 3911600"/>
              <a:gd name="connsiteX28" fmla="*/ 406503 w 1219915"/>
              <a:gd name="connsiteY28" fmla="*/ 3657600 h 3911600"/>
              <a:gd name="connsiteX29" fmla="*/ 317603 w 1219915"/>
              <a:gd name="connsiteY29" fmla="*/ 3721100 h 3911600"/>
              <a:gd name="connsiteX30" fmla="*/ 279503 w 1219915"/>
              <a:gd name="connsiteY30" fmla="*/ 3746500 h 3911600"/>
              <a:gd name="connsiteX31" fmla="*/ 241403 w 1219915"/>
              <a:gd name="connsiteY31" fmla="*/ 3759200 h 3911600"/>
              <a:gd name="connsiteX32" fmla="*/ 190603 w 1219915"/>
              <a:gd name="connsiteY32" fmla="*/ 3797300 h 3911600"/>
              <a:gd name="connsiteX33" fmla="*/ 114403 w 1219915"/>
              <a:gd name="connsiteY33" fmla="*/ 3860800 h 3911600"/>
              <a:gd name="connsiteX34" fmla="*/ 38203 w 1219915"/>
              <a:gd name="connsiteY34" fmla="*/ 3886200 h 3911600"/>
              <a:gd name="connsiteX35" fmla="*/ 103 w 1219915"/>
              <a:gd name="connsiteY35" fmla="*/ 3911600 h 391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9915" h="3911600">
                <a:moveTo>
                  <a:pt x="647803" y="0"/>
                </a:moveTo>
                <a:cubicBezTo>
                  <a:pt x="679234" y="18858"/>
                  <a:pt x="718688" y="41161"/>
                  <a:pt x="749403" y="63500"/>
                </a:cubicBezTo>
                <a:cubicBezTo>
                  <a:pt x="783639" y="88399"/>
                  <a:pt x="825603" y="105833"/>
                  <a:pt x="851003" y="139700"/>
                </a:cubicBezTo>
                <a:cubicBezTo>
                  <a:pt x="897135" y="201210"/>
                  <a:pt x="869023" y="183807"/>
                  <a:pt x="927203" y="203200"/>
                </a:cubicBezTo>
                <a:cubicBezTo>
                  <a:pt x="935670" y="215900"/>
                  <a:pt x="945030" y="228048"/>
                  <a:pt x="952603" y="241300"/>
                </a:cubicBezTo>
                <a:cubicBezTo>
                  <a:pt x="961996" y="257738"/>
                  <a:pt x="966999" y="276694"/>
                  <a:pt x="978003" y="292100"/>
                </a:cubicBezTo>
                <a:cubicBezTo>
                  <a:pt x="1024815" y="357637"/>
                  <a:pt x="1007909" y="301111"/>
                  <a:pt x="1041503" y="368300"/>
                </a:cubicBezTo>
                <a:cubicBezTo>
                  <a:pt x="1099710" y="484714"/>
                  <a:pt x="1030063" y="382680"/>
                  <a:pt x="1105003" y="482600"/>
                </a:cubicBezTo>
                <a:cubicBezTo>
                  <a:pt x="1150060" y="707885"/>
                  <a:pt x="1084966" y="424324"/>
                  <a:pt x="1143103" y="584200"/>
                </a:cubicBezTo>
                <a:cubicBezTo>
                  <a:pt x="1155033" y="617007"/>
                  <a:pt x="1162764" y="651366"/>
                  <a:pt x="1168503" y="685800"/>
                </a:cubicBezTo>
                <a:cubicBezTo>
                  <a:pt x="1200897" y="880166"/>
                  <a:pt x="1188778" y="786955"/>
                  <a:pt x="1206603" y="965200"/>
                </a:cubicBezTo>
                <a:cubicBezTo>
                  <a:pt x="1205708" y="1052874"/>
                  <a:pt x="1255329" y="1962476"/>
                  <a:pt x="1168503" y="2374900"/>
                </a:cubicBezTo>
                <a:cubicBezTo>
                  <a:pt x="1162987" y="2401100"/>
                  <a:pt x="1150796" y="2425455"/>
                  <a:pt x="1143103" y="2451100"/>
                </a:cubicBezTo>
                <a:cubicBezTo>
                  <a:pt x="1126874" y="2505198"/>
                  <a:pt x="1121613" y="2562218"/>
                  <a:pt x="1105003" y="2616200"/>
                </a:cubicBezTo>
                <a:cubicBezTo>
                  <a:pt x="1099435" y="2634295"/>
                  <a:pt x="1088070" y="2650067"/>
                  <a:pt x="1079603" y="2667000"/>
                </a:cubicBezTo>
                <a:cubicBezTo>
                  <a:pt x="1076154" y="2684243"/>
                  <a:pt x="1061890" y="2760802"/>
                  <a:pt x="1054203" y="2781300"/>
                </a:cubicBezTo>
                <a:cubicBezTo>
                  <a:pt x="1047556" y="2799027"/>
                  <a:pt x="1036492" y="2814800"/>
                  <a:pt x="1028803" y="2832100"/>
                </a:cubicBezTo>
                <a:cubicBezTo>
                  <a:pt x="1019544" y="2852932"/>
                  <a:pt x="1011408" y="2874254"/>
                  <a:pt x="1003403" y="2895600"/>
                </a:cubicBezTo>
                <a:cubicBezTo>
                  <a:pt x="998703" y="2908135"/>
                  <a:pt x="997345" y="2922077"/>
                  <a:pt x="990703" y="2933700"/>
                </a:cubicBezTo>
                <a:cubicBezTo>
                  <a:pt x="980201" y="2952078"/>
                  <a:pt x="963268" y="2966217"/>
                  <a:pt x="952603" y="2984500"/>
                </a:cubicBezTo>
                <a:cubicBezTo>
                  <a:pt x="933524" y="3017206"/>
                  <a:pt x="924521" y="3055809"/>
                  <a:pt x="901803" y="3086100"/>
                </a:cubicBezTo>
                <a:cubicBezTo>
                  <a:pt x="889103" y="3103033"/>
                  <a:pt x="874921" y="3118951"/>
                  <a:pt x="863703" y="3136900"/>
                </a:cubicBezTo>
                <a:cubicBezTo>
                  <a:pt x="807175" y="3227344"/>
                  <a:pt x="876983" y="3152050"/>
                  <a:pt x="787503" y="3263900"/>
                </a:cubicBezTo>
                <a:cubicBezTo>
                  <a:pt x="770570" y="3285067"/>
                  <a:pt x="751739" y="3304846"/>
                  <a:pt x="736703" y="3327400"/>
                </a:cubicBezTo>
                <a:cubicBezTo>
                  <a:pt x="707574" y="3371094"/>
                  <a:pt x="719308" y="3379184"/>
                  <a:pt x="685903" y="3416300"/>
                </a:cubicBezTo>
                <a:cubicBezTo>
                  <a:pt x="657868" y="3447450"/>
                  <a:pt x="626636" y="3475567"/>
                  <a:pt x="597003" y="3505200"/>
                </a:cubicBezTo>
                <a:cubicBezTo>
                  <a:pt x="580070" y="3522133"/>
                  <a:pt x="565361" y="3541632"/>
                  <a:pt x="546203" y="3556000"/>
                </a:cubicBezTo>
                <a:cubicBezTo>
                  <a:pt x="529270" y="3568700"/>
                  <a:pt x="511333" y="3580162"/>
                  <a:pt x="495403" y="3594100"/>
                </a:cubicBezTo>
                <a:cubicBezTo>
                  <a:pt x="366695" y="3706720"/>
                  <a:pt x="505582" y="3608061"/>
                  <a:pt x="406503" y="3657600"/>
                </a:cubicBezTo>
                <a:cubicBezTo>
                  <a:pt x="386550" y="3667577"/>
                  <a:pt x="331026" y="3711512"/>
                  <a:pt x="317603" y="3721100"/>
                </a:cubicBezTo>
                <a:cubicBezTo>
                  <a:pt x="305183" y="3729972"/>
                  <a:pt x="293155" y="3739674"/>
                  <a:pt x="279503" y="3746500"/>
                </a:cubicBezTo>
                <a:cubicBezTo>
                  <a:pt x="267529" y="3752487"/>
                  <a:pt x="254103" y="3754967"/>
                  <a:pt x="241403" y="3759200"/>
                </a:cubicBezTo>
                <a:cubicBezTo>
                  <a:pt x="224470" y="3771900"/>
                  <a:pt x="206674" y="3783525"/>
                  <a:pt x="190603" y="3797300"/>
                </a:cubicBezTo>
                <a:cubicBezTo>
                  <a:pt x="158395" y="3824907"/>
                  <a:pt x="153268" y="3843527"/>
                  <a:pt x="114403" y="3860800"/>
                </a:cubicBezTo>
                <a:cubicBezTo>
                  <a:pt x="89937" y="3871674"/>
                  <a:pt x="63603" y="3877733"/>
                  <a:pt x="38203" y="3886200"/>
                </a:cubicBezTo>
                <a:cubicBezTo>
                  <a:pt x="-3913" y="3900239"/>
                  <a:pt x="103" y="3885513"/>
                  <a:pt x="103" y="391160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 3"/>
          <p:cNvSpPr/>
          <p:nvPr/>
        </p:nvSpPr>
        <p:spPr>
          <a:xfrm>
            <a:off x="4066156" y="4610100"/>
            <a:ext cx="569344" cy="660400"/>
          </a:xfrm>
          <a:custGeom>
            <a:avLst/>
            <a:gdLst>
              <a:gd name="connsiteX0" fmla="*/ 188344 w 569344"/>
              <a:gd name="connsiteY0" fmla="*/ 0 h 660400"/>
              <a:gd name="connsiteX1" fmla="*/ 86744 w 569344"/>
              <a:gd name="connsiteY1" fmla="*/ 571500 h 660400"/>
              <a:gd name="connsiteX2" fmla="*/ 175644 w 569344"/>
              <a:gd name="connsiteY2" fmla="*/ 584200 h 660400"/>
              <a:gd name="connsiteX3" fmla="*/ 264544 w 569344"/>
              <a:gd name="connsiteY3" fmla="*/ 609600 h 660400"/>
              <a:gd name="connsiteX4" fmla="*/ 353444 w 569344"/>
              <a:gd name="connsiteY4" fmla="*/ 622300 h 660400"/>
              <a:gd name="connsiteX5" fmla="*/ 531244 w 569344"/>
              <a:gd name="connsiteY5" fmla="*/ 647700 h 660400"/>
              <a:gd name="connsiteX6" fmla="*/ 569344 w 569344"/>
              <a:gd name="connsiteY6" fmla="*/ 6604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344" h="660400">
                <a:moveTo>
                  <a:pt x="188344" y="0"/>
                </a:moveTo>
                <a:cubicBezTo>
                  <a:pt x="145677" y="170666"/>
                  <a:pt x="-140494" y="526052"/>
                  <a:pt x="86744" y="571500"/>
                </a:cubicBezTo>
                <a:cubicBezTo>
                  <a:pt x="116097" y="577371"/>
                  <a:pt x="146011" y="579967"/>
                  <a:pt x="175644" y="584200"/>
                </a:cubicBezTo>
                <a:cubicBezTo>
                  <a:pt x="208288" y="595081"/>
                  <a:pt x="229461" y="603221"/>
                  <a:pt x="264544" y="609600"/>
                </a:cubicBezTo>
                <a:cubicBezTo>
                  <a:pt x="293995" y="614955"/>
                  <a:pt x="323917" y="617379"/>
                  <a:pt x="353444" y="622300"/>
                </a:cubicBezTo>
                <a:cubicBezTo>
                  <a:pt x="515188" y="649257"/>
                  <a:pt x="287774" y="620648"/>
                  <a:pt x="531244" y="647700"/>
                </a:cubicBezTo>
                <a:lnTo>
                  <a:pt x="569344" y="66040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453062" y="2159000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HTML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내에서 바뀐 내용이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VUE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에도 적용이 됩니다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906125" cy="6334125"/>
          </a:xfrm>
          <a:prstGeom prst="rect">
            <a:avLst/>
          </a:prstGeom>
        </p:spPr>
      </p:pic>
      <p:sp>
        <p:nvSpPr>
          <p:cNvPr id="3" name="자유형 2"/>
          <p:cNvSpPr/>
          <p:nvPr/>
        </p:nvSpPr>
        <p:spPr>
          <a:xfrm>
            <a:off x="4101997" y="1231900"/>
            <a:ext cx="1219915" cy="3911600"/>
          </a:xfrm>
          <a:custGeom>
            <a:avLst/>
            <a:gdLst>
              <a:gd name="connsiteX0" fmla="*/ 647803 w 1219915"/>
              <a:gd name="connsiteY0" fmla="*/ 0 h 3911600"/>
              <a:gd name="connsiteX1" fmla="*/ 749403 w 1219915"/>
              <a:gd name="connsiteY1" fmla="*/ 63500 h 3911600"/>
              <a:gd name="connsiteX2" fmla="*/ 851003 w 1219915"/>
              <a:gd name="connsiteY2" fmla="*/ 139700 h 3911600"/>
              <a:gd name="connsiteX3" fmla="*/ 927203 w 1219915"/>
              <a:gd name="connsiteY3" fmla="*/ 203200 h 3911600"/>
              <a:gd name="connsiteX4" fmla="*/ 952603 w 1219915"/>
              <a:gd name="connsiteY4" fmla="*/ 241300 h 3911600"/>
              <a:gd name="connsiteX5" fmla="*/ 978003 w 1219915"/>
              <a:gd name="connsiteY5" fmla="*/ 292100 h 3911600"/>
              <a:gd name="connsiteX6" fmla="*/ 1041503 w 1219915"/>
              <a:gd name="connsiteY6" fmla="*/ 368300 h 3911600"/>
              <a:gd name="connsiteX7" fmla="*/ 1105003 w 1219915"/>
              <a:gd name="connsiteY7" fmla="*/ 482600 h 3911600"/>
              <a:gd name="connsiteX8" fmla="*/ 1143103 w 1219915"/>
              <a:gd name="connsiteY8" fmla="*/ 584200 h 3911600"/>
              <a:gd name="connsiteX9" fmla="*/ 1168503 w 1219915"/>
              <a:gd name="connsiteY9" fmla="*/ 685800 h 3911600"/>
              <a:gd name="connsiteX10" fmla="*/ 1206603 w 1219915"/>
              <a:gd name="connsiteY10" fmla="*/ 965200 h 3911600"/>
              <a:gd name="connsiteX11" fmla="*/ 1168503 w 1219915"/>
              <a:gd name="connsiteY11" fmla="*/ 2374900 h 3911600"/>
              <a:gd name="connsiteX12" fmla="*/ 1143103 w 1219915"/>
              <a:gd name="connsiteY12" fmla="*/ 2451100 h 3911600"/>
              <a:gd name="connsiteX13" fmla="*/ 1105003 w 1219915"/>
              <a:gd name="connsiteY13" fmla="*/ 2616200 h 3911600"/>
              <a:gd name="connsiteX14" fmla="*/ 1079603 w 1219915"/>
              <a:gd name="connsiteY14" fmla="*/ 2667000 h 3911600"/>
              <a:gd name="connsiteX15" fmla="*/ 1054203 w 1219915"/>
              <a:gd name="connsiteY15" fmla="*/ 2781300 h 3911600"/>
              <a:gd name="connsiteX16" fmla="*/ 1028803 w 1219915"/>
              <a:gd name="connsiteY16" fmla="*/ 2832100 h 3911600"/>
              <a:gd name="connsiteX17" fmla="*/ 1003403 w 1219915"/>
              <a:gd name="connsiteY17" fmla="*/ 2895600 h 3911600"/>
              <a:gd name="connsiteX18" fmla="*/ 990703 w 1219915"/>
              <a:gd name="connsiteY18" fmla="*/ 2933700 h 3911600"/>
              <a:gd name="connsiteX19" fmla="*/ 952603 w 1219915"/>
              <a:gd name="connsiteY19" fmla="*/ 2984500 h 3911600"/>
              <a:gd name="connsiteX20" fmla="*/ 901803 w 1219915"/>
              <a:gd name="connsiteY20" fmla="*/ 3086100 h 3911600"/>
              <a:gd name="connsiteX21" fmla="*/ 863703 w 1219915"/>
              <a:gd name="connsiteY21" fmla="*/ 3136900 h 3911600"/>
              <a:gd name="connsiteX22" fmla="*/ 787503 w 1219915"/>
              <a:gd name="connsiteY22" fmla="*/ 3263900 h 3911600"/>
              <a:gd name="connsiteX23" fmla="*/ 736703 w 1219915"/>
              <a:gd name="connsiteY23" fmla="*/ 3327400 h 3911600"/>
              <a:gd name="connsiteX24" fmla="*/ 685903 w 1219915"/>
              <a:gd name="connsiteY24" fmla="*/ 3416300 h 3911600"/>
              <a:gd name="connsiteX25" fmla="*/ 597003 w 1219915"/>
              <a:gd name="connsiteY25" fmla="*/ 3505200 h 3911600"/>
              <a:gd name="connsiteX26" fmla="*/ 546203 w 1219915"/>
              <a:gd name="connsiteY26" fmla="*/ 3556000 h 3911600"/>
              <a:gd name="connsiteX27" fmla="*/ 495403 w 1219915"/>
              <a:gd name="connsiteY27" fmla="*/ 3594100 h 3911600"/>
              <a:gd name="connsiteX28" fmla="*/ 406503 w 1219915"/>
              <a:gd name="connsiteY28" fmla="*/ 3657600 h 3911600"/>
              <a:gd name="connsiteX29" fmla="*/ 317603 w 1219915"/>
              <a:gd name="connsiteY29" fmla="*/ 3721100 h 3911600"/>
              <a:gd name="connsiteX30" fmla="*/ 279503 w 1219915"/>
              <a:gd name="connsiteY30" fmla="*/ 3746500 h 3911600"/>
              <a:gd name="connsiteX31" fmla="*/ 241403 w 1219915"/>
              <a:gd name="connsiteY31" fmla="*/ 3759200 h 3911600"/>
              <a:gd name="connsiteX32" fmla="*/ 190603 w 1219915"/>
              <a:gd name="connsiteY32" fmla="*/ 3797300 h 3911600"/>
              <a:gd name="connsiteX33" fmla="*/ 114403 w 1219915"/>
              <a:gd name="connsiteY33" fmla="*/ 3860800 h 3911600"/>
              <a:gd name="connsiteX34" fmla="*/ 38203 w 1219915"/>
              <a:gd name="connsiteY34" fmla="*/ 3886200 h 3911600"/>
              <a:gd name="connsiteX35" fmla="*/ 103 w 1219915"/>
              <a:gd name="connsiteY35" fmla="*/ 3911600 h 391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9915" h="3911600">
                <a:moveTo>
                  <a:pt x="647803" y="0"/>
                </a:moveTo>
                <a:cubicBezTo>
                  <a:pt x="679234" y="18858"/>
                  <a:pt x="718688" y="41161"/>
                  <a:pt x="749403" y="63500"/>
                </a:cubicBezTo>
                <a:cubicBezTo>
                  <a:pt x="783639" y="88399"/>
                  <a:pt x="825603" y="105833"/>
                  <a:pt x="851003" y="139700"/>
                </a:cubicBezTo>
                <a:cubicBezTo>
                  <a:pt x="897135" y="201210"/>
                  <a:pt x="869023" y="183807"/>
                  <a:pt x="927203" y="203200"/>
                </a:cubicBezTo>
                <a:cubicBezTo>
                  <a:pt x="935670" y="215900"/>
                  <a:pt x="945030" y="228048"/>
                  <a:pt x="952603" y="241300"/>
                </a:cubicBezTo>
                <a:cubicBezTo>
                  <a:pt x="961996" y="257738"/>
                  <a:pt x="966999" y="276694"/>
                  <a:pt x="978003" y="292100"/>
                </a:cubicBezTo>
                <a:cubicBezTo>
                  <a:pt x="1024815" y="357637"/>
                  <a:pt x="1007909" y="301111"/>
                  <a:pt x="1041503" y="368300"/>
                </a:cubicBezTo>
                <a:cubicBezTo>
                  <a:pt x="1099710" y="484714"/>
                  <a:pt x="1030063" y="382680"/>
                  <a:pt x="1105003" y="482600"/>
                </a:cubicBezTo>
                <a:cubicBezTo>
                  <a:pt x="1150060" y="707885"/>
                  <a:pt x="1084966" y="424324"/>
                  <a:pt x="1143103" y="584200"/>
                </a:cubicBezTo>
                <a:cubicBezTo>
                  <a:pt x="1155033" y="617007"/>
                  <a:pt x="1162764" y="651366"/>
                  <a:pt x="1168503" y="685800"/>
                </a:cubicBezTo>
                <a:cubicBezTo>
                  <a:pt x="1200897" y="880166"/>
                  <a:pt x="1188778" y="786955"/>
                  <a:pt x="1206603" y="965200"/>
                </a:cubicBezTo>
                <a:cubicBezTo>
                  <a:pt x="1205708" y="1052874"/>
                  <a:pt x="1255329" y="1962476"/>
                  <a:pt x="1168503" y="2374900"/>
                </a:cubicBezTo>
                <a:cubicBezTo>
                  <a:pt x="1162987" y="2401100"/>
                  <a:pt x="1150796" y="2425455"/>
                  <a:pt x="1143103" y="2451100"/>
                </a:cubicBezTo>
                <a:cubicBezTo>
                  <a:pt x="1126874" y="2505198"/>
                  <a:pt x="1121613" y="2562218"/>
                  <a:pt x="1105003" y="2616200"/>
                </a:cubicBezTo>
                <a:cubicBezTo>
                  <a:pt x="1099435" y="2634295"/>
                  <a:pt x="1088070" y="2650067"/>
                  <a:pt x="1079603" y="2667000"/>
                </a:cubicBezTo>
                <a:cubicBezTo>
                  <a:pt x="1076154" y="2684243"/>
                  <a:pt x="1061890" y="2760802"/>
                  <a:pt x="1054203" y="2781300"/>
                </a:cubicBezTo>
                <a:cubicBezTo>
                  <a:pt x="1047556" y="2799027"/>
                  <a:pt x="1036492" y="2814800"/>
                  <a:pt x="1028803" y="2832100"/>
                </a:cubicBezTo>
                <a:cubicBezTo>
                  <a:pt x="1019544" y="2852932"/>
                  <a:pt x="1011408" y="2874254"/>
                  <a:pt x="1003403" y="2895600"/>
                </a:cubicBezTo>
                <a:cubicBezTo>
                  <a:pt x="998703" y="2908135"/>
                  <a:pt x="997345" y="2922077"/>
                  <a:pt x="990703" y="2933700"/>
                </a:cubicBezTo>
                <a:cubicBezTo>
                  <a:pt x="980201" y="2952078"/>
                  <a:pt x="963268" y="2966217"/>
                  <a:pt x="952603" y="2984500"/>
                </a:cubicBezTo>
                <a:cubicBezTo>
                  <a:pt x="933524" y="3017206"/>
                  <a:pt x="924521" y="3055809"/>
                  <a:pt x="901803" y="3086100"/>
                </a:cubicBezTo>
                <a:cubicBezTo>
                  <a:pt x="889103" y="3103033"/>
                  <a:pt x="874921" y="3118951"/>
                  <a:pt x="863703" y="3136900"/>
                </a:cubicBezTo>
                <a:cubicBezTo>
                  <a:pt x="807175" y="3227344"/>
                  <a:pt x="876983" y="3152050"/>
                  <a:pt x="787503" y="3263900"/>
                </a:cubicBezTo>
                <a:cubicBezTo>
                  <a:pt x="770570" y="3285067"/>
                  <a:pt x="751739" y="3304846"/>
                  <a:pt x="736703" y="3327400"/>
                </a:cubicBezTo>
                <a:cubicBezTo>
                  <a:pt x="707574" y="3371094"/>
                  <a:pt x="719308" y="3379184"/>
                  <a:pt x="685903" y="3416300"/>
                </a:cubicBezTo>
                <a:cubicBezTo>
                  <a:pt x="657868" y="3447450"/>
                  <a:pt x="626636" y="3475567"/>
                  <a:pt x="597003" y="3505200"/>
                </a:cubicBezTo>
                <a:cubicBezTo>
                  <a:pt x="580070" y="3522133"/>
                  <a:pt x="565361" y="3541632"/>
                  <a:pt x="546203" y="3556000"/>
                </a:cubicBezTo>
                <a:cubicBezTo>
                  <a:pt x="529270" y="3568700"/>
                  <a:pt x="511333" y="3580162"/>
                  <a:pt x="495403" y="3594100"/>
                </a:cubicBezTo>
                <a:cubicBezTo>
                  <a:pt x="366695" y="3706720"/>
                  <a:pt x="505582" y="3608061"/>
                  <a:pt x="406503" y="3657600"/>
                </a:cubicBezTo>
                <a:cubicBezTo>
                  <a:pt x="386550" y="3667577"/>
                  <a:pt x="331026" y="3711512"/>
                  <a:pt x="317603" y="3721100"/>
                </a:cubicBezTo>
                <a:cubicBezTo>
                  <a:pt x="305183" y="3729972"/>
                  <a:pt x="293155" y="3739674"/>
                  <a:pt x="279503" y="3746500"/>
                </a:cubicBezTo>
                <a:cubicBezTo>
                  <a:pt x="267529" y="3752487"/>
                  <a:pt x="254103" y="3754967"/>
                  <a:pt x="241403" y="3759200"/>
                </a:cubicBezTo>
                <a:cubicBezTo>
                  <a:pt x="224470" y="3771900"/>
                  <a:pt x="206674" y="3783525"/>
                  <a:pt x="190603" y="3797300"/>
                </a:cubicBezTo>
                <a:cubicBezTo>
                  <a:pt x="158395" y="3824907"/>
                  <a:pt x="153268" y="3843527"/>
                  <a:pt x="114403" y="3860800"/>
                </a:cubicBezTo>
                <a:cubicBezTo>
                  <a:pt x="89937" y="3871674"/>
                  <a:pt x="63603" y="3877733"/>
                  <a:pt x="38203" y="3886200"/>
                </a:cubicBezTo>
                <a:cubicBezTo>
                  <a:pt x="-3913" y="3900239"/>
                  <a:pt x="103" y="3885513"/>
                  <a:pt x="103" y="391160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 3"/>
          <p:cNvSpPr/>
          <p:nvPr/>
        </p:nvSpPr>
        <p:spPr>
          <a:xfrm>
            <a:off x="4066156" y="4610100"/>
            <a:ext cx="569344" cy="660400"/>
          </a:xfrm>
          <a:custGeom>
            <a:avLst/>
            <a:gdLst>
              <a:gd name="connsiteX0" fmla="*/ 188344 w 569344"/>
              <a:gd name="connsiteY0" fmla="*/ 0 h 660400"/>
              <a:gd name="connsiteX1" fmla="*/ 86744 w 569344"/>
              <a:gd name="connsiteY1" fmla="*/ 571500 h 660400"/>
              <a:gd name="connsiteX2" fmla="*/ 175644 w 569344"/>
              <a:gd name="connsiteY2" fmla="*/ 584200 h 660400"/>
              <a:gd name="connsiteX3" fmla="*/ 264544 w 569344"/>
              <a:gd name="connsiteY3" fmla="*/ 609600 h 660400"/>
              <a:gd name="connsiteX4" fmla="*/ 353444 w 569344"/>
              <a:gd name="connsiteY4" fmla="*/ 622300 h 660400"/>
              <a:gd name="connsiteX5" fmla="*/ 531244 w 569344"/>
              <a:gd name="connsiteY5" fmla="*/ 647700 h 660400"/>
              <a:gd name="connsiteX6" fmla="*/ 569344 w 569344"/>
              <a:gd name="connsiteY6" fmla="*/ 6604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344" h="660400">
                <a:moveTo>
                  <a:pt x="188344" y="0"/>
                </a:moveTo>
                <a:cubicBezTo>
                  <a:pt x="145677" y="170666"/>
                  <a:pt x="-140494" y="526052"/>
                  <a:pt x="86744" y="571500"/>
                </a:cubicBezTo>
                <a:cubicBezTo>
                  <a:pt x="116097" y="577371"/>
                  <a:pt x="146011" y="579967"/>
                  <a:pt x="175644" y="584200"/>
                </a:cubicBezTo>
                <a:cubicBezTo>
                  <a:pt x="208288" y="595081"/>
                  <a:pt x="229461" y="603221"/>
                  <a:pt x="264544" y="609600"/>
                </a:cubicBezTo>
                <a:cubicBezTo>
                  <a:pt x="293995" y="614955"/>
                  <a:pt x="323917" y="617379"/>
                  <a:pt x="353444" y="622300"/>
                </a:cubicBezTo>
                <a:cubicBezTo>
                  <a:pt x="515188" y="649257"/>
                  <a:pt x="287774" y="620648"/>
                  <a:pt x="531244" y="647700"/>
                </a:cubicBezTo>
                <a:lnTo>
                  <a:pt x="569344" y="66040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453062" y="1879600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반대방향의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변경도 가능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해졌으므로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1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v-model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을 이용하면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양방향 데이터 바인딩을 가능하게 합니다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592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76</Words>
  <Application>Microsoft Office PowerPoint</Application>
  <PresentationFormat>와이드스크린</PresentationFormat>
  <Paragraphs>39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Vue 강의자료</vt:lpstr>
      <vt:lpstr>v-model</vt:lpstr>
      <vt:lpstr>v-model 미사용</vt:lpstr>
      <vt:lpstr>PowerPoint 프레젠테이션</vt:lpstr>
      <vt:lpstr>PowerPoint 프레젠테이션</vt:lpstr>
      <vt:lpstr>PowerPoint 프레젠테이션</vt:lpstr>
      <vt:lpstr>v-model 사용</vt:lpstr>
      <vt:lpstr>PowerPoint 프레젠테이션</vt:lpstr>
      <vt:lpstr>PowerPoint 프레젠테이션</vt:lpstr>
      <vt:lpstr>PowerPoint 프레젠테이션</vt:lpstr>
      <vt:lpstr>v-model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19</cp:revision>
  <dcterms:created xsi:type="dcterms:W3CDTF">2020-07-24T04:52:29Z</dcterms:created>
  <dcterms:modified xsi:type="dcterms:W3CDTF">2021-03-16T11:00:40Z</dcterms:modified>
</cp:coreProperties>
</file>