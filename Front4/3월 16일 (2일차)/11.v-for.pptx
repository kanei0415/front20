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3" r:id="rId2"/>
    <p:sldId id="264" r:id="rId3"/>
    <p:sldId id="265" r:id="rId4"/>
    <p:sldId id="266" r:id="rId5"/>
    <p:sldId id="258" r:id="rId6"/>
    <p:sldId id="270" r:id="rId7"/>
    <p:sldId id="269" r:id="rId8"/>
    <p:sldId id="260" r:id="rId9"/>
    <p:sldId id="271" r:id="rId10"/>
    <p:sldId id="267" r:id="rId11"/>
    <p:sldId id="261" r:id="rId12"/>
    <p:sldId id="272" r:id="rId13"/>
    <p:sldId id="268" r:id="rId14"/>
    <p:sldId id="262" r:id="rId15"/>
    <p:sldId id="259" r:id="rId16"/>
    <p:sldId id="25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6940E-06C7-488A-A115-258E7240B2FA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1CB0E-0881-47FD-8A63-E03B217F71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666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39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v</a:t>
            </a:r>
            <a:r>
              <a:rPr lang="en-US" altLang="ko-KR" b="1" dirty="0" smtClean="0">
                <a:solidFill>
                  <a:srgbClr val="FF0000"/>
                </a:solidFill>
              </a:rPr>
              <a:t>-for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52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v-for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0" y="2920463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리스트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95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v-for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1" y="2920462"/>
            <a:ext cx="11654287" cy="2574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비슷한 내용을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반복적으로 보여줘야 하는 경우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61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1-1.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4979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3D2027-97D9-40E3-9973-0D1A4D99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392356" cy="659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3D2027-97D9-40E3-9973-0D1A4D995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392356" cy="6591653"/>
          </a:xfrm>
          <a:prstGeom prst="rect">
            <a:avLst/>
          </a:prstGeom>
        </p:spPr>
      </p:pic>
      <p:sp>
        <p:nvSpPr>
          <p:cNvPr id="2" name="자유형 1"/>
          <p:cNvSpPr/>
          <p:nvPr/>
        </p:nvSpPr>
        <p:spPr>
          <a:xfrm>
            <a:off x="2514600" y="1811215"/>
            <a:ext cx="633046" cy="422031"/>
          </a:xfrm>
          <a:custGeom>
            <a:avLst/>
            <a:gdLst>
              <a:gd name="connsiteX0" fmla="*/ 633046 w 633046"/>
              <a:gd name="connsiteY0" fmla="*/ 0 h 422031"/>
              <a:gd name="connsiteX1" fmla="*/ 606669 w 633046"/>
              <a:gd name="connsiteY1" fmla="*/ 158262 h 422031"/>
              <a:gd name="connsiteX2" fmla="*/ 597877 w 633046"/>
              <a:gd name="connsiteY2" fmla="*/ 193431 h 422031"/>
              <a:gd name="connsiteX3" fmla="*/ 536331 w 633046"/>
              <a:gd name="connsiteY3" fmla="*/ 281354 h 422031"/>
              <a:gd name="connsiteX4" fmla="*/ 492369 w 633046"/>
              <a:gd name="connsiteY4" fmla="*/ 334108 h 422031"/>
              <a:gd name="connsiteX5" fmla="*/ 422031 w 633046"/>
              <a:gd name="connsiteY5" fmla="*/ 378070 h 422031"/>
              <a:gd name="connsiteX6" fmla="*/ 386862 w 633046"/>
              <a:gd name="connsiteY6" fmla="*/ 404447 h 422031"/>
              <a:gd name="connsiteX7" fmla="*/ 316523 w 633046"/>
              <a:gd name="connsiteY7" fmla="*/ 422031 h 422031"/>
              <a:gd name="connsiteX8" fmla="*/ 149469 w 633046"/>
              <a:gd name="connsiteY8" fmla="*/ 378070 h 422031"/>
              <a:gd name="connsiteX9" fmla="*/ 123092 w 633046"/>
              <a:gd name="connsiteY9" fmla="*/ 351693 h 422031"/>
              <a:gd name="connsiteX10" fmla="*/ 87923 w 633046"/>
              <a:gd name="connsiteY10" fmla="*/ 298939 h 422031"/>
              <a:gd name="connsiteX11" fmla="*/ 52754 w 633046"/>
              <a:gd name="connsiteY11" fmla="*/ 193431 h 422031"/>
              <a:gd name="connsiteX12" fmla="*/ 43962 w 633046"/>
              <a:gd name="connsiteY12" fmla="*/ 167054 h 422031"/>
              <a:gd name="connsiteX13" fmla="*/ 26377 w 633046"/>
              <a:gd name="connsiteY13" fmla="*/ 140677 h 422031"/>
              <a:gd name="connsiteX14" fmla="*/ 17585 w 633046"/>
              <a:gd name="connsiteY14" fmla="*/ 114300 h 422031"/>
              <a:gd name="connsiteX15" fmla="*/ 0 w 633046"/>
              <a:gd name="connsiteY15" fmla="*/ 87923 h 42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33046" h="422031">
                <a:moveTo>
                  <a:pt x="633046" y="0"/>
                </a:moveTo>
                <a:cubicBezTo>
                  <a:pt x="621849" y="111974"/>
                  <a:pt x="631398" y="59346"/>
                  <a:pt x="606669" y="158262"/>
                </a:cubicBezTo>
                <a:cubicBezTo>
                  <a:pt x="603738" y="169985"/>
                  <a:pt x="604094" y="183069"/>
                  <a:pt x="597877" y="193431"/>
                </a:cubicBezTo>
                <a:cubicBezTo>
                  <a:pt x="551409" y="270878"/>
                  <a:pt x="593635" y="204949"/>
                  <a:pt x="536331" y="281354"/>
                </a:cubicBezTo>
                <a:cubicBezTo>
                  <a:pt x="511910" y="313915"/>
                  <a:pt x="526146" y="305156"/>
                  <a:pt x="492369" y="334108"/>
                </a:cubicBezTo>
                <a:cubicBezTo>
                  <a:pt x="438723" y="380090"/>
                  <a:pt x="477454" y="343430"/>
                  <a:pt x="422031" y="378070"/>
                </a:cubicBezTo>
                <a:cubicBezTo>
                  <a:pt x="409605" y="385837"/>
                  <a:pt x="400389" y="398811"/>
                  <a:pt x="386862" y="404447"/>
                </a:cubicBezTo>
                <a:cubicBezTo>
                  <a:pt x="364553" y="413742"/>
                  <a:pt x="339969" y="416170"/>
                  <a:pt x="316523" y="422031"/>
                </a:cubicBezTo>
                <a:cubicBezTo>
                  <a:pt x="236356" y="415865"/>
                  <a:pt x="203486" y="432087"/>
                  <a:pt x="149469" y="378070"/>
                </a:cubicBezTo>
                <a:cubicBezTo>
                  <a:pt x="140677" y="369278"/>
                  <a:pt x="130726" y="361508"/>
                  <a:pt x="123092" y="351693"/>
                </a:cubicBezTo>
                <a:cubicBezTo>
                  <a:pt x="110117" y="335011"/>
                  <a:pt x="87923" y="298939"/>
                  <a:pt x="87923" y="298939"/>
                </a:cubicBezTo>
                <a:lnTo>
                  <a:pt x="52754" y="193431"/>
                </a:lnTo>
                <a:cubicBezTo>
                  <a:pt x="49823" y="184639"/>
                  <a:pt x="49103" y="174765"/>
                  <a:pt x="43962" y="167054"/>
                </a:cubicBezTo>
                <a:lnTo>
                  <a:pt x="26377" y="140677"/>
                </a:lnTo>
                <a:cubicBezTo>
                  <a:pt x="23446" y="131885"/>
                  <a:pt x="21730" y="122589"/>
                  <a:pt x="17585" y="114300"/>
                </a:cubicBezTo>
                <a:cubicBezTo>
                  <a:pt x="12859" y="104848"/>
                  <a:pt x="0" y="87923"/>
                  <a:pt x="0" y="87923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자유형 3"/>
          <p:cNvSpPr/>
          <p:nvPr/>
        </p:nvSpPr>
        <p:spPr>
          <a:xfrm>
            <a:off x="2444262" y="1860138"/>
            <a:ext cx="281353" cy="214847"/>
          </a:xfrm>
          <a:custGeom>
            <a:avLst/>
            <a:gdLst>
              <a:gd name="connsiteX0" fmla="*/ 0 w 281353"/>
              <a:gd name="connsiteY0" fmla="*/ 214847 h 214847"/>
              <a:gd name="connsiteX1" fmla="*/ 35169 w 281353"/>
              <a:gd name="connsiteY1" fmla="*/ 126924 h 214847"/>
              <a:gd name="connsiteX2" fmla="*/ 61546 w 281353"/>
              <a:gd name="connsiteY2" fmla="*/ 56585 h 214847"/>
              <a:gd name="connsiteX3" fmla="*/ 70338 w 281353"/>
              <a:gd name="connsiteY3" fmla="*/ 3831 h 214847"/>
              <a:gd name="connsiteX4" fmla="*/ 131884 w 281353"/>
              <a:gd name="connsiteY4" fmla="*/ 12624 h 214847"/>
              <a:gd name="connsiteX5" fmla="*/ 193430 w 281353"/>
              <a:gd name="connsiteY5" fmla="*/ 39000 h 214847"/>
              <a:gd name="connsiteX6" fmla="*/ 246184 w 281353"/>
              <a:gd name="connsiteY6" fmla="*/ 47793 h 214847"/>
              <a:gd name="connsiteX7" fmla="*/ 281353 w 281353"/>
              <a:gd name="connsiteY7" fmla="*/ 56585 h 21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353" h="214847">
                <a:moveTo>
                  <a:pt x="0" y="214847"/>
                </a:moveTo>
                <a:cubicBezTo>
                  <a:pt x="22073" y="104477"/>
                  <a:pt x="-10252" y="240476"/>
                  <a:pt x="35169" y="126924"/>
                </a:cubicBezTo>
                <a:cubicBezTo>
                  <a:pt x="73195" y="31858"/>
                  <a:pt x="16465" y="124205"/>
                  <a:pt x="61546" y="56585"/>
                </a:cubicBezTo>
                <a:cubicBezTo>
                  <a:pt x="64477" y="39000"/>
                  <a:pt x="55221" y="13279"/>
                  <a:pt x="70338" y="3831"/>
                </a:cubicBezTo>
                <a:cubicBezTo>
                  <a:pt x="87912" y="-7152"/>
                  <a:pt x="111563" y="8560"/>
                  <a:pt x="131884" y="12624"/>
                </a:cubicBezTo>
                <a:cubicBezTo>
                  <a:pt x="180410" y="22329"/>
                  <a:pt x="136233" y="21841"/>
                  <a:pt x="193430" y="39000"/>
                </a:cubicBezTo>
                <a:cubicBezTo>
                  <a:pt x="210505" y="44123"/>
                  <a:pt x="228703" y="44297"/>
                  <a:pt x="246184" y="47793"/>
                </a:cubicBezTo>
                <a:cubicBezTo>
                  <a:pt x="258033" y="50163"/>
                  <a:pt x="281353" y="56585"/>
                  <a:pt x="281353" y="56585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78007" y="2282169"/>
            <a:ext cx="3642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list</a:t>
            </a:r>
            <a:r>
              <a:rPr lang="ko-KR" altLang="en-US" b="1" dirty="0" smtClean="0">
                <a:solidFill>
                  <a:srgbClr val="FF0000"/>
                </a:solidFill>
              </a:rPr>
              <a:t>에 있는 항목이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하나씩 </a:t>
            </a:r>
            <a:r>
              <a:rPr lang="en-US" altLang="ko-KR" b="1" dirty="0" smtClean="0">
                <a:solidFill>
                  <a:srgbClr val="FF0000"/>
                </a:solidFill>
              </a:rPr>
              <a:t>item</a:t>
            </a:r>
            <a:r>
              <a:rPr lang="ko-KR" altLang="en-US" b="1" dirty="0" smtClean="0">
                <a:solidFill>
                  <a:srgbClr val="FF0000"/>
                </a:solidFill>
              </a:rPr>
              <a:t>으로 복사됨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79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1-2.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78310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F1EFC3-65A2-4540-B0EE-E30705D5E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7755467" cy="650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2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F1EFC3-65A2-4540-B0EE-E30705D5E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7755467" cy="6501053"/>
          </a:xfrm>
          <a:prstGeom prst="rect">
            <a:avLst/>
          </a:prstGeom>
        </p:spPr>
      </p:pic>
      <p:sp>
        <p:nvSpPr>
          <p:cNvPr id="5" name="자유형 4"/>
          <p:cNvSpPr/>
          <p:nvPr/>
        </p:nvSpPr>
        <p:spPr>
          <a:xfrm>
            <a:off x="2444262" y="1860138"/>
            <a:ext cx="281353" cy="214847"/>
          </a:xfrm>
          <a:custGeom>
            <a:avLst/>
            <a:gdLst>
              <a:gd name="connsiteX0" fmla="*/ 0 w 281353"/>
              <a:gd name="connsiteY0" fmla="*/ 214847 h 214847"/>
              <a:gd name="connsiteX1" fmla="*/ 35169 w 281353"/>
              <a:gd name="connsiteY1" fmla="*/ 126924 h 214847"/>
              <a:gd name="connsiteX2" fmla="*/ 61546 w 281353"/>
              <a:gd name="connsiteY2" fmla="*/ 56585 h 214847"/>
              <a:gd name="connsiteX3" fmla="*/ 70338 w 281353"/>
              <a:gd name="connsiteY3" fmla="*/ 3831 h 214847"/>
              <a:gd name="connsiteX4" fmla="*/ 131884 w 281353"/>
              <a:gd name="connsiteY4" fmla="*/ 12624 h 214847"/>
              <a:gd name="connsiteX5" fmla="*/ 193430 w 281353"/>
              <a:gd name="connsiteY5" fmla="*/ 39000 h 214847"/>
              <a:gd name="connsiteX6" fmla="*/ 246184 w 281353"/>
              <a:gd name="connsiteY6" fmla="*/ 47793 h 214847"/>
              <a:gd name="connsiteX7" fmla="*/ 281353 w 281353"/>
              <a:gd name="connsiteY7" fmla="*/ 56585 h 21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353" h="214847">
                <a:moveTo>
                  <a:pt x="0" y="214847"/>
                </a:moveTo>
                <a:cubicBezTo>
                  <a:pt x="22073" y="104477"/>
                  <a:pt x="-10252" y="240476"/>
                  <a:pt x="35169" y="126924"/>
                </a:cubicBezTo>
                <a:cubicBezTo>
                  <a:pt x="73195" y="31858"/>
                  <a:pt x="16465" y="124205"/>
                  <a:pt x="61546" y="56585"/>
                </a:cubicBezTo>
                <a:cubicBezTo>
                  <a:pt x="64477" y="39000"/>
                  <a:pt x="55221" y="13279"/>
                  <a:pt x="70338" y="3831"/>
                </a:cubicBezTo>
                <a:cubicBezTo>
                  <a:pt x="87912" y="-7152"/>
                  <a:pt x="111563" y="8560"/>
                  <a:pt x="131884" y="12624"/>
                </a:cubicBezTo>
                <a:cubicBezTo>
                  <a:pt x="180410" y="22329"/>
                  <a:pt x="136233" y="21841"/>
                  <a:pt x="193430" y="39000"/>
                </a:cubicBezTo>
                <a:cubicBezTo>
                  <a:pt x="210505" y="44123"/>
                  <a:pt x="228703" y="44297"/>
                  <a:pt x="246184" y="47793"/>
                </a:cubicBezTo>
                <a:cubicBezTo>
                  <a:pt x="258033" y="50163"/>
                  <a:pt x="281353" y="56585"/>
                  <a:pt x="281353" y="56585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278007" y="2349665"/>
            <a:ext cx="3642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list</a:t>
            </a:r>
            <a:r>
              <a:rPr lang="ko-KR" altLang="en-US" b="1" dirty="0" smtClean="0">
                <a:solidFill>
                  <a:srgbClr val="FF0000"/>
                </a:solidFill>
              </a:rPr>
              <a:t>에 있는 항목이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하나씩 </a:t>
            </a:r>
            <a:r>
              <a:rPr lang="en-US" altLang="ko-KR" b="1" dirty="0" smtClean="0">
                <a:solidFill>
                  <a:srgbClr val="FF0000"/>
                </a:solidFill>
              </a:rPr>
              <a:t>item</a:t>
            </a:r>
            <a:r>
              <a:rPr lang="ko-KR" altLang="en-US" b="1" dirty="0" smtClean="0">
                <a:solidFill>
                  <a:srgbClr val="FF0000"/>
                </a:solidFill>
              </a:rPr>
              <a:t>으로 복사됨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2493818" y="1801091"/>
            <a:ext cx="1062182" cy="489527"/>
          </a:xfrm>
          <a:custGeom>
            <a:avLst/>
            <a:gdLst>
              <a:gd name="connsiteX0" fmla="*/ 0 w 1062182"/>
              <a:gd name="connsiteY0" fmla="*/ 110836 h 489527"/>
              <a:gd name="connsiteX1" fmla="*/ 36946 w 1062182"/>
              <a:gd name="connsiteY1" fmla="*/ 166254 h 489527"/>
              <a:gd name="connsiteX2" fmla="*/ 46182 w 1062182"/>
              <a:gd name="connsiteY2" fmla="*/ 203200 h 489527"/>
              <a:gd name="connsiteX3" fmla="*/ 110837 w 1062182"/>
              <a:gd name="connsiteY3" fmla="*/ 286327 h 489527"/>
              <a:gd name="connsiteX4" fmla="*/ 129309 w 1062182"/>
              <a:gd name="connsiteY4" fmla="*/ 314036 h 489527"/>
              <a:gd name="connsiteX5" fmla="*/ 157018 w 1062182"/>
              <a:gd name="connsiteY5" fmla="*/ 332509 h 489527"/>
              <a:gd name="connsiteX6" fmla="*/ 184727 w 1062182"/>
              <a:gd name="connsiteY6" fmla="*/ 360218 h 489527"/>
              <a:gd name="connsiteX7" fmla="*/ 221673 w 1062182"/>
              <a:gd name="connsiteY7" fmla="*/ 378691 h 489527"/>
              <a:gd name="connsiteX8" fmla="*/ 249382 w 1062182"/>
              <a:gd name="connsiteY8" fmla="*/ 397164 h 489527"/>
              <a:gd name="connsiteX9" fmla="*/ 314037 w 1062182"/>
              <a:gd name="connsiteY9" fmla="*/ 415636 h 489527"/>
              <a:gd name="connsiteX10" fmla="*/ 360218 w 1062182"/>
              <a:gd name="connsiteY10" fmla="*/ 434109 h 489527"/>
              <a:gd name="connsiteX11" fmla="*/ 415637 w 1062182"/>
              <a:gd name="connsiteY11" fmla="*/ 443345 h 489527"/>
              <a:gd name="connsiteX12" fmla="*/ 461818 w 1062182"/>
              <a:gd name="connsiteY12" fmla="*/ 452582 h 489527"/>
              <a:gd name="connsiteX13" fmla="*/ 526473 w 1062182"/>
              <a:gd name="connsiteY13" fmla="*/ 471054 h 489527"/>
              <a:gd name="connsiteX14" fmla="*/ 600364 w 1062182"/>
              <a:gd name="connsiteY14" fmla="*/ 480291 h 489527"/>
              <a:gd name="connsiteX15" fmla="*/ 655782 w 1062182"/>
              <a:gd name="connsiteY15" fmla="*/ 489527 h 489527"/>
              <a:gd name="connsiteX16" fmla="*/ 877455 w 1062182"/>
              <a:gd name="connsiteY16" fmla="*/ 443345 h 489527"/>
              <a:gd name="connsiteX17" fmla="*/ 951346 w 1062182"/>
              <a:gd name="connsiteY17" fmla="*/ 360218 h 489527"/>
              <a:gd name="connsiteX18" fmla="*/ 969818 w 1062182"/>
              <a:gd name="connsiteY18" fmla="*/ 332509 h 489527"/>
              <a:gd name="connsiteX19" fmla="*/ 997527 w 1062182"/>
              <a:gd name="connsiteY19" fmla="*/ 249382 h 489527"/>
              <a:gd name="connsiteX20" fmla="*/ 1006764 w 1062182"/>
              <a:gd name="connsiteY20" fmla="*/ 212436 h 489527"/>
              <a:gd name="connsiteX21" fmla="*/ 1034473 w 1062182"/>
              <a:gd name="connsiteY21" fmla="*/ 184727 h 489527"/>
              <a:gd name="connsiteX22" fmla="*/ 1043709 w 1062182"/>
              <a:gd name="connsiteY22" fmla="*/ 138545 h 489527"/>
              <a:gd name="connsiteX23" fmla="*/ 1062182 w 1062182"/>
              <a:gd name="connsiteY23" fmla="*/ 83127 h 489527"/>
              <a:gd name="connsiteX24" fmla="*/ 1062182 w 1062182"/>
              <a:gd name="connsiteY24" fmla="*/ 0 h 48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62182" h="489527">
                <a:moveTo>
                  <a:pt x="0" y="110836"/>
                </a:moveTo>
                <a:cubicBezTo>
                  <a:pt x="12315" y="129309"/>
                  <a:pt x="27017" y="146396"/>
                  <a:pt x="36946" y="166254"/>
                </a:cubicBezTo>
                <a:cubicBezTo>
                  <a:pt x="42623" y="177608"/>
                  <a:pt x="40505" y="191846"/>
                  <a:pt x="46182" y="203200"/>
                </a:cubicBezTo>
                <a:cubicBezTo>
                  <a:pt x="81200" y="273237"/>
                  <a:pt x="72825" y="240713"/>
                  <a:pt x="110837" y="286327"/>
                </a:cubicBezTo>
                <a:cubicBezTo>
                  <a:pt x="117943" y="294855"/>
                  <a:pt x="121460" y="306187"/>
                  <a:pt x="129309" y="314036"/>
                </a:cubicBezTo>
                <a:cubicBezTo>
                  <a:pt x="137158" y="321886"/>
                  <a:pt x="148490" y="325402"/>
                  <a:pt x="157018" y="332509"/>
                </a:cubicBezTo>
                <a:cubicBezTo>
                  <a:pt x="167053" y="340871"/>
                  <a:pt x="174098" y="352626"/>
                  <a:pt x="184727" y="360218"/>
                </a:cubicBezTo>
                <a:cubicBezTo>
                  <a:pt x="195931" y="368221"/>
                  <a:pt x="209718" y="371860"/>
                  <a:pt x="221673" y="378691"/>
                </a:cubicBezTo>
                <a:cubicBezTo>
                  <a:pt x="231311" y="384199"/>
                  <a:pt x="239453" y="392200"/>
                  <a:pt x="249382" y="397164"/>
                </a:cubicBezTo>
                <a:cubicBezTo>
                  <a:pt x="267172" y="406059"/>
                  <a:pt x="296281" y="409717"/>
                  <a:pt x="314037" y="415636"/>
                </a:cubicBezTo>
                <a:cubicBezTo>
                  <a:pt x="329766" y="420879"/>
                  <a:pt x="344223" y="429747"/>
                  <a:pt x="360218" y="434109"/>
                </a:cubicBezTo>
                <a:cubicBezTo>
                  <a:pt x="378286" y="439037"/>
                  <a:pt x="397211" y="439995"/>
                  <a:pt x="415637" y="443345"/>
                </a:cubicBezTo>
                <a:cubicBezTo>
                  <a:pt x="431082" y="446153"/>
                  <a:pt x="446588" y="448774"/>
                  <a:pt x="461818" y="452582"/>
                </a:cubicBezTo>
                <a:cubicBezTo>
                  <a:pt x="505739" y="463563"/>
                  <a:pt x="474646" y="462416"/>
                  <a:pt x="526473" y="471054"/>
                </a:cubicBezTo>
                <a:cubicBezTo>
                  <a:pt x="550957" y="475135"/>
                  <a:pt x="575791" y="476781"/>
                  <a:pt x="600364" y="480291"/>
                </a:cubicBezTo>
                <a:cubicBezTo>
                  <a:pt x="618903" y="482940"/>
                  <a:pt x="637309" y="486448"/>
                  <a:pt x="655782" y="489527"/>
                </a:cubicBezTo>
                <a:cubicBezTo>
                  <a:pt x="813727" y="480753"/>
                  <a:pt x="788046" y="510402"/>
                  <a:pt x="877455" y="443345"/>
                </a:cubicBezTo>
                <a:cubicBezTo>
                  <a:pt x="932160" y="402316"/>
                  <a:pt x="905863" y="428443"/>
                  <a:pt x="951346" y="360218"/>
                </a:cubicBezTo>
                <a:lnTo>
                  <a:pt x="969818" y="332509"/>
                </a:lnTo>
                <a:cubicBezTo>
                  <a:pt x="990061" y="231301"/>
                  <a:pt x="964750" y="336787"/>
                  <a:pt x="997527" y="249382"/>
                </a:cubicBezTo>
                <a:cubicBezTo>
                  <a:pt x="1001984" y="237496"/>
                  <a:pt x="1000466" y="223458"/>
                  <a:pt x="1006764" y="212436"/>
                </a:cubicBezTo>
                <a:cubicBezTo>
                  <a:pt x="1013245" y="201095"/>
                  <a:pt x="1025237" y="193963"/>
                  <a:pt x="1034473" y="184727"/>
                </a:cubicBezTo>
                <a:cubicBezTo>
                  <a:pt x="1037552" y="169333"/>
                  <a:pt x="1039578" y="153691"/>
                  <a:pt x="1043709" y="138545"/>
                </a:cubicBezTo>
                <a:cubicBezTo>
                  <a:pt x="1048832" y="119759"/>
                  <a:pt x="1062182" y="102599"/>
                  <a:pt x="1062182" y="83127"/>
                </a:cubicBezTo>
                <a:lnTo>
                  <a:pt x="1062182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78006" y="3181181"/>
            <a:ext cx="811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</a:t>
            </a:r>
            <a:r>
              <a:rPr lang="ko-KR" altLang="en-US" b="1" dirty="0" smtClean="0">
                <a:solidFill>
                  <a:srgbClr val="FF0000"/>
                </a:solidFill>
              </a:rPr>
              <a:t>는 자동으로 할당됩니다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두번째에 변수를 주면 자동으로 리스트 항목의 인덱스 번호가 들어감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31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4659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9508C9-5DE9-4F4A-971C-1DF1CB5E0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05244" cy="66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0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9508C9-5DE9-4F4A-971C-1DF1CB5E0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05244" cy="6630875"/>
          </a:xfrm>
          <a:prstGeom prst="rect">
            <a:avLst/>
          </a:prstGeom>
        </p:spPr>
      </p:pic>
      <p:sp>
        <p:nvSpPr>
          <p:cNvPr id="4" name="자유형 3"/>
          <p:cNvSpPr/>
          <p:nvPr/>
        </p:nvSpPr>
        <p:spPr>
          <a:xfrm>
            <a:off x="1991681" y="1675411"/>
            <a:ext cx="281353" cy="214847"/>
          </a:xfrm>
          <a:custGeom>
            <a:avLst/>
            <a:gdLst>
              <a:gd name="connsiteX0" fmla="*/ 0 w 281353"/>
              <a:gd name="connsiteY0" fmla="*/ 214847 h 214847"/>
              <a:gd name="connsiteX1" fmla="*/ 35169 w 281353"/>
              <a:gd name="connsiteY1" fmla="*/ 126924 h 214847"/>
              <a:gd name="connsiteX2" fmla="*/ 61546 w 281353"/>
              <a:gd name="connsiteY2" fmla="*/ 56585 h 214847"/>
              <a:gd name="connsiteX3" fmla="*/ 70338 w 281353"/>
              <a:gd name="connsiteY3" fmla="*/ 3831 h 214847"/>
              <a:gd name="connsiteX4" fmla="*/ 131884 w 281353"/>
              <a:gd name="connsiteY4" fmla="*/ 12624 h 214847"/>
              <a:gd name="connsiteX5" fmla="*/ 193430 w 281353"/>
              <a:gd name="connsiteY5" fmla="*/ 39000 h 214847"/>
              <a:gd name="connsiteX6" fmla="*/ 246184 w 281353"/>
              <a:gd name="connsiteY6" fmla="*/ 47793 h 214847"/>
              <a:gd name="connsiteX7" fmla="*/ 281353 w 281353"/>
              <a:gd name="connsiteY7" fmla="*/ 56585 h 21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353" h="214847">
                <a:moveTo>
                  <a:pt x="0" y="214847"/>
                </a:moveTo>
                <a:cubicBezTo>
                  <a:pt x="22073" y="104477"/>
                  <a:pt x="-10252" y="240476"/>
                  <a:pt x="35169" y="126924"/>
                </a:cubicBezTo>
                <a:cubicBezTo>
                  <a:pt x="73195" y="31858"/>
                  <a:pt x="16465" y="124205"/>
                  <a:pt x="61546" y="56585"/>
                </a:cubicBezTo>
                <a:cubicBezTo>
                  <a:pt x="64477" y="39000"/>
                  <a:pt x="55221" y="13279"/>
                  <a:pt x="70338" y="3831"/>
                </a:cubicBezTo>
                <a:cubicBezTo>
                  <a:pt x="87912" y="-7152"/>
                  <a:pt x="111563" y="8560"/>
                  <a:pt x="131884" y="12624"/>
                </a:cubicBezTo>
                <a:cubicBezTo>
                  <a:pt x="180410" y="22329"/>
                  <a:pt x="136233" y="21841"/>
                  <a:pt x="193430" y="39000"/>
                </a:cubicBezTo>
                <a:cubicBezTo>
                  <a:pt x="210505" y="44123"/>
                  <a:pt x="228703" y="44297"/>
                  <a:pt x="246184" y="47793"/>
                </a:cubicBezTo>
                <a:cubicBezTo>
                  <a:pt x="258033" y="50163"/>
                  <a:pt x="281353" y="56585"/>
                  <a:pt x="281353" y="56585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 4"/>
          <p:cNvSpPr/>
          <p:nvPr/>
        </p:nvSpPr>
        <p:spPr>
          <a:xfrm>
            <a:off x="2041237" y="1616364"/>
            <a:ext cx="1062182" cy="489527"/>
          </a:xfrm>
          <a:custGeom>
            <a:avLst/>
            <a:gdLst>
              <a:gd name="connsiteX0" fmla="*/ 0 w 1062182"/>
              <a:gd name="connsiteY0" fmla="*/ 110836 h 489527"/>
              <a:gd name="connsiteX1" fmla="*/ 36946 w 1062182"/>
              <a:gd name="connsiteY1" fmla="*/ 166254 h 489527"/>
              <a:gd name="connsiteX2" fmla="*/ 46182 w 1062182"/>
              <a:gd name="connsiteY2" fmla="*/ 203200 h 489527"/>
              <a:gd name="connsiteX3" fmla="*/ 110837 w 1062182"/>
              <a:gd name="connsiteY3" fmla="*/ 286327 h 489527"/>
              <a:gd name="connsiteX4" fmla="*/ 129309 w 1062182"/>
              <a:gd name="connsiteY4" fmla="*/ 314036 h 489527"/>
              <a:gd name="connsiteX5" fmla="*/ 157018 w 1062182"/>
              <a:gd name="connsiteY5" fmla="*/ 332509 h 489527"/>
              <a:gd name="connsiteX6" fmla="*/ 184727 w 1062182"/>
              <a:gd name="connsiteY6" fmla="*/ 360218 h 489527"/>
              <a:gd name="connsiteX7" fmla="*/ 221673 w 1062182"/>
              <a:gd name="connsiteY7" fmla="*/ 378691 h 489527"/>
              <a:gd name="connsiteX8" fmla="*/ 249382 w 1062182"/>
              <a:gd name="connsiteY8" fmla="*/ 397164 h 489527"/>
              <a:gd name="connsiteX9" fmla="*/ 314037 w 1062182"/>
              <a:gd name="connsiteY9" fmla="*/ 415636 h 489527"/>
              <a:gd name="connsiteX10" fmla="*/ 360218 w 1062182"/>
              <a:gd name="connsiteY10" fmla="*/ 434109 h 489527"/>
              <a:gd name="connsiteX11" fmla="*/ 415637 w 1062182"/>
              <a:gd name="connsiteY11" fmla="*/ 443345 h 489527"/>
              <a:gd name="connsiteX12" fmla="*/ 461818 w 1062182"/>
              <a:gd name="connsiteY12" fmla="*/ 452582 h 489527"/>
              <a:gd name="connsiteX13" fmla="*/ 526473 w 1062182"/>
              <a:gd name="connsiteY13" fmla="*/ 471054 h 489527"/>
              <a:gd name="connsiteX14" fmla="*/ 600364 w 1062182"/>
              <a:gd name="connsiteY14" fmla="*/ 480291 h 489527"/>
              <a:gd name="connsiteX15" fmla="*/ 655782 w 1062182"/>
              <a:gd name="connsiteY15" fmla="*/ 489527 h 489527"/>
              <a:gd name="connsiteX16" fmla="*/ 877455 w 1062182"/>
              <a:gd name="connsiteY16" fmla="*/ 443345 h 489527"/>
              <a:gd name="connsiteX17" fmla="*/ 951346 w 1062182"/>
              <a:gd name="connsiteY17" fmla="*/ 360218 h 489527"/>
              <a:gd name="connsiteX18" fmla="*/ 969818 w 1062182"/>
              <a:gd name="connsiteY18" fmla="*/ 332509 h 489527"/>
              <a:gd name="connsiteX19" fmla="*/ 997527 w 1062182"/>
              <a:gd name="connsiteY19" fmla="*/ 249382 h 489527"/>
              <a:gd name="connsiteX20" fmla="*/ 1006764 w 1062182"/>
              <a:gd name="connsiteY20" fmla="*/ 212436 h 489527"/>
              <a:gd name="connsiteX21" fmla="*/ 1034473 w 1062182"/>
              <a:gd name="connsiteY21" fmla="*/ 184727 h 489527"/>
              <a:gd name="connsiteX22" fmla="*/ 1043709 w 1062182"/>
              <a:gd name="connsiteY22" fmla="*/ 138545 h 489527"/>
              <a:gd name="connsiteX23" fmla="*/ 1062182 w 1062182"/>
              <a:gd name="connsiteY23" fmla="*/ 83127 h 489527"/>
              <a:gd name="connsiteX24" fmla="*/ 1062182 w 1062182"/>
              <a:gd name="connsiteY24" fmla="*/ 0 h 48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62182" h="489527">
                <a:moveTo>
                  <a:pt x="0" y="110836"/>
                </a:moveTo>
                <a:cubicBezTo>
                  <a:pt x="12315" y="129309"/>
                  <a:pt x="27017" y="146396"/>
                  <a:pt x="36946" y="166254"/>
                </a:cubicBezTo>
                <a:cubicBezTo>
                  <a:pt x="42623" y="177608"/>
                  <a:pt x="40505" y="191846"/>
                  <a:pt x="46182" y="203200"/>
                </a:cubicBezTo>
                <a:cubicBezTo>
                  <a:pt x="81200" y="273237"/>
                  <a:pt x="72825" y="240713"/>
                  <a:pt x="110837" y="286327"/>
                </a:cubicBezTo>
                <a:cubicBezTo>
                  <a:pt x="117943" y="294855"/>
                  <a:pt x="121460" y="306187"/>
                  <a:pt x="129309" y="314036"/>
                </a:cubicBezTo>
                <a:cubicBezTo>
                  <a:pt x="137158" y="321886"/>
                  <a:pt x="148490" y="325402"/>
                  <a:pt x="157018" y="332509"/>
                </a:cubicBezTo>
                <a:cubicBezTo>
                  <a:pt x="167053" y="340871"/>
                  <a:pt x="174098" y="352626"/>
                  <a:pt x="184727" y="360218"/>
                </a:cubicBezTo>
                <a:cubicBezTo>
                  <a:pt x="195931" y="368221"/>
                  <a:pt x="209718" y="371860"/>
                  <a:pt x="221673" y="378691"/>
                </a:cubicBezTo>
                <a:cubicBezTo>
                  <a:pt x="231311" y="384199"/>
                  <a:pt x="239453" y="392200"/>
                  <a:pt x="249382" y="397164"/>
                </a:cubicBezTo>
                <a:cubicBezTo>
                  <a:pt x="267172" y="406059"/>
                  <a:pt x="296281" y="409717"/>
                  <a:pt x="314037" y="415636"/>
                </a:cubicBezTo>
                <a:cubicBezTo>
                  <a:pt x="329766" y="420879"/>
                  <a:pt x="344223" y="429747"/>
                  <a:pt x="360218" y="434109"/>
                </a:cubicBezTo>
                <a:cubicBezTo>
                  <a:pt x="378286" y="439037"/>
                  <a:pt x="397211" y="439995"/>
                  <a:pt x="415637" y="443345"/>
                </a:cubicBezTo>
                <a:cubicBezTo>
                  <a:pt x="431082" y="446153"/>
                  <a:pt x="446588" y="448774"/>
                  <a:pt x="461818" y="452582"/>
                </a:cubicBezTo>
                <a:cubicBezTo>
                  <a:pt x="505739" y="463563"/>
                  <a:pt x="474646" y="462416"/>
                  <a:pt x="526473" y="471054"/>
                </a:cubicBezTo>
                <a:cubicBezTo>
                  <a:pt x="550957" y="475135"/>
                  <a:pt x="575791" y="476781"/>
                  <a:pt x="600364" y="480291"/>
                </a:cubicBezTo>
                <a:cubicBezTo>
                  <a:pt x="618903" y="482940"/>
                  <a:pt x="637309" y="486448"/>
                  <a:pt x="655782" y="489527"/>
                </a:cubicBezTo>
                <a:cubicBezTo>
                  <a:pt x="813727" y="480753"/>
                  <a:pt x="788046" y="510402"/>
                  <a:pt x="877455" y="443345"/>
                </a:cubicBezTo>
                <a:cubicBezTo>
                  <a:pt x="932160" y="402316"/>
                  <a:pt x="905863" y="428443"/>
                  <a:pt x="951346" y="360218"/>
                </a:cubicBezTo>
                <a:lnTo>
                  <a:pt x="969818" y="332509"/>
                </a:lnTo>
                <a:cubicBezTo>
                  <a:pt x="990061" y="231301"/>
                  <a:pt x="964750" y="336787"/>
                  <a:pt x="997527" y="249382"/>
                </a:cubicBezTo>
                <a:cubicBezTo>
                  <a:pt x="1001984" y="237496"/>
                  <a:pt x="1000466" y="223458"/>
                  <a:pt x="1006764" y="212436"/>
                </a:cubicBezTo>
                <a:cubicBezTo>
                  <a:pt x="1013245" y="201095"/>
                  <a:pt x="1025237" y="193963"/>
                  <a:pt x="1034473" y="184727"/>
                </a:cubicBezTo>
                <a:cubicBezTo>
                  <a:pt x="1037552" y="169333"/>
                  <a:pt x="1039578" y="153691"/>
                  <a:pt x="1043709" y="138545"/>
                </a:cubicBezTo>
                <a:cubicBezTo>
                  <a:pt x="1048832" y="119759"/>
                  <a:pt x="1062182" y="102599"/>
                  <a:pt x="1062182" y="83127"/>
                </a:cubicBezTo>
                <a:lnTo>
                  <a:pt x="1062182" y="0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825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87139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02E970-86C7-4446-BC21-2496400CC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58578" cy="671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6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A330B1-88C8-4F4B-B84E-25F6FC745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57143" cy="67333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86909" y="1145309"/>
            <a:ext cx="677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리스트에 </a:t>
            </a:r>
            <a:r>
              <a:rPr lang="en-US" altLang="ko-KR" b="1" dirty="0" smtClean="0">
                <a:solidFill>
                  <a:srgbClr val="FF0000"/>
                </a:solidFill>
              </a:rPr>
              <a:t>key</a:t>
            </a:r>
            <a:r>
              <a:rPr lang="ko-KR" altLang="en-US" b="1" dirty="0" smtClean="0">
                <a:solidFill>
                  <a:srgbClr val="FF0000"/>
                </a:solidFill>
              </a:rPr>
              <a:t>값을 지정해주는 것이 좋다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135</Words>
  <Application>Microsoft Office PowerPoint</Application>
  <PresentationFormat>와이드스크린</PresentationFormat>
  <Paragraphs>39</Paragraphs>
  <Slides>16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Vue 강의자료</vt:lpstr>
      <vt:lpstr>v-for</vt:lpstr>
      <vt:lpstr>v-for</vt:lpstr>
      <vt:lpstr>예제 1-1.</vt:lpstr>
      <vt:lpstr>PowerPoint 프레젠테이션</vt:lpstr>
      <vt:lpstr>PowerPoint 프레젠테이션</vt:lpstr>
      <vt:lpstr>예제 1-2.</vt:lpstr>
      <vt:lpstr>PowerPoint 프레젠테이션</vt:lpstr>
      <vt:lpstr>PowerPoint 프레젠테이션</vt:lpstr>
      <vt:lpstr>예제 2.</vt:lpstr>
      <vt:lpstr>PowerPoint 프레젠테이션</vt:lpstr>
      <vt:lpstr>PowerPoint 프레젠테이션</vt:lpstr>
      <vt:lpstr>예제 3.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14</cp:revision>
  <dcterms:created xsi:type="dcterms:W3CDTF">2020-07-24T04:52:29Z</dcterms:created>
  <dcterms:modified xsi:type="dcterms:W3CDTF">2020-08-16T03:52:47Z</dcterms:modified>
</cp:coreProperties>
</file>