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7" r:id="rId2"/>
    <p:sldId id="271" r:id="rId3"/>
    <p:sldId id="268" r:id="rId4"/>
    <p:sldId id="258" r:id="rId5"/>
    <p:sldId id="260" r:id="rId6"/>
    <p:sldId id="269" r:id="rId7"/>
    <p:sldId id="262" r:id="rId8"/>
    <p:sldId id="263" r:id="rId9"/>
    <p:sldId id="273" r:id="rId10"/>
    <p:sldId id="270" r:id="rId11"/>
    <p:sldId id="264" r:id="rId12"/>
    <p:sldId id="265" r:id="rId13"/>
    <p:sldId id="266" r:id="rId14"/>
    <p:sldId id="25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7724" autoAdjust="0"/>
  </p:normalViewPr>
  <p:slideViewPr>
    <p:cSldViewPr snapToGrid="0">
      <p:cViewPr varScale="1">
        <p:scale>
          <a:sx n="66" d="100"/>
          <a:sy n="66" d="100"/>
        </p:scale>
        <p:origin x="227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542B1-2A0C-4A03-BE55-D8E24CE60246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6366C-2E80-425A-9B51-92158ED815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165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조건부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렌더링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84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조건부 </a:t>
            </a:r>
            <a:r>
              <a:rPr lang="ko-KR" altLang="en-US" b="1" dirty="0" err="1" smtClean="0"/>
              <a:t>렌더링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0" y="2920463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조건에 따라 다르게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렌더링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31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1.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670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E27869-E9A2-4188-85EA-F53584DA8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471378" cy="6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D7417F-3736-486B-8033-7BD193A7C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439378" cy="644746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261946" y="1046284"/>
            <a:ext cx="462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val</a:t>
            </a:r>
            <a:r>
              <a:rPr lang="ko-KR" altLang="en-US" b="1" dirty="0" smtClean="0">
                <a:solidFill>
                  <a:srgbClr val="FF0000"/>
                </a:solidFill>
              </a:rPr>
              <a:t>값이 </a:t>
            </a:r>
            <a:r>
              <a:rPr lang="en-US" altLang="ko-KR" b="1" dirty="0" smtClean="0">
                <a:solidFill>
                  <a:srgbClr val="FF0000"/>
                </a:solidFill>
              </a:rPr>
              <a:t>true</a:t>
            </a:r>
            <a:r>
              <a:rPr lang="ko-KR" altLang="en-US" b="1" dirty="0" smtClean="0">
                <a:solidFill>
                  <a:srgbClr val="FF0000"/>
                </a:solidFill>
              </a:rPr>
              <a:t>이면 강아지 출력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74731" y="1415616"/>
            <a:ext cx="462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아닐 경우 고양이 출력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045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2.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3991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7D48C4-3DF8-40E9-B975-E70A197FA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845778" cy="645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70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4D7D81-D288-471B-92C0-9D26EA8A1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52178" cy="663211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1461" y="940777"/>
            <a:ext cx="220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val</a:t>
            </a:r>
            <a:r>
              <a:rPr lang="ko-KR" altLang="en-US" b="1" dirty="0" smtClean="0">
                <a:solidFill>
                  <a:srgbClr val="FF0000"/>
                </a:solidFill>
              </a:rPr>
              <a:t>값은 </a:t>
            </a:r>
            <a:r>
              <a:rPr lang="en-US" altLang="ko-KR" b="1" dirty="0" smtClean="0">
                <a:solidFill>
                  <a:srgbClr val="FF0000"/>
                </a:solidFill>
              </a:rPr>
              <a:t>true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83722" y="1310109"/>
            <a:ext cx="220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val</a:t>
            </a:r>
            <a:r>
              <a:rPr lang="ko-KR" altLang="en-US" b="1" dirty="0" smtClean="0">
                <a:solidFill>
                  <a:srgbClr val="FF0000"/>
                </a:solidFill>
              </a:rPr>
              <a:t>값을 반전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243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4D7D81-D288-471B-92C0-9D26EA8A1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52178" cy="663211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00100" y="1617785"/>
            <a:ext cx="1846385" cy="111662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1964" y="2734408"/>
            <a:ext cx="2466109" cy="115410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542565" y="2435552"/>
            <a:ext cx="378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참일 경우 </a:t>
            </a:r>
            <a:r>
              <a:rPr lang="en-US" altLang="ko-KR" b="1" dirty="0" smtClean="0">
                <a:solidFill>
                  <a:srgbClr val="FF0000"/>
                </a:solidFill>
              </a:rPr>
              <a:t>template </a:t>
            </a:r>
            <a:r>
              <a:rPr lang="ko-KR" altLang="en-US" b="1" dirty="0" smtClean="0">
                <a:solidFill>
                  <a:srgbClr val="FF0000"/>
                </a:solidFill>
              </a:rPr>
              <a:t>전체가 실행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11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3.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36151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741B63-1A43-4821-A110-5BDEBB8DB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9053689" cy="652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509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3501D2-CFB0-4963-B95D-E13F56A07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00622" cy="643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92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9873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</Words>
  <Application>Microsoft Office PowerPoint</Application>
  <PresentationFormat>와이드스크린</PresentationFormat>
  <Paragraphs>20</Paragraphs>
  <Slides>14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Vue 강의자료</vt:lpstr>
      <vt:lpstr>조건부 렌더링</vt:lpstr>
      <vt:lpstr>예제1.</vt:lpstr>
      <vt:lpstr>PowerPoint 프레젠테이션</vt:lpstr>
      <vt:lpstr>PowerPoint 프레젠테이션</vt:lpstr>
      <vt:lpstr>예제2.</vt:lpstr>
      <vt:lpstr>PowerPoint 프레젠테이션</vt:lpstr>
      <vt:lpstr>PowerPoint 프레젠테이션</vt:lpstr>
      <vt:lpstr>PowerPoint 프레젠테이션</vt:lpstr>
      <vt:lpstr>예제3.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11</cp:revision>
  <dcterms:created xsi:type="dcterms:W3CDTF">2020-07-24T04:52:29Z</dcterms:created>
  <dcterms:modified xsi:type="dcterms:W3CDTF">2021-03-16T11:01:40Z</dcterms:modified>
</cp:coreProperties>
</file>