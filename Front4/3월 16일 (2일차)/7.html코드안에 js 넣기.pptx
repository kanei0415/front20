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58" r:id="rId4"/>
    <p:sldId id="260" r:id="rId5"/>
    <p:sldId id="267" r:id="rId6"/>
    <p:sldId id="261" r:id="rId7"/>
    <p:sldId id="262" r:id="rId8"/>
    <p:sldId id="268" r:id="rId9"/>
    <p:sldId id="259" r:id="rId10"/>
    <p:sldId id="263" r:id="rId11"/>
    <p:sldId id="264" r:id="rId12"/>
    <p:sldId id="25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solidFill>
                  <a:srgbClr val="FF0000"/>
                </a:solidFill>
              </a:rPr>
              <a:t>html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코드안에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js</a:t>
            </a:r>
            <a:r>
              <a:rPr lang="ko-KR" altLang="en-US" b="1" dirty="0" smtClean="0">
                <a:solidFill>
                  <a:srgbClr val="FF0000"/>
                </a:solidFill>
              </a:rPr>
              <a:t>넣기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24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1.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8706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EECA576C-4A75-43CA-BAD0-86FF7FE57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18222" cy="62621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683823" y="1710047"/>
            <a:ext cx="2790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증가 연산자가 적용됨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009403" y="1596035"/>
            <a:ext cx="422761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8BC7146C-AA19-45FE-A907-E9065D329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279467" cy="645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2.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292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9314AEC-EBC9-4B87-8EE7-0B10AAA7A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279467" cy="6382463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054368" y="1641165"/>
            <a:ext cx="2425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증가 연산자가 적용됨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128156" y="1641165"/>
            <a:ext cx="422761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751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8A96CA63-C5BC-4D96-A70F-56BE40643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76178" cy="636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0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3.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4085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846266F-4303-4BFC-9831-BAEF1CC28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0634133" cy="614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54BE5F95-A2C7-4C45-8434-7E231ADEE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0634133" cy="627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41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750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</Words>
  <Application>Microsoft Office PowerPoint</Application>
  <PresentationFormat>사용자 지정</PresentationFormat>
  <Paragraphs>8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Vue 강의자료</vt:lpstr>
      <vt:lpstr>예제1.</vt:lpstr>
      <vt:lpstr>PowerPoint 프레젠테이션</vt:lpstr>
      <vt:lpstr>PowerPoint 프레젠테이션</vt:lpstr>
      <vt:lpstr>예제2.</vt:lpstr>
      <vt:lpstr>PowerPoint 프레젠테이션</vt:lpstr>
      <vt:lpstr>PowerPoint 프레젠테이션</vt:lpstr>
      <vt:lpstr>예제3.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7</cp:revision>
  <dcterms:created xsi:type="dcterms:W3CDTF">2020-07-24T04:52:29Z</dcterms:created>
  <dcterms:modified xsi:type="dcterms:W3CDTF">2020-08-15T16:18:39Z</dcterms:modified>
</cp:coreProperties>
</file>