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5" r:id="rId2"/>
    <p:sldId id="266" r:id="rId3"/>
    <p:sldId id="258" r:id="rId4"/>
    <p:sldId id="273" r:id="rId5"/>
    <p:sldId id="267" r:id="rId6"/>
    <p:sldId id="271" r:id="rId7"/>
    <p:sldId id="272" r:id="rId8"/>
    <p:sldId id="260" r:id="rId9"/>
    <p:sldId id="261" r:id="rId10"/>
    <p:sldId id="259" r:id="rId11"/>
    <p:sldId id="268" r:id="rId12"/>
    <p:sldId id="269" r:id="rId13"/>
    <p:sldId id="270" r:id="rId14"/>
    <p:sldId id="263" r:id="rId15"/>
    <p:sldId id="275" r:id="rId16"/>
    <p:sldId id="264" r:id="rId17"/>
    <p:sldId id="274" r:id="rId18"/>
    <p:sldId id="25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A5AD6-2285-497A-ABA1-A2957C892019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CE273-7966-43DC-8F9D-C01D3E00CB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911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클래스와 스타일 바인딩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306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42020B-EDBA-4830-B917-A80C39E58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50222" cy="608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42020B-EDBA-4830-B917-A80C39E58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50222" cy="6083457"/>
          </a:xfrm>
          <a:prstGeom prst="rect">
            <a:avLst/>
          </a:prstGeom>
        </p:spPr>
      </p:pic>
      <p:sp>
        <p:nvSpPr>
          <p:cNvPr id="2" name="자유형 1"/>
          <p:cNvSpPr/>
          <p:nvPr/>
        </p:nvSpPr>
        <p:spPr>
          <a:xfrm>
            <a:off x="2143593" y="747346"/>
            <a:ext cx="5162815" cy="1374066"/>
          </a:xfrm>
          <a:custGeom>
            <a:avLst/>
            <a:gdLst>
              <a:gd name="connsiteX0" fmla="*/ 5162815 w 5162815"/>
              <a:gd name="connsiteY0" fmla="*/ 0 h 1374066"/>
              <a:gd name="connsiteX1" fmla="*/ 5127645 w 5162815"/>
              <a:gd name="connsiteY1" fmla="*/ 43962 h 1374066"/>
              <a:gd name="connsiteX2" fmla="*/ 5101269 w 5162815"/>
              <a:gd name="connsiteY2" fmla="*/ 87923 h 1374066"/>
              <a:gd name="connsiteX3" fmla="*/ 5057307 w 5162815"/>
              <a:gd name="connsiteY3" fmla="*/ 131885 h 1374066"/>
              <a:gd name="connsiteX4" fmla="*/ 5022138 w 5162815"/>
              <a:gd name="connsiteY4" fmla="*/ 184639 h 1374066"/>
              <a:gd name="connsiteX5" fmla="*/ 5004553 w 5162815"/>
              <a:gd name="connsiteY5" fmla="*/ 219808 h 1374066"/>
              <a:gd name="connsiteX6" fmla="*/ 4960592 w 5162815"/>
              <a:gd name="connsiteY6" fmla="*/ 263769 h 1374066"/>
              <a:gd name="connsiteX7" fmla="*/ 4872669 w 5162815"/>
              <a:gd name="connsiteY7" fmla="*/ 369277 h 1374066"/>
              <a:gd name="connsiteX8" fmla="*/ 4758369 w 5162815"/>
              <a:gd name="connsiteY8" fmla="*/ 501162 h 1374066"/>
              <a:gd name="connsiteX9" fmla="*/ 4635276 w 5162815"/>
              <a:gd name="connsiteY9" fmla="*/ 597877 h 1374066"/>
              <a:gd name="connsiteX10" fmla="*/ 4564938 w 5162815"/>
              <a:gd name="connsiteY10" fmla="*/ 650631 h 1374066"/>
              <a:gd name="connsiteX11" fmla="*/ 4424261 w 5162815"/>
              <a:gd name="connsiteY11" fmla="*/ 738554 h 1374066"/>
              <a:gd name="connsiteX12" fmla="*/ 4371507 w 5162815"/>
              <a:gd name="connsiteY12" fmla="*/ 773723 h 1374066"/>
              <a:gd name="connsiteX13" fmla="*/ 4292376 w 5162815"/>
              <a:gd name="connsiteY13" fmla="*/ 817685 h 1374066"/>
              <a:gd name="connsiteX14" fmla="*/ 4222038 w 5162815"/>
              <a:gd name="connsiteY14" fmla="*/ 861646 h 1374066"/>
              <a:gd name="connsiteX15" fmla="*/ 4142907 w 5162815"/>
              <a:gd name="connsiteY15" fmla="*/ 896816 h 1374066"/>
              <a:gd name="connsiteX16" fmla="*/ 4054984 w 5162815"/>
              <a:gd name="connsiteY16" fmla="*/ 949569 h 1374066"/>
              <a:gd name="connsiteX17" fmla="*/ 4002230 w 5162815"/>
              <a:gd name="connsiteY17" fmla="*/ 975946 h 1374066"/>
              <a:gd name="connsiteX18" fmla="*/ 3870345 w 5162815"/>
              <a:gd name="connsiteY18" fmla="*/ 1055077 h 1374066"/>
              <a:gd name="connsiteX19" fmla="*/ 3791215 w 5162815"/>
              <a:gd name="connsiteY19" fmla="*/ 1090246 h 1374066"/>
              <a:gd name="connsiteX20" fmla="*/ 3676915 w 5162815"/>
              <a:gd name="connsiteY20" fmla="*/ 1160585 h 1374066"/>
              <a:gd name="connsiteX21" fmla="*/ 3545030 w 5162815"/>
              <a:gd name="connsiteY21" fmla="*/ 1204546 h 1374066"/>
              <a:gd name="connsiteX22" fmla="*/ 3465899 w 5162815"/>
              <a:gd name="connsiteY22" fmla="*/ 1230923 h 1374066"/>
              <a:gd name="connsiteX23" fmla="*/ 3421938 w 5162815"/>
              <a:gd name="connsiteY23" fmla="*/ 1239716 h 1374066"/>
              <a:gd name="connsiteX24" fmla="*/ 3342807 w 5162815"/>
              <a:gd name="connsiteY24" fmla="*/ 1266092 h 1374066"/>
              <a:gd name="connsiteX25" fmla="*/ 3281261 w 5162815"/>
              <a:gd name="connsiteY25" fmla="*/ 1274885 h 1374066"/>
              <a:gd name="connsiteX26" fmla="*/ 3043869 w 5162815"/>
              <a:gd name="connsiteY26" fmla="*/ 1292469 h 1374066"/>
              <a:gd name="connsiteX27" fmla="*/ 2674592 w 5162815"/>
              <a:gd name="connsiteY27" fmla="*/ 1310054 h 1374066"/>
              <a:gd name="connsiteX28" fmla="*/ 335838 w 5162815"/>
              <a:gd name="connsiteY28" fmla="*/ 1327639 h 1374066"/>
              <a:gd name="connsiteX29" fmla="*/ 291876 w 5162815"/>
              <a:gd name="connsiteY29" fmla="*/ 1310054 h 1374066"/>
              <a:gd name="connsiteX30" fmla="*/ 256707 w 5162815"/>
              <a:gd name="connsiteY30" fmla="*/ 1301262 h 1374066"/>
              <a:gd name="connsiteX31" fmla="*/ 230330 w 5162815"/>
              <a:gd name="connsiteY31" fmla="*/ 1283677 h 1374066"/>
              <a:gd name="connsiteX32" fmla="*/ 177576 w 5162815"/>
              <a:gd name="connsiteY32" fmla="*/ 1274885 h 1374066"/>
              <a:gd name="connsiteX33" fmla="*/ 124822 w 5162815"/>
              <a:gd name="connsiteY33" fmla="*/ 1222131 h 1374066"/>
              <a:gd name="connsiteX34" fmla="*/ 80861 w 5162815"/>
              <a:gd name="connsiteY34" fmla="*/ 1151792 h 1374066"/>
              <a:gd name="connsiteX35" fmla="*/ 63276 w 5162815"/>
              <a:gd name="connsiteY35" fmla="*/ 1125416 h 1374066"/>
              <a:gd name="connsiteX36" fmla="*/ 45692 w 5162815"/>
              <a:gd name="connsiteY36" fmla="*/ 1099039 h 1374066"/>
              <a:gd name="connsiteX37" fmla="*/ 36899 w 5162815"/>
              <a:gd name="connsiteY37" fmla="*/ 1063869 h 1374066"/>
              <a:gd name="connsiteX38" fmla="*/ 19315 w 5162815"/>
              <a:gd name="connsiteY38" fmla="*/ 1011116 h 1374066"/>
              <a:gd name="connsiteX39" fmla="*/ 1730 w 5162815"/>
              <a:gd name="connsiteY39" fmla="*/ 940777 h 1374066"/>
              <a:gd name="connsiteX40" fmla="*/ 1730 w 5162815"/>
              <a:gd name="connsiteY40" fmla="*/ 800100 h 137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162815" h="1374066">
                <a:moveTo>
                  <a:pt x="5162815" y="0"/>
                </a:moveTo>
                <a:cubicBezTo>
                  <a:pt x="5151092" y="14654"/>
                  <a:pt x="5138407" y="28588"/>
                  <a:pt x="5127645" y="43962"/>
                </a:cubicBezTo>
                <a:cubicBezTo>
                  <a:pt x="5117845" y="57962"/>
                  <a:pt x="5111944" y="74579"/>
                  <a:pt x="5101269" y="87923"/>
                </a:cubicBezTo>
                <a:cubicBezTo>
                  <a:pt x="5088323" y="104106"/>
                  <a:pt x="5070430" y="115846"/>
                  <a:pt x="5057307" y="131885"/>
                </a:cubicBezTo>
                <a:cubicBezTo>
                  <a:pt x="5043924" y="148242"/>
                  <a:pt x="5033011" y="166517"/>
                  <a:pt x="5022138" y="184639"/>
                </a:cubicBezTo>
                <a:cubicBezTo>
                  <a:pt x="5015395" y="195878"/>
                  <a:pt x="5012600" y="209462"/>
                  <a:pt x="5004553" y="219808"/>
                </a:cubicBezTo>
                <a:cubicBezTo>
                  <a:pt x="4991830" y="236166"/>
                  <a:pt x="4974303" y="248230"/>
                  <a:pt x="4960592" y="263769"/>
                </a:cubicBezTo>
                <a:cubicBezTo>
                  <a:pt x="4930303" y="298097"/>
                  <a:pt x="4902158" y="334259"/>
                  <a:pt x="4872669" y="369277"/>
                </a:cubicBezTo>
                <a:cubicBezTo>
                  <a:pt x="4864595" y="378865"/>
                  <a:pt x="4762815" y="497669"/>
                  <a:pt x="4758369" y="501162"/>
                </a:cubicBezTo>
                <a:lnTo>
                  <a:pt x="4635276" y="597877"/>
                </a:lnTo>
                <a:cubicBezTo>
                  <a:pt x="4612085" y="615797"/>
                  <a:pt x="4589791" y="635098"/>
                  <a:pt x="4564938" y="650631"/>
                </a:cubicBezTo>
                <a:cubicBezTo>
                  <a:pt x="4518046" y="679939"/>
                  <a:pt x="4470272" y="707881"/>
                  <a:pt x="4424261" y="738554"/>
                </a:cubicBezTo>
                <a:cubicBezTo>
                  <a:pt x="4406676" y="750277"/>
                  <a:pt x="4389629" y="762850"/>
                  <a:pt x="4371507" y="773723"/>
                </a:cubicBezTo>
                <a:cubicBezTo>
                  <a:pt x="4345633" y="789248"/>
                  <a:pt x="4318384" y="802386"/>
                  <a:pt x="4292376" y="817685"/>
                </a:cubicBezTo>
                <a:cubicBezTo>
                  <a:pt x="4268545" y="831703"/>
                  <a:pt x="4246473" y="848710"/>
                  <a:pt x="4222038" y="861646"/>
                </a:cubicBezTo>
                <a:cubicBezTo>
                  <a:pt x="4196528" y="875152"/>
                  <a:pt x="4168450" y="883372"/>
                  <a:pt x="4142907" y="896816"/>
                </a:cubicBezTo>
                <a:cubicBezTo>
                  <a:pt x="4112662" y="912734"/>
                  <a:pt x="4084773" y="932813"/>
                  <a:pt x="4054984" y="949569"/>
                </a:cubicBezTo>
                <a:cubicBezTo>
                  <a:pt x="4037849" y="959208"/>
                  <a:pt x="4019300" y="966192"/>
                  <a:pt x="4002230" y="975946"/>
                </a:cubicBezTo>
                <a:cubicBezTo>
                  <a:pt x="3957717" y="1001382"/>
                  <a:pt x="3917194" y="1034255"/>
                  <a:pt x="3870345" y="1055077"/>
                </a:cubicBezTo>
                <a:cubicBezTo>
                  <a:pt x="3843968" y="1066800"/>
                  <a:pt x="3816447" y="1076228"/>
                  <a:pt x="3791215" y="1090246"/>
                </a:cubicBezTo>
                <a:cubicBezTo>
                  <a:pt x="3721348" y="1129061"/>
                  <a:pt x="3732099" y="1137591"/>
                  <a:pt x="3676915" y="1160585"/>
                </a:cubicBezTo>
                <a:cubicBezTo>
                  <a:pt x="3596883" y="1193932"/>
                  <a:pt x="3621890" y="1180528"/>
                  <a:pt x="3545030" y="1204546"/>
                </a:cubicBezTo>
                <a:cubicBezTo>
                  <a:pt x="3518492" y="1212839"/>
                  <a:pt x="3492633" y="1223285"/>
                  <a:pt x="3465899" y="1230923"/>
                </a:cubicBezTo>
                <a:cubicBezTo>
                  <a:pt x="3451530" y="1235029"/>
                  <a:pt x="3436307" y="1235611"/>
                  <a:pt x="3421938" y="1239716"/>
                </a:cubicBezTo>
                <a:cubicBezTo>
                  <a:pt x="3395204" y="1247354"/>
                  <a:pt x="3369781" y="1259349"/>
                  <a:pt x="3342807" y="1266092"/>
                </a:cubicBezTo>
                <a:cubicBezTo>
                  <a:pt x="3322702" y="1271118"/>
                  <a:pt x="3301825" y="1272314"/>
                  <a:pt x="3281261" y="1274885"/>
                </a:cubicBezTo>
                <a:cubicBezTo>
                  <a:pt x="3180880" y="1287433"/>
                  <a:pt x="3166393" y="1286343"/>
                  <a:pt x="3043869" y="1292469"/>
                </a:cubicBezTo>
                <a:lnTo>
                  <a:pt x="2674592" y="1310054"/>
                </a:lnTo>
                <a:cubicBezTo>
                  <a:pt x="1777952" y="1427007"/>
                  <a:pt x="2416896" y="1352813"/>
                  <a:pt x="335838" y="1327639"/>
                </a:cubicBezTo>
                <a:cubicBezTo>
                  <a:pt x="320056" y="1327448"/>
                  <a:pt x="306849" y="1315045"/>
                  <a:pt x="291876" y="1310054"/>
                </a:cubicBezTo>
                <a:cubicBezTo>
                  <a:pt x="280412" y="1306233"/>
                  <a:pt x="268430" y="1304193"/>
                  <a:pt x="256707" y="1301262"/>
                </a:cubicBezTo>
                <a:cubicBezTo>
                  <a:pt x="247915" y="1295400"/>
                  <a:pt x="240355" y="1287019"/>
                  <a:pt x="230330" y="1283677"/>
                </a:cubicBezTo>
                <a:cubicBezTo>
                  <a:pt x="213418" y="1278040"/>
                  <a:pt x="192975" y="1283868"/>
                  <a:pt x="177576" y="1274885"/>
                </a:cubicBezTo>
                <a:cubicBezTo>
                  <a:pt x="156095" y="1262355"/>
                  <a:pt x="138002" y="1243220"/>
                  <a:pt x="124822" y="1222131"/>
                </a:cubicBezTo>
                <a:cubicBezTo>
                  <a:pt x="110168" y="1198685"/>
                  <a:pt x="95705" y="1175118"/>
                  <a:pt x="80861" y="1151792"/>
                </a:cubicBezTo>
                <a:cubicBezTo>
                  <a:pt x="75188" y="1142877"/>
                  <a:pt x="69137" y="1134208"/>
                  <a:pt x="63276" y="1125416"/>
                </a:cubicBezTo>
                <a:lnTo>
                  <a:pt x="45692" y="1099039"/>
                </a:lnTo>
                <a:cubicBezTo>
                  <a:pt x="42761" y="1087316"/>
                  <a:pt x="40371" y="1075444"/>
                  <a:pt x="36899" y="1063869"/>
                </a:cubicBezTo>
                <a:cubicBezTo>
                  <a:pt x="31573" y="1046115"/>
                  <a:pt x="23811" y="1029098"/>
                  <a:pt x="19315" y="1011116"/>
                </a:cubicBezTo>
                <a:cubicBezTo>
                  <a:pt x="13453" y="987670"/>
                  <a:pt x="3737" y="964861"/>
                  <a:pt x="1730" y="940777"/>
                </a:cubicBezTo>
                <a:cubicBezTo>
                  <a:pt x="-2164" y="894047"/>
                  <a:pt x="1730" y="846992"/>
                  <a:pt x="1730" y="80010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 3"/>
          <p:cNvSpPr/>
          <p:nvPr/>
        </p:nvSpPr>
        <p:spPr>
          <a:xfrm>
            <a:off x="2004646" y="1494692"/>
            <a:ext cx="422031" cy="386862"/>
          </a:xfrm>
          <a:custGeom>
            <a:avLst/>
            <a:gdLst>
              <a:gd name="connsiteX0" fmla="*/ 0 w 422031"/>
              <a:gd name="connsiteY0" fmla="*/ 386862 h 386862"/>
              <a:gd name="connsiteX1" fmla="*/ 35169 w 422031"/>
              <a:gd name="connsiteY1" fmla="*/ 334108 h 386862"/>
              <a:gd name="connsiteX2" fmla="*/ 61546 w 422031"/>
              <a:gd name="connsiteY2" fmla="*/ 263770 h 386862"/>
              <a:gd name="connsiteX3" fmla="*/ 70339 w 422031"/>
              <a:gd name="connsiteY3" fmla="*/ 211016 h 386862"/>
              <a:gd name="connsiteX4" fmla="*/ 79131 w 422031"/>
              <a:gd name="connsiteY4" fmla="*/ 140677 h 386862"/>
              <a:gd name="connsiteX5" fmla="*/ 96716 w 422031"/>
              <a:gd name="connsiteY5" fmla="*/ 87923 h 386862"/>
              <a:gd name="connsiteX6" fmla="*/ 105508 w 422031"/>
              <a:gd name="connsiteY6" fmla="*/ 61546 h 386862"/>
              <a:gd name="connsiteX7" fmla="*/ 114300 w 422031"/>
              <a:gd name="connsiteY7" fmla="*/ 26377 h 386862"/>
              <a:gd name="connsiteX8" fmla="*/ 131885 w 422031"/>
              <a:gd name="connsiteY8" fmla="*/ 0 h 386862"/>
              <a:gd name="connsiteX9" fmla="*/ 158262 w 422031"/>
              <a:gd name="connsiteY9" fmla="*/ 17585 h 386862"/>
              <a:gd name="connsiteX10" fmla="*/ 211016 w 422031"/>
              <a:gd name="connsiteY10" fmla="*/ 70339 h 386862"/>
              <a:gd name="connsiteX11" fmla="*/ 272562 w 422031"/>
              <a:gd name="connsiteY11" fmla="*/ 114300 h 386862"/>
              <a:gd name="connsiteX12" fmla="*/ 298939 w 422031"/>
              <a:gd name="connsiteY12" fmla="*/ 131885 h 386862"/>
              <a:gd name="connsiteX13" fmla="*/ 334108 w 422031"/>
              <a:gd name="connsiteY13" fmla="*/ 158262 h 386862"/>
              <a:gd name="connsiteX14" fmla="*/ 386862 w 422031"/>
              <a:gd name="connsiteY14" fmla="*/ 193431 h 386862"/>
              <a:gd name="connsiteX15" fmla="*/ 422031 w 422031"/>
              <a:gd name="connsiteY15" fmla="*/ 219808 h 386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2031" h="386862">
                <a:moveTo>
                  <a:pt x="0" y="386862"/>
                </a:moveTo>
                <a:cubicBezTo>
                  <a:pt x="11723" y="369277"/>
                  <a:pt x="25049" y="352662"/>
                  <a:pt x="35169" y="334108"/>
                </a:cubicBezTo>
                <a:cubicBezTo>
                  <a:pt x="37736" y="329401"/>
                  <a:pt x="58602" y="277016"/>
                  <a:pt x="61546" y="263770"/>
                </a:cubicBezTo>
                <a:cubicBezTo>
                  <a:pt x="65413" y="246367"/>
                  <a:pt x="67818" y="228664"/>
                  <a:pt x="70339" y="211016"/>
                </a:cubicBezTo>
                <a:cubicBezTo>
                  <a:pt x="73681" y="187625"/>
                  <a:pt x="74180" y="163781"/>
                  <a:pt x="79131" y="140677"/>
                </a:cubicBezTo>
                <a:cubicBezTo>
                  <a:pt x="83015" y="122553"/>
                  <a:pt x="90854" y="105508"/>
                  <a:pt x="96716" y="87923"/>
                </a:cubicBezTo>
                <a:cubicBezTo>
                  <a:pt x="99647" y="79131"/>
                  <a:pt x="103260" y="70537"/>
                  <a:pt x="105508" y="61546"/>
                </a:cubicBezTo>
                <a:cubicBezTo>
                  <a:pt x="108439" y="49823"/>
                  <a:pt x="109540" y="37484"/>
                  <a:pt x="114300" y="26377"/>
                </a:cubicBezTo>
                <a:cubicBezTo>
                  <a:pt x="118463" y="16664"/>
                  <a:pt x="126023" y="8792"/>
                  <a:pt x="131885" y="0"/>
                </a:cubicBezTo>
                <a:cubicBezTo>
                  <a:pt x="140677" y="5862"/>
                  <a:pt x="150364" y="10565"/>
                  <a:pt x="158262" y="17585"/>
                </a:cubicBezTo>
                <a:cubicBezTo>
                  <a:pt x="176849" y="34107"/>
                  <a:pt x="190324" y="56544"/>
                  <a:pt x="211016" y="70339"/>
                </a:cubicBezTo>
                <a:cubicBezTo>
                  <a:pt x="273170" y="111775"/>
                  <a:pt x="196230" y="59778"/>
                  <a:pt x="272562" y="114300"/>
                </a:cubicBezTo>
                <a:cubicBezTo>
                  <a:pt x="281161" y="120442"/>
                  <a:pt x="290340" y="125743"/>
                  <a:pt x="298939" y="131885"/>
                </a:cubicBezTo>
                <a:cubicBezTo>
                  <a:pt x="310863" y="140402"/>
                  <a:pt x="322103" y="149859"/>
                  <a:pt x="334108" y="158262"/>
                </a:cubicBezTo>
                <a:cubicBezTo>
                  <a:pt x="351422" y="170382"/>
                  <a:pt x="369277" y="181708"/>
                  <a:pt x="386862" y="193431"/>
                </a:cubicBezTo>
                <a:cubicBezTo>
                  <a:pt x="416686" y="213314"/>
                  <a:pt x="405767" y="203544"/>
                  <a:pt x="422031" y="219808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51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306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:class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3325905"/>
            <a:ext cx="11619782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err="1">
                <a:solidFill>
                  <a:srgbClr val="FF0000"/>
                </a:solidFill>
              </a:rPr>
              <a:t>v-bind:class</a:t>
            </a:r>
            <a:r>
              <a:rPr lang="en-US" altLang="ko-KR" b="1" dirty="0">
                <a:solidFill>
                  <a:srgbClr val="FF0000"/>
                </a:solidFill>
              </a:rPr>
              <a:t> </a:t>
            </a:r>
            <a:r>
              <a:rPr lang="ko-KR" altLang="en-US" b="1" dirty="0">
                <a:solidFill>
                  <a:srgbClr val="FF0000"/>
                </a:solidFill>
              </a:rPr>
              <a:t>의 약어인 </a:t>
            </a:r>
            <a:r>
              <a:rPr lang="en-US" altLang="ko-KR" b="1" dirty="0">
                <a:solidFill>
                  <a:srgbClr val="FF0000"/>
                </a:solidFill>
              </a:rPr>
              <a:t>:class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885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v-bind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3325905"/>
            <a:ext cx="11619782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HTML </a:t>
            </a:r>
            <a:r>
              <a:rPr lang="ko-KR" altLang="en-US" b="1" dirty="0">
                <a:solidFill>
                  <a:srgbClr val="FF0000"/>
                </a:solidFill>
              </a:rPr>
              <a:t>속성 내에서 </a:t>
            </a:r>
            <a:r>
              <a:rPr lang="en-US" altLang="ko-KR" b="1" dirty="0" err="1">
                <a:solidFill>
                  <a:srgbClr val="FF0000"/>
                </a:solidFill>
              </a:rPr>
              <a:t>Vue</a:t>
            </a:r>
            <a:r>
              <a:rPr lang="ko-KR" altLang="en-US" b="1" dirty="0">
                <a:solidFill>
                  <a:srgbClr val="FF0000"/>
                </a:solidFill>
              </a:rPr>
              <a:t>에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선언된 </a:t>
            </a:r>
            <a:r>
              <a:rPr lang="ko-KR" altLang="en-US" b="1" dirty="0">
                <a:solidFill>
                  <a:srgbClr val="FF0000"/>
                </a:solidFill>
              </a:rPr>
              <a:t>값을 </a:t>
            </a:r>
            <a:r>
              <a:rPr lang="ko-KR" altLang="en-US" b="1" dirty="0" smtClean="0">
                <a:solidFill>
                  <a:srgbClr val="FF0000"/>
                </a:solidFill>
              </a:rPr>
              <a:t>사용하려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할때</a:t>
            </a:r>
            <a:r>
              <a:rPr lang="ko-KR" altLang="en-US" b="1" dirty="0" smtClean="0">
                <a:solidFill>
                  <a:srgbClr val="FF0000"/>
                </a:solidFill>
              </a:rPr>
              <a:t>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391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66D67C-C2E2-4F13-9D94-DCEBE949D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06933" cy="664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8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A56418-A7FB-4CA2-98EB-84EEBD3DC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36000" cy="636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5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3.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3065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:class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3325905"/>
            <a:ext cx="11619782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err="1">
                <a:solidFill>
                  <a:srgbClr val="FF0000"/>
                </a:solidFill>
              </a:rPr>
              <a:t>v-bind:class</a:t>
            </a:r>
            <a:r>
              <a:rPr lang="en-US" altLang="ko-KR" b="1" dirty="0">
                <a:solidFill>
                  <a:srgbClr val="FF0000"/>
                </a:solidFill>
              </a:rPr>
              <a:t> </a:t>
            </a:r>
            <a:r>
              <a:rPr lang="ko-KR" altLang="en-US" b="1" dirty="0">
                <a:solidFill>
                  <a:srgbClr val="FF0000"/>
                </a:solidFill>
              </a:rPr>
              <a:t>의 약어인 </a:t>
            </a:r>
            <a:r>
              <a:rPr lang="en-US" altLang="ko-KR" b="1" dirty="0">
                <a:solidFill>
                  <a:srgbClr val="FF0000"/>
                </a:solidFill>
              </a:rPr>
              <a:t>:class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6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v-bind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3325905"/>
            <a:ext cx="11619782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HTML </a:t>
            </a:r>
            <a:r>
              <a:rPr lang="ko-KR" altLang="en-US" b="1" dirty="0">
                <a:solidFill>
                  <a:srgbClr val="FF0000"/>
                </a:solidFill>
              </a:rPr>
              <a:t>속성 내에서 </a:t>
            </a:r>
            <a:r>
              <a:rPr lang="en-US" altLang="ko-KR" b="1" dirty="0" err="1">
                <a:solidFill>
                  <a:srgbClr val="FF0000"/>
                </a:solidFill>
              </a:rPr>
              <a:t>Vue</a:t>
            </a:r>
            <a:r>
              <a:rPr lang="ko-KR" altLang="en-US" b="1" dirty="0">
                <a:solidFill>
                  <a:srgbClr val="FF0000"/>
                </a:solidFill>
              </a:rPr>
              <a:t>에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선언된 </a:t>
            </a:r>
            <a:r>
              <a:rPr lang="ko-KR" altLang="en-US" b="1" dirty="0">
                <a:solidFill>
                  <a:srgbClr val="FF0000"/>
                </a:solidFill>
              </a:rPr>
              <a:t>값을 </a:t>
            </a:r>
            <a:r>
              <a:rPr lang="ko-KR" altLang="en-US" b="1" dirty="0" smtClean="0">
                <a:solidFill>
                  <a:srgbClr val="FF0000"/>
                </a:solidFill>
              </a:rPr>
              <a:t>사용하려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할때</a:t>
            </a:r>
            <a:r>
              <a:rPr lang="ko-KR" altLang="en-US" b="1" dirty="0" smtClean="0">
                <a:solidFill>
                  <a:srgbClr val="FF0000"/>
                </a:solidFill>
              </a:rPr>
              <a:t>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22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E2477D-46FD-4BE6-B258-F5D405A52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690"/>
            <a:ext cx="8376355" cy="651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00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E2477D-46FD-4BE6-B258-F5D405A52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690"/>
            <a:ext cx="8376355" cy="65184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26326" y="979055"/>
            <a:ext cx="450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클릭하면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attachedRed</a:t>
            </a:r>
            <a:r>
              <a:rPr lang="ko-KR" altLang="en-US" b="1" dirty="0" smtClean="0">
                <a:solidFill>
                  <a:srgbClr val="FF0000"/>
                </a:solidFill>
              </a:rPr>
              <a:t>가 변경됩니다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57926" y="1556328"/>
            <a:ext cx="450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attachedRed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en-US" altLang="ko-KR" b="1" dirty="0" smtClean="0">
                <a:solidFill>
                  <a:srgbClr val="FF0000"/>
                </a:solidFill>
              </a:rPr>
              <a:t>true</a:t>
            </a:r>
            <a:r>
              <a:rPr lang="ko-KR" altLang="en-US" b="1" dirty="0" smtClean="0">
                <a:solidFill>
                  <a:srgbClr val="FF0000"/>
                </a:solidFill>
              </a:rPr>
              <a:t>인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clas</a:t>
            </a:r>
            <a:r>
              <a:rPr lang="ko-KR" altLang="en-US" b="1" dirty="0" smtClean="0">
                <a:solidFill>
                  <a:srgbClr val="FF0000"/>
                </a:solidFill>
              </a:rPr>
              <a:t>가 선택됨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86181" y="2133601"/>
            <a:ext cx="450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Height</a:t>
            </a:r>
            <a:r>
              <a:rPr lang="ko-KR" altLang="en-US" b="1" dirty="0" smtClean="0">
                <a:solidFill>
                  <a:srgbClr val="FF0000"/>
                </a:solidFill>
              </a:rPr>
              <a:t>는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myHeight</a:t>
            </a:r>
            <a:r>
              <a:rPr lang="ko-KR" altLang="en-US" b="1" dirty="0" smtClean="0">
                <a:solidFill>
                  <a:srgbClr val="FF0000"/>
                </a:solidFill>
              </a:rPr>
              <a:t>로 변경됨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247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DD6AF7-7DD0-40E8-BCAA-40316F6A0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8232596" cy="65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33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95925" cy="2305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255" y="2493819"/>
            <a:ext cx="84882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/>
              <a:t>1</a:t>
            </a:r>
            <a:r>
              <a:rPr lang="ko-KR" altLang="en-US" sz="3600" b="1" dirty="0" smtClean="0"/>
              <a:t>번 상자를 클릭하면</a:t>
            </a:r>
            <a:endParaRPr lang="en-US" altLang="ko-KR" sz="3600" b="1" dirty="0" smtClean="0"/>
          </a:p>
          <a:p>
            <a:endParaRPr lang="en-US" altLang="ko-KR" sz="3600" b="1" dirty="0"/>
          </a:p>
          <a:p>
            <a:r>
              <a:rPr lang="en-US" altLang="ko-KR" sz="3600" b="1" dirty="0" smtClean="0"/>
              <a:t>1</a:t>
            </a:r>
            <a:r>
              <a:rPr lang="ko-KR" altLang="en-US" sz="3600" b="1" dirty="0" smtClean="0"/>
              <a:t>번</a:t>
            </a:r>
            <a:r>
              <a:rPr lang="en-US" altLang="ko-KR" sz="3600" b="1" dirty="0" smtClean="0"/>
              <a:t>,3</a:t>
            </a:r>
            <a:r>
              <a:rPr lang="ko-KR" altLang="en-US" sz="3600" b="1" dirty="0" smtClean="0"/>
              <a:t>번 색깔이 변경되고</a:t>
            </a:r>
            <a:endParaRPr lang="en-US" altLang="ko-KR" sz="3600" b="1" dirty="0" smtClean="0"/>
          </a:p>
          <a:p>
            <a:endParaRPr lang="en-US" altLang="ko-KR" sz="3600" b="1" dirty="0"/>
          </a:p>
          <a:p>
            <a:r>
              <a:rPr lang="en-US" altLang="ko-KR" sz="3600" b="1" dirty="0" smtClean="0"/>
              <a:t>2</a:t>
            </a:r>
            <a:r>
              <a:rPr lang="ko-KR" altLang="en-US" sz="3600" b="1" dirty="0" smtClean="0"/>
              <a:t>번 높이가 변합니다</a:t>
            </a:r>
            <a:r>
              <a:rPr lang="en-US" altLang="ko-KR" sz="3600" b="1" dirty="0" smtClean="0"/>
              <a:t>.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029207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103</Words>
  <Application>Microsoft Office PowerPoint</Application>
  <PresentationFormat>와이드스크린</PresentationFormat>
  <Paragraphs>34</Paragraphs>
  <Slides>18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Vue 강의자료</vt:lpstr>
      <vt:lpstr>예제 1.</vt:lpstr>
      <vt:lpstr>PowerPoint 프레젠테이션</vt:lpstr>
      <vt:lpstr>PowerPoint 프레젠테이션</vt:lpstr>
      <vt:lpstr>예제 2.</vt:lpstr>
      <vt:lpstr>:class</vt:lpstr>
      <vt:lpstr>v-bind</vt:lpstr>
      <vt:lpstr>PowerPoint 프레젠테이션</vt:lpstr>
      <vt:lpstr>PowerPoint 프레젠테이션</vt:lpstr>
      <vt:lpstr>PowerPoint 프레젠테이션</vt:lpstr>
      <vt:lpstr>예제 3.</vt:lpstr>
      <vt:lpstr>:class</vt:lpstr>
      <vt:lpstr>v-bind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13</cp:revision>
  <dcterms:created xsi:type="dcterms:W3CDTF">2020-07-24T04:52:29Z</dcterms:created>
  <dcterms:modified xsi:type="dcterms:W3CDTF">2020-08-16T04:31:28Z</dcterms:modified>
</cp:coreProperties>
</file>