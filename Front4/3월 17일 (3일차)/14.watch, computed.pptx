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68" r:id="rId3"/>
    <p:sldId id="269" r:id="rId4"/>
    <p:sldId id="273" r:id="rId5"/>
    <p:sldId id="274" r:id="rId6"/>
    <p:sldId id="270" r:id="rId7"/>
    <p:sldId id="258" r:id="rId8"/>
    <p:sldId id="260" r:id="rId9"/>
    <p:sldId id="276" r:id="rId10"/>
    <p:sldId id="261" r:id="rId11"/>
    <p:sldId id="271" r:id="rId12"/>
    <p:sldId id="262" r:id="rId13"/>
    <p:sldId id="263" r:id="rId14"/>
    <p:sldId id="277" r:id="rId15"/>
    <p:sldId id="259" r:id="rId16"/>
    <p:sldId id="272" r:id="rId17"/>
    <p:sldId id="264" r:id="rId18"/>
    <p:sldId id="265" r:id="rId19"/>
    <p:sldId id="266" r:id="rId20"/>
    <p:sldId id="275" r:id="rId21"/>
    <p:sldId id="25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6E5F3-68FD-4FC4-BCF4-1AE270A40BFA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1CD71-838E-4661-B4D4-414520E925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24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계산이 되었으므로 함수의 기능을 잃고 계산된 값만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 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변수같은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기능을 가지게 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즉시실행 함수는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인스턴스화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하지 않아도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82C1A-C3E6-4E0E-B722-8C8F17F9DF6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63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v-once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디렉티브는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코드로 출력이 된 이후에 어떤 </a:t>
            </a:r>
            <a:r>
              <a:rPr lang="ko-KR" alt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후처리가</a:t>
            </a:r>
            <a:r>
              <a:rPr lang="ko-KR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있더라도 처음에 출력한 값을 유지시킬 때 사용됩니다</a:t>
            </a:r>
            <a:r>
              <a:rPr lang="en-US" altLang="ko-K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6EE0E-9D5C-499F-A107-1951A600E38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33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watch, computed </a:t>
            </a:r>
            <a:r>
              <a:rPr lang="ko-KR" altLang="en-US" b="1" dirty="0" smtClean="0">
                <a:solidFill>
                  <a:srgbClr val="FF0000"/>
                </a:solidFill>
              </a:rPr>
              <a:t>비교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90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computed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계산된 속성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반응형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getter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watch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solidFill>
                  <a:srgbClr val="FF0000"/>
                </a:solidFill>
              </a:rPr>
              <a:t>변경을 감시</a:t>
            </a:r>
            <a:r>
              <a:rPr lang="en-US" altLang="ko-KR" b="1" dirty="0">
                <a:solidFill>
                  <a:srgbClr val="FF0000"/>
                </a:solidFill>
              </a:rPr>
              <a:t>(watch)</a:t>
            </a:r>
            <a:r>
              <a:rPr lang="ko-KR" altLang="en-US" b="1" dirty="0" smtClean="0">
                <a:solidFill>
                  <a:srgbClr val="FF0000"/>
                </a:solidFill>
              </a:rPr>
              <a:t>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8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watch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534390" y="3748598"/>
            <a:ext cx="11174680" cy="26284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solidFill>
                  <a:srgbClr val="FF0000"/>
                </a:solidFill>
              </a:rPr>
              <a:t>watch </a:t>
            </a:r>
            <a:r>
              <a:rPr lang="ko-KR" altLang="en-US" b="1" dirty="0">
                <a:solidFill>
                  <a:srgbClr val="FF0000"/>
                </a:solidFill>
              </a:rPr>
              <a:t>속성은 감시할 데이터를 지정하고 그 데이터가 바뀌면 이런 함수를 실행하라는 방식</a:t>
            </a:r>
          </a:p>
        </p:txBody>
      </p:sp>
    </p:spTree>
    <p:extLst>
      <p:ext uri="{BB962C8B-B14F-4D97-AF65-F5344CB8AC3E}">
        <p14:creationId xmlns:p14="http://schemas.microsoft.com/office/powerpoint/2010/main" val="46824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watch</a:t>
            </a:r>
            <a:endParaRPr lang="ko-KR" altLang="en-US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534390" y="3748598"/>
            <a:ext cx="11174680" cy="26284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ko-KR" altLang="en-US" b="1" dirty="0" err="1">
                <a:solidFill>
                  <a:srgbClr val="FF0000"/>
                </a:solidFill>
              </a:rPr>
              <a:t>인스턴스의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특정 </a:t>
            </a:r>
            <a:r>
              <a:rPr lang="ko-KR" altLang="en-US" b="1" dirty="0" err="1">
                <a:solidFill>
                  <a:srgbClr val="FF0000"/>
                </a:solidFill>
              </a:rPr>
              <a:t>프로퍼티가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변경될 때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지정한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콜백</a:t>
            </a:r>
            <a:r>
              <a:rPr lang="ko-KR" altLang="en-US" b="1" dirty="0" smtClean="0">
                <a:solidFill>
                  <a:srgbClr val="FF0000"/>
                </a:solidFill>
              </a:rPr>
              <a:t> 함수가 </a:t>
            </a:r>
            <a:r>
              <a:rPr lang="ko-KR" altLang="en-US" b="1" dirty="0">
                <a:solidFill>
                  <a:srgbClr val="FF0000"/>
                </a:solidFill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273491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7039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A25FE4-7B01-4A28-B964-DC9F5EB93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433236" cy="66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937AEC-1F56-4E4A-9657-02127ED25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843502" cy="65927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03169" y="5866410"/>
            <a:ext cx="382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감시할 속성이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count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60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937AEC-1F56-4E4A-9657-02127ED25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843502" cy="659271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03169" y="5866410"/>
            <a:ext cx="6872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count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 변경되면 함수가 호출됨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1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05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7039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90BE9E-146B-4038-8169-C09BC86A0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13689" cy="649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1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95514E-39BC-4D26-816C-13669EF70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490556" cy="660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5653" y="6142335"/>
            <a:ext cx="3823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감시할 속성이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count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625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95514E-39BC-4D26-816C-13669EF70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490556" cy="660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5653" y="6142335"/>
            <a:ext cx="10426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count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가 변경되면 함수가 호출되어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watchedCount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도 값이 바뀜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919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예제 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16461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5F5F5CC-0F29-46F7-94D0-94EFBA90C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104746" cy="666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3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0D17A67-3F83-4CBC-B04B-8C45BBCE0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58505" cy="666044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09191" y="5143500"/>
            <a:ext cx="3930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count</a:t>
            </a:r>
            <a:r>
              <a:rPr lang="ko-KR" altLang="en-US" b="1" dirty="0" smtClean="0">
                <a:solidFill>
                  <a:srgbClr val="FF0000"/>
                </a:solidFill>
              </a:rPr>
              <a:t>가 변경될 때 마다 호출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9191" y="5532640"/>
            <a:ext cx="39301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newVal</a:t>
            </a:r>
            <a:r>
              <a:rPr lang="ko-KR" altLang="en-US" b="1" dirty="0" smtClean="0">
                <a:solidFill>
                  <a:srgbClr val="FF0000"/>
                </a:solidFill>
              </a:rPr>
              <a:t>값이 </a:t>
            </a:r>
            <a:r>
              <a:rPr lang="en-US" altLang="ko-KR" b="1" dirty="0" smtClean="0">
                <a:solidFill>
                  <a:srgbClr val="FF0000"/>
                </a:solidFill>
              </a:rPr>
              <a:t>0</a:t>
            </a:r>
            <a:r>
              <a:rPr lang="ko-KR" altLang="en-US" b="1" dirty="0" smtClean="0">
                <a:solidFill>
                  <a:srgbClr val="FF0000"/>
                </a:solidFill>
              </a:rPr>
              <a:t>이면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alert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경고창</a:t>
            </a:r>
            <a:r>
              <a:rPr lang="ko-KR" altLang="en-US" b="1" dirty="0" smtClean="0">
                <a:solidFill>
                  <a:srgbClr val="FF0000"/>
                </a:solidFill>
              </a:rPr>
              <a:t> 출력하고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값을 다시 </a:t>
            </a:r>
            <a:r>
              <a:rPr lang="en-US" altLang="ko-KR" b="1" dirty="0" smtClean="0">
                <a:solidFill>
                  <a:srgbClr val="FF0000"/>
                </a:solidFill>
              </a:rPr>
              <a:t>3</a:t>
            </a:r>
            <a:r>
              <a:rPr lang="ko-KR" altLang="en-US" b="1" dirty="0" smtClean="0">
                <a:solidFill>
                  <a:srgbClr val="FF0000"/>
                </a:solidFill>
              </a:rPr>
              <a:t>으로 변경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227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D3B72D-0CDD-467B-B982-B35B5C65D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503502" cy="66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738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" y="-1"/>
            <a:ext cx="5434167" cy="6239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0507" y="-1"/>
            <a:ext cx="5971493" cy="6178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235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203</Words>
  <Application>Microsoft Office PowerPoint</Application>
  <PresentationFormat>와이드스크린</PresentationFormat>
  <Paragraphs>50</Paragraphs>
  <Slides>21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Vue 강의자료</vt:lpstr>
      <vt:lpstr>computed</vt:lpstr>
      <vt:lpstr>watch</vt:lpstr>
      <vt:lpstr>watch</vt:lpstr>
      <vt:lpstr>watch</vt:lpstr>
      <vt:lpstr>예제 1.</vt:lpstr>
      <vt:lpstr>PowerPoint 프레젠테이션</vt:lpstr>
      <vt:lpstr>PowerPoint 프레젠테이션</vt:lpstr>
      <vt:lpstr>PowerPoint 프레젠테이션</vt:lpstr>
      <vt:lpstr>PowerPoint 프레젠테이션</vt:lpstr>
      <vt:lpstr>예제 2.</vt:lpstr>
      <vt:lpstr>PowerPoint 프레젠테이션</vt:lpstr>
      <vt:lpstr>PowerPoint 프레젠테이션</vt:lpstr>
      <vt:lpstr>PowerPoint 프레젠테이션</vt:lpstr>
      <vt:lpstr>PowerPoint 프레젠테이션</vt:lpstr>
      <vt:lpstr>예제 3.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12</cp:revision>
  <dcterms:created xsi:type="dcterms:W3CDTF">2020-07-24T04:52:29Z</dcterms:created>
  <dcterms:modified xsi:type="dcterms:W3CDTF">2020-08-16T04:36:25Z</dcterms:modified>
</cp:coreProperties>
</file>