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2" r:id="rId3"/>
    <p:sldId id="266" r:id="rId4"/>
    <p:sldId id="267" r:id="rId5"/>
    <p:sldId id="268" r:id="rId6"/>
    <p:sldId id="269" r:id="rId7"/>
    <p:sldId id="270" r:id="rId8"/>
    <p:sldId id="271" r:id="rId9"/>
    <p:sldId id="257" r:id="rId10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16" d="100"/>
          <a:sy n="116" d="100"/>
        </p:scale>
        <p:origin x="-354" y="-3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04A60AE3-B3ED-4E3D-9372-ECE333D7F2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xmlns="" id="{4111084E-B3A3-488D-B6F0-9B49F68F31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xmlns="" id="{74FAF163-3992-4040-BDAE-27FED55A7D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2020-08-16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xmlns="" id="{F7E66CF5-352A-4019-B70E-B65DE0F5E9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xmlns="" id="{5AF6C434-26A8-4242-B33F-402169645F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794914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F6C9C565-2DA9-4242-87D7-8F4D0FC515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xmlns="" id="{3C78B137-7597-4F7E-9685-E87BCC1766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xmlns="" id="{18B5D4C8-93E0-48C1-8918-0D184CD480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2020-08-16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xmlns="" id="{97FAA92B-55E1-4782-A355-8583A56608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xmlns="" id="{24DBD77E-B81D-418A-8183-5B1A8DE968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557276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024D2D17-26F6-489F-98A6-31A72A5004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xmlns="" id="{45FA90D0-40E9-4DA5-A8CA-A15B9918F2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xmlns="" id="{26AC5E86-B71F-49DE-A232-8AF7834581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2020-08-16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xmlns="" id="{01929F0B-984E-40CD-B8AD-3C1E1C70A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xmlns="" id="{B5EC4380-4890-4B51-BDA9-7D4CA70661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455272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5F66EEC1-CB96-45B4-9E54-E2614D1134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xmlns="" id="{11E93620-398D-425E-9F4A-57E0B619AA6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xmlns="" id="{3D7D6826-9CD0-40EA-8D97-F224B34CB0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xmlns="" id="{530C1ADC-A37C-4AD3-A181-F37C25DF98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2020-08-16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xmlns="" id="{085BBA3C-969A-4E9A-AEAA-C1F5BBC2B8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xmlns="" id="{E0198E27-2067-4C54-B9B5-2C90C9862C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47088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C2C698B4-286A-4E43-B83D-BFC09A890E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xmlns="" id="{5932CAF1-9569-4F40-9322-3D9115DDAB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xmlns="" id="{DE78BA8E-9759-445B-9454-5BD859B604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xmlns="" id="{3F6B0EB0-306A-4469-9E2E-2668CE72DA4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xmlns="" id="{A36EBCD2-569E-4686-B335-00AC52D57CE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xmlns="" id="{C67B924B-1F63-4668-9F27-DABCDD4BD3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2020-08-16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xmlns="" id="{E37B2F25-3FB1-41DF-917F-96E785AC92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xmlns="" id="{F696110A-8EE2-4477-BA46-BAD1155F1A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13779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14C6D661-0AE0-4A39-9295-F5A3745966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xmlns="" id="{CC7DC0D1-3201-414F-AAA4-044FB95B50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2020-08-16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xmlns="" id="{60EFBC13-BB25-4831-B50D-F2C93FEBFB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xmlns="" id="{9DC7677F-67C7-4A12-9099-A619920641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538878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xmlns="" id="{ADAE8CD5-27A8-4913-AA78-D8084F1DD4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2020-08-16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xmlns="" id="{CF530F6B-894B-496D-B5B8-7009A69F33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xmlns="" id="{941EA277-61F3-4F94-93BC-277C599C08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691651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E3733B66-4F35-472C-875F-EC1BEAE8C8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xmlns="" id="{88FDEE53-BF68-4B22-9310-E98B1994F2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xmlns="" id="{832AEA08-6629-4B0B-A7A8-6C97841760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xmlns="" id="{9E1A68AF-CD30-40DE-B1F9-8DE4421E93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2020-08-16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xmlns="" id="{7B5A9A10-8403-4CD3-876C-34ED3021A4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xmlns="" id="{8356746F-414F-45A1-8FA9-652FC8561A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653454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FB7EC89E-A179-4D41-9AC0-506076946F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xmlns="" id="{382EF334-EBD6-45BA-9ADD-504D08E8B1A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xmlns="" id="{A378B46F-D774-47ED-9299-93BD966F5A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xmlns="" id="{99137BB2-1E58-4361-AA02-0759ABAB16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2020-08-16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xmlns="" id="{685E63B9-5E6F-4C05-83B8-0EDCA14EC9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xmlns="" id="{1D07B4CA-54A4-4783-AA62-C55071436A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786134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3B5DDC15-1FBF-4FED-AAE3-A45587FEC6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xmlns="" id="{A08F82DA-AF5D-4771-855D-D12471491A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xmlns="" id="{3B9E77A3-8773-4A1C-B628-F7E33D5627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2020-08-16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xmlns="" id="{FA5E9043-87B2-4A01-89A1-60A0AB02E1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xmlns="" id="{6F467C25-CA83-4C75-9687-F840AA60E9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584707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xmlns="" id="{4F778D5A-DF75-4088-95F7-C3A793BC0D9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xmlns="" id="{DB5C191C-8EF4-4FB4-B9A3-F498921E65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xmlns="" id="{8A98FF33-E69D-441A-9E83-854CAAFA8C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2020-08-16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xmlns="" id="{6E8C4BF3-022F-454E-B7FF-12B58F9CA5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xmlns="" id="{D1F4F011-1EF5-48C5-83EF-56180B05F9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269972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xmlns="" id="{87041561-D6B4-4F35-97D9-91B6E56F10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xmlns="" id="{C48DE5F2-DC99-471C-BCB6-11EB57753B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xmlns="" id="{5B70BA47-1E61-46C4-B875-17AE425C9AD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2F9B60-EB7D-4950-BDEB-48903CF55AB8}" type="datetimeFigureOut">
              <a:rPr lang="ko-KR" altLang="en-US" smtClean="0"/>
              <a:t>2020-08-16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xmlns="" id="{50222B51-3B3D-4B2F-AF53-4FE78F6A671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xmlns="" id="{D9CAE1D6-3175-477B-ACB5-657DF855D35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188004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75BEEB66-5FE2-4DE4-BF44-73FE2AF1065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b="1" dirty="0" smtClean="0"/>
              <a:t>To do app </a:t>
            </a:r>
            <a:r>
              <a:rPr lang="ko-KR" altLang="en-US" b="1" dirty="0" smtClean="0"/>
              <a:t>만들기 </a:t>
            </a:r>
            <a:r>
              <a:rPr lang="en-US" altLang="ko-KR" b="1" dirty="0" smtClean="0"/>
              <a:t>5</a:t>
            </a:r>
            <a:r>
              <a:rPr lang="ko-KR" altLang="en-US" b="1" dirty="0" smtClean="0"/>
              <a:t>단계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29920652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75BEEB66-5FE2-4DE4-BF44-73FE2AF1065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b="1" dirty="0" err="1" smtClean="0"/>
              <a:t>TodoInput</a:t>
            </a:r>
            <a:r>
              <a:rPr lang="en-US" altLang="ko-KR" b="1" dirty="0" err="1" smtClean="0"/>
              <a:t>.vue</a:t>
            </a:r>
            <a:r>
              <a:rPr lang="en-US" altLang="ko-KR" b="1" dirty="0" smtClean="0"/>
              <a:t> </a:t>
            </a:r>
            <a:r>
              <a:rPr lang="ko-KR" altLang="en-US" b="1" dirty="0" smtClean="0"/>
              <a:t>기능 추가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32666025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26719"/>
            <a:ext cx="5438899" cy="63156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5438899" y="1243914"/>
            <a:ext cx="339206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 smtClean="0">
                <a:solidFill>
                  <a:srgbClr val="FF0000"/>
                </a:solidFill>
              </a:rPr>
              <a:t>양방향 데이터 바인딩</a:t>
            </a:r>
            <a:endParaRPr lang="ko-KR" altLang="en-US" sz="20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394140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-1"/>
            <a:ext cx="9690265" cy="33340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0961427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4512623" cy="61871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3560672" y="4184822"/>
            <a:ext cx="461126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 smtClean="0">
                <a:solidFill>
                  <a:srgbClr val="FF0000"/>
                </a:solidFill>
              </a:rPr>
              <a:t>바뀐 </a:t>
            </a:r>
            <a:r>
              <a:rPr lang="en-US" altLang="ko-KR" sz="2000" b="1" dirty="0" err="1" smtClean="0">
                <a:solidFill>
                  <a:srgbClr val="FF0000"/>
                </a:solidFill>
              </a:rPr>
              <a:t>newTodoItem</a:t>
            </a:r>
            <a:r>
              <a:rPr lang="ko-KR" altLang="en-US" sz="2000" b="1" dirty="0" smtClean="0">
                <a:solidFill>
                  <a:srgbClr val="FF0000"/>
                </a:solidFill>
              </a:rPr>
              <a:t>을 콘솔 출력</a:t>
            </a:r>
            <a:endParaRPr lang="ko-KR" altLang="en-US" sz="20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105212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-1"/>
            <a:ext cx="9084623" cy="60031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3105212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5949538" cy="6378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2061385" y="4761470"/>
            <a:ext cx="573161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 smtClean="0">
                <a:solidFill>
                  <a:srgbClr val="FF0000"/>
                </a:solidFill>
              </a:rPr>
              <a:t>바뀐 </a:t>
            </a:r>
            <a:r>
              <a:rPr lang="en-US" altLang="ko-KR" sz="2000" b="1" dirty="0" err="1" smtClean="0">
                <a:solidFill>
                  <a:srgbClr val="FF0000"/>
                </a:solidFill>
              </a:rPr>
              <a:t>newTodoItem</a:t>
            </a:r>
            <a:r>
              <a:rPr lang="ko-KR" altLang="en-US" sz="2000" b="1" dirty="0" smtClean="0">
                <a:solidFill>
                  <a:srgbClr val="FF0000"/>
                </a:solidFill>
              </a:rPr>
              <a:t>을 로컬 저장소에 저장</a:t>
            </a:r>
            <a:endParaRPr lang="ko-KR" altLang="en-US" sz="2000" b="1" dirty="0">
              <a:solidFill>
                <a:srgbClr val="FF0000"/>
              </a:solidFill>
            </a:endParaRPr>
          </a:p>
        </p:txBody>
      </p:sp>
      <p:sp>
        <p:nvSpPr>
          <p:cNvPr id="2" name="직사각형 1"/>
          <p:cNvSpPr/>
          <p:nvPr/>
        </p:nvSpPr>
        <p:spPr>
          <a:xfrm>
            <a:off x="3048000" y="3105835"/>
            <a:ext cx="863325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b="1" dirty="0">
                <a:solidFill>
                  <a:srgbClr val="FF0000"/>
                </a:solidFill>
              </a:rPr>
              <a:t>로컬 </a:t>
            </a:r>
            <a:r>
              <a:rPr lang="ko-KR" altLang="en-US" b="1" dirty="0" err="1">
                <a:solidFill>
                  <a:srgbClr val="FF0000"/>
                </a:solidFill>
              </a:rPr>
              <a:t>스토리지의</a:t>
            </a:r>
            <a:r>
              <a:rPr lang="ko-KR" altLang="en-US" b="1" dirty="0">
                <a:solidFill>
                  <a:srgbClr val="FF0000"/>
                </a:solidFill>
              </a:rPr>
              <a:t> 데이터는 </a:t>
            </a:r>
            <a:endParaRPr lang="en-US" altLang="ko-KR" b="1" dirty="0" smtClean="0">
              <a:solidFill>
                <a:srgbClr val="FF0000"/>
              </a:solidFill>
            </a:endParaRPr>
          </a:p>
          <a:p>
            <a:r>
              <a:rPr lang="ko-KR" altLang="en-US" b="1" dirty="0" smtClean="0">
                <a:solidFill>
                  <a:srgbClr val="FF0000"/>
                </a:solidFill>
              </a:rPr>
              <a:t>사용자가 </a:t>
            </a:r>
            <a:r>
              <a:rPr lang="ko-KR" altLang="en-US" b="1" dirty="0">
                <a:solidFill>
                  <a:srgbClr val="FF0000"/>
                </a:solidFill>
              </a:rPr>
              <a:t>지우지 않는 이상 계속 브라우저에 남아 있습니다</a:t>
            </a:r>
            <a:r>
              <a:rPr lang="en-US" altLang="ko-KR" b="1" dirty="0">
                <a:solidFill>
                  <a:srgbClr val="FF0000"/>
                </a:solidFill>
              </a:rPr>
              <a:t>. 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  <p:sp>
        <p:nvSpPr>
          <p:cNvPr id="4" name="직사각형 3"/>
          <p:cNvSpPr/>
          <p:nvPr/>
        </p:nvSpPr>
        <p:spPr>
          <a:xfrm>
            <a:off x="3048000" y="2115750"/>
            <a:ext cx="316682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b="1" dirty="0">
                <a:solidFill>
                  <a:srgbClr val="FF0000"/>
                </a:solidFill>
              </a:rPr>
              <a:t>로컬 스토리지</a:t>
            </a:r>
            <a:r>
              <a:rPr lang="en-US" altLang="ko-KR" b="1" dirty="0">
                <a:solidFill>
                  <a:srgbClr val="FF0000"/>
                </a:solidFill>
              </a:rPr>
              <a:t>(</a:t>
            </a:r>
            <a:r>
              <a:rPr lang="en-US" altLang="ko-KR" b="1" dirty="0" err="1">
                <a:solidFill>
                  <a:srgbClr val="FF0000"/>
                </a:solidFill>
              </a:rPr>
              <a:t>localStorage</a:t>
            </a:r>
            <a:r>
              <a:rPr lang="en-US" altLang="ko-KR" b="1" dirty="0">
                <a:solidFill>
                  <a:srgbClr val="FF0000"/>
                </a:solidFill>
              </a:rPr>
              <a:t>)</a:t>
            </a:r>
            <a:endParaRPr lang="ko-KR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105212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-1"/>
            <a:ext cx="11234057" cy="36542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5526266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75BEEB66-5FE2-4DE4-BF44-73FE2AF106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3483504"/>
          </a:xfrm>
        </p:spPr>
        <p:txBody>
          <a:bodyPr>
            <a:normAutofit/>
          </a:bodyPr>
          <a:lstStyle/>
          <a:p>
            <a:r>
              <a:rPr lang="ko-KR" altLang="en-US" sz="9600" b="1" dirty="0"/>
              <a:t>끝</a:t>
            </a:r>
          </a:p>
        </p:txBody>
      </p:sp>
    </p:spTree>
    <p:extLst>
      <p:ext uri="{BB962C8B-B14F-4D97-AF65-F5344CB8AC3E}">
        <p14:creationId xmlns:p14="http://schemas.microsoft.com/office/powerpoint/2010/main" val="12662153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287</TotalTime>
  <Words>41</Words>
  <Application>Microsoft Office PowerPoint</Application>
  <PresentationFormat>사용자 지정</PresentationFormat>
  <Paragraphs>9</Paragraphs>
  <Slides>9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0" baseType="lpstr">
      <vt:lpstr>Office 테마</vt:lpstr>
      <vt:lpstr>To do app 만들기 5단계</vt:lpstr>
      <vt:lpstr>TodoInput.vue 기능 추가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끝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Vue 강의자료</dc:title>
  <dc:creator>s</dc:creator>
  <cp:lastModifiedBy>Windows 사용자</cp:lastModifiedBy>
  <cp:revision>15</cp:revision>
  <dcterms:created xsi:type="dcterms:W3CDTF">2020-07-24T04:52:29Z</dcterms:created>
  <dcterms:modified xsi:type="dcterms:W3CDTF">2020-08-16T07:02:36Z</dcterms:modified>
</cp:coreProperties>
</file>