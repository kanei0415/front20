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8" r:id="rId4"/>
    <p:sldId id="269" r:id="rId5"/>
    <p:sldId id="267" r:id="rId6"/>
    <p:sldId id="270" r:id="rId7"/>
    <p:sldId id="271" r:id="rId8"/>
    <p:sldId id="272" r:id="rId9"/>
    <p:sldId id="273" r:id="rId10"/>
    <p:sldId id="25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3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13371" cy="6516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65528" y="4025253"/>
            <a:ext cx="3947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기존의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App.vue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파일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595"/>
            <a:ext cx="6733309" cy="617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68382" y="4039223"/>
            <a:ext cx="2564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이렇게 수정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65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64478" cy="6137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05238" y="3167547"/>
            <a:ext cx="2564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컴포넌트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추가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65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38899" cy="6553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652126" y="2520974"/>
            <a:ext cx="3516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컴포넌트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import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4619501" cy="663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337036" y="1123495"/>
            <a:ext cx="2564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mtClean="0">
                <a:solidFill>
                  <a:srgbClr val="FF0000"/>
                </a:solidFill>
              </a:rPr>
              <a:t>컴포넌트 사용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66934" cy="2375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1142" y="2728008"/>
            <a:ext cx="2564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설치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9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88687" cy="1900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8780" y="2029268"/>
            <a:ext cx="2564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실행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9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7540831" cy="4785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8780" y="5011365"/>
            <a:ext cx="7049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전체적인 구조가 잡혔고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실행이 잘 됨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9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27</Words>
  <Application>Microsoft Office PowerPoint</Application>
  <PresentationFormat>사용자 지정</PresentationFormat>
  <Paragraphs>10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To do app 만들기 3단계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Windows 사용자</cp:lastModifiedBy>
  <cp:revision>18</cp:revision>
  <dcterms:created xsi:type="dcterms:W3CDTF">2020-07-24T04:52:29Z</dcterms:created>
  <dcterms:modified xsi:type="dcterms:W3CDTF">2020-08-16T06:57:00Z</dcterms:modified>
</cp:coreProperties>
</file>