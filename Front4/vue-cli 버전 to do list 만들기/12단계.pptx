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6" r:id="rId4"/>
    <p:sldId id="267" r:id="rId5"/>
    <p:sldId id="268" r:id="rId6"/>
    <p:sldId id="26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12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753600" cy="2387600"/>
          </a:xfrm>
        </p:spPr>
        <p:txBody>
          <a:bodyPr/>
          <a:lstStyle/>
          <a:p>
            <a:r>
              <a:rPr lang="en-US" altLang="ko-KR" b="1" dirty="0" err="1" smtClean="0"/>
              <a:t>TodoFooter</a:t>
            </a:r>
            <a:r>
              <a:rPr lang="en-US" altLang="ko-KR" b="1" dirty="0" err="1" smtClean="0"/>
              <a:t>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기능 추가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2729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35834" cy="6126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46473" cy="5756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17029" cy="639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852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8057"/>
            <a:ext cx="12192000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907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</Words>
  <Application>Microsoft Office PowerPoint</Application>
  <PresentationFormat>사용자 지정</PresentationFormat>
  <Paragraphs>3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To do app 만들기 12단계</vt:lpstr>
      <vt:lpstr>TodoFooter.vue 기능 추가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Windows 사용자</cp:lastModifiedBy>
  <cp:revision>13</cp:revision>
  <dcterms:created xsi:type="dcterms:W3CDTF">2020-07-24T04:52:29Z</dcterms:created>
  <dcterms:modified xsi:type="dcterms:W3CDTF">2020-08-16T07:18:51Z</dcterms:modified>
</cp:coreProperties>
</file>