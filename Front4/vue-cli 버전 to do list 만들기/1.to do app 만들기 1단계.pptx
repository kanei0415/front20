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9" r:id="rId10"/>
    <p:sldId id="268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-108" y="-8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 smtClean="0"/>
              <a:t>To do app </a:t>
            </a:r>
            <a:r>
              <a:rPr lang="ko-KR" altLang="en-US" b="1" dirty="0" smtClean="0"/>
              <a:t>만들기 </a:t>
            </a:r>
            <a:r>
              <a:rPr lang="en-US" altLang="ko-KR" b="1" dirty="0" smtClean="0"/>
              <a:t>1</a:t>
            </a:r>
            <a:r>
              <a:rPr lang="ko-KR" altLang="en-US" b="1" dirty="0" smtClean="0"/>
              <a:t>단계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058400" cy="4157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106838" y="1878520"/>
            <a:ext cx="4244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smtClean="0">
                <a:solidFill>
                  <a:srgbClr val="FF0000"/>
                </a:solidFill>
              </a:rPr>
              <a:t>프로젝트 </a:t>
            </a:r>
            <a:r>
              <a:rPr lang="ko-KR" altLang="en-US" sz="2000" b="1" dirty="0" err="1" smtClean="0">
                <a:solidFill>
                  <a:srgbClr val="FF0000"/>
                </a:solidFill>
              </a:rPr>
              <a:t>디렉토리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생성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08740" y="2677901"/>
            <a:ext cx="4244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디렉토리로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이동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05533" y="4187163"/>
            <a:ext cx="42441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smtClean="0">
                <a:solidFill>
                  <a:srgbClr val="FF0000"/>
                </a:solidFill>
              </a:rPr>
              <a:t>뷰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 프로젝트 생성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0402784" cy="502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229601" y="4620258"/>
            <a:ext cx="17180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Y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229600" cy="5865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802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077075" cy="627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926348" y="5405262"/>
            <a:ext cx="4123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smtClean="0">
                <a:solidFill>
                  <a:srgbClr val="FF0000"/>
                </a:solidFill>
              </a:rPr>
              <a:t>만들어진 프로젝트 확인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020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08374" cy="5923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71933" y="4663390"/>
            <a:ext cx="7625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-cli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를 이용하여 생성한 프로젝트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020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015844" cy="6283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673525" y="5595043"/>
            <a:ext cx="7625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ATOM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으로 프로젝트 폴더를 열기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56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9345" y="5620922"/>
            <a:ext cx="7625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index.html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수정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1293434" cy="5251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9414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229850" cy="4557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2987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702140" cy="3446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83080" y="4533994"/>
            <a:ext cx="7625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smtClean="0">
                <a:solidFill>
                  <a:srgbClr val="FF0000"/>
                </a:solidFill>
              </a:rPr>
              <a:t>아이콘이 보임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913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33</Words>
  <Application>Microsoft Office PowerPoint</Application>
  <PresentationFormat>사용자 지정</PresentationFormat>
  <Paragraphs>11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To do app 만들기 1단계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13</cp:revision>
  <dcterms:created xsi:type="dcterms:W3CDTF">2020-07-24T04:52:29Z</dcterms:created>
  <dcterms:modified xsi:type="dcterms:W3CDTF">2020-08-04T15:18:42Z</dcterms:modified>
</cp:coreProperties>
</file>