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10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</Words>
  <Application>Microsoft Office PowerPoint</Application>
  <PresentationFormat>사용자 지정</PresentationFormat>
  <Paragraphs>2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To do app 만들기 10단계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9</cp:revision>
  <dcterms:created xsi:type="dcterms:W3CDTF">2020-07-24T04:52:29Z</dcterms:created>
  <dcterms:modified xsi:type="dcterms:W3CDTF">2020-08-04T08:55:12Z</dcterms:modified>
</cp:coreProperties>
</file>