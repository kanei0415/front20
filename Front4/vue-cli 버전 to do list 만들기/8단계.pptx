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66" r:id="rId4"/>
    <p:sldId id="267" r:id="rId5"/>
    <p:sldId id="271" r:id="rId6"/>
    <p:sldId id="270" r:id="rId7"/>
    <p:sldId id="272" r:id="rId8"/>
    <p:sldId id="275" r:id="rId9"/>
    <p:sldId id="274" r:id="rId10"/>
    <p:sldId id="276" r:id="rId11"/>
    <p:sldId id="25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48" autoAdjust="0"/>
    <p:restoredTop sz="94660"/>
  </p:normalViewPr>
  <p:slideViewPr>
    <p:cSldViewPr snapToGrid="0">
      <p:cViewPr>
        <p:scale>
          <a:sx n="75" d="100"/>
          <a:sy n="75" d="100"/>
        </p:scale>
        <p:origin x="-552" y="-6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To do app </a:t>
            </a:r>
            <a:r>
              <a:rPr lang="ko-KR" altLang="en-US" b="1" dirty="0" smtClean="0"/>
              <a:t>만들기 </a:t>
            </a:r>
            <a:r>
              <a:rPr lang="en-US" altLang="ko-KR" b="1" dirty="0" smtClean="0"/>
              <a:t>8</a:t>
            </a:r>
            <a:r>
              <a:rPr lang="ko-KR" altLang="en-US" b="1" dirty="0" smtClean="0"/>
              <a:t>단계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err="1" smtClean="0"/>
              <a:t>TodoList.vue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기능 추가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47800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6875813" cy="6848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941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657112" cy="6061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6142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7929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8595"/>
            <a:ext cx="9322130" cy="5651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1815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201392" cy="6877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자유형 1"/>
          <p:cNvSpPr/>
          <p:nvPr/>
        </p:nvSpPr>
        <p:spPr>
          <a:xfrm>
            <a:off x="2223798" y="1532238"/>
            <a:ext cx="832440" cy="329513"/>
          </a:xfrm>
          <a:custGeom>
            <a:avLst/>
            <a:gdLst>
              <a:gd name="connsiteX0" fmla="*/ 832440 w 832440"/>
              <a:gd name="connsiteY0" fmla="*/ 16476 h 329513"/>
              <a:gd name="connsiteX1" fmla="*/ 824202 w 832440"/>
              <a:gd name="connsiteY1" fmla="*/ 115330 h 329513"/>
              <a:gd name="connsiteX2" fmla="*/ 741824 w 832440"/>
              <a:gd name="connsiteY2" fmla="*/ 214184 h 329513"/>
              <a:gd name="connsiteX3" fmla="*/ 700634 w 832440"/>
              <a:gd name="connsiteY3" fmla="*/ 247135 h 329513"/>
              <a:gd name="connsiteX4" fmla="*/ 675921 w 832440"/>
              <a:gd name="connsiteY4" fmla="*/ 271848 h 329513"/>
              <a:gd name="connsiteX5" fmla="*/ 618256 w 832440"/>
              <a:gd name="connsiteY5" fmla="*/ 288324 h 329513"/>
              <a:gd name="connsiteX6" fmla="*/ 585305 w 832440"/>
              <a:gd name="connsiteY6" fmla="*/ 304800 h 329513"/>
              <a:gd name="connsiteX7" fmla="*/ 494688 w 832440"/>
              <a:gd name="connsiteY7" fmla="*/ 321276 h 329513"/>
              <a:gd name="connsiteX8" fmla="*/ 469975 w 832440"/>
              <a:gd name="connsiteY8" fmla="*/ 329513 h 329513"/>
              <a:gd name="connsiteX9" fmla="*/ 296980 w 832440"/>
              <a:gd name="connsiteY9" fmla="*/ 313038 h 329513"/>
              <a:gd name="connsiteX10" fmla="*/ 272267 w 832440"/>
              <a:gd name="connsiteY10" fmla="*/ 296562 h 329513"/>
              <a:gd name="connsiteX11" fmla="*/ 247553 w 832440"/>
              <a:gd name="connsiteY11" fmla="*/ 288324 h 329513"/>
              <a:gd name="connsiteX12" fmla="*/ 198126 w 832440"/>
              <a:gd name="connsiteY12" fmla="*/ 247135 h 329513"/>
              <a:gd name="connsiteX13" fmla="*/ 156937 w 832440"/>
              <a:gd name="connsiteY13" fmla="*/ 197708 h 329513"/>
              <a:gd name="connsiteX14" fmla="*/ 140461 w 832440"/>
              <a:gd name="connsiteY14" fmla="*/ 164757 h 329513"/>
              <a:gd name="connsiteX15" fmla="*/ 115748 w 832440"/>
              <a:gd name="connsiteY15" fmla="*/ 140043 h 329513"/>
              <a:gd name="connsiteX16" fmla="*/ 99272 w 832440"/>
              <a:gd name="connsiteY16" fmla="*/ 115330 h 329513"/>
              <a:gd name="connsiteX17" fmla="*/ 66321 w 832440"/>
              <a:gd name="connsiteY17" fmla="*/ 82378 h 329513"/>
              <a:gd name="connsiteX18" fmla="*/ 16894 w 832440"/>
              <a:gd name="connsiteY18" fmla="*/ 49427 h 329513"/>
              <a:gd name="connsiteX19" fmla="*/ 418 w 832440"/>
              <a:gd name="connsiteY19" fmla="*/ 0 h 329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32440" h="329513">
                <a:moveTo>
                  <a:pt x="832440" y="16476"/>
                </a:moveTo>
                <a:cubicBezTo>
                  <a:pt x="829694" y="49427"/>
                  <a:pt x="833052" y="83471"/>
                  <a:pt x="824202" y="115330"/>
                </a:cubicBezTo>
                <a:cubicBezTo>
                  <a:pt x="816583" y="142757"/>
                  <a:pt x="760236" y="199455"/>
                  <a:pt x="741824" y="214184"/>
                </a:cubicBezTo>
                <a:cubicBezTo>
                  <a:pt x="728094" y="225168"/>
                  <a:pt x="713866" y="235557"/>
                  <a:pt x="700634" y="247135"/>
                </a:cubicBezTo>
                <a:cubicBezTo>
                  <a:pt x="691867" y="254806"/>
                  <a:pt x="685614" y="265386"/>
                  <a:pt x="675921" y="271848"/>
                </a:cubicBezTo>
                <a:cubicBezTo>
                  <a:pt x="667386" y="277538"/>
                  <a:pt x="624533" y="285970"/>
                  <a:pt x="618256" y="288324"/>
                </a:cubicBezTo>
                <a:cubicBezTo>
                  <a:pt x="606758" y="292636"/>
                  <a:pt x="597171" y="301636"/>
                  <a:pt x="585305" y="304800"/>
                </a:cubicBezTo>
                <a:cubicBezTo>
                  <a:pt x="555641" y="312711"/>
                  <a:pt x="524707" y="314843"/>
                  <a:pt x="494688" y="321276"/>
                </a:cubicBezTo>
                <a:cubicBezTo>
                  <a:pt x="486198" y="323095"/>
                  <a:pt x="478213" y="326767"/>
                  <a:pt x="469975" y="329513"/>
                </a:cubicBezTo>
                <a:cubicBezTo>
                  <a:pt x="466032" y="329231"/>
                  <a:pt x="326926" y="322022"/>
                  <a:pt x="296980" y="313038"/>
                </a:cubicBezTo>
                <a:cubicBezTo>
                  <a:pt x="287497" y="310193"/>
                  <a:pt x="281122" y="300990"/>
                  <a:pt x="272267" y="296562"/>
                </a:cubicBezTo>
                <a:cubicBezTo>
                  <a:pt x="264500" y="292679"/>
                  <a:pt x="255791" y="291070"/>
                  <a:pt x="247553" y="288324"/>
                </a:cubicBezTo>
                <a:cubicBezTo>
                  <a:pt x="227850" y="275188"/>
                  <a:pt x="212540" y="267314"/>
                  <a:pt x="198126" y="247135"/>
                </a:cubicBezTo>
                <a:cubicBezTo>
                  <a:pt x="160119" y="193925"/>
                  <a:pt x="205659" y="230190"/>
                  <a:pt x="156937" y="197708"/>
                </a:cubicBezTo>
                <a:cubicBezTo>
                  <a:pt x="151445" y="186724"/>
                  <a:pt x="147599" y="174750"/>
                  <a:pt x="140461" y="164757"/>
                </a:cubicBezTo>
                <a:cubicBezTo>
                  <a:pt x="133690" y="155277"/>
                  <a:pt x="123206" y="148993"/>
                  <a:pt x="115748" y="140043"/>
                </a:cubicBezTo>
                <a:cubicBezTo>
                  <a:pt x="109410" y="132437"/>
                  <a:pt x="104764" y="123568"/>
                  <a:pt x="99272" y="115330"/>
                </a:cubicBezTo>
                <a:cubicBezTo>
                  <a:pt x="85293" y="73392"/>
                  <a:pt x="102267" y="102348"/>
                  <a:pt x="66321" y="82378"/>
                </a:cubicBezTo>
                <a:cubicBezTo>
                  <a:pt x="49012" y="72762"/>
                  <a:pt x="16894" y="49427"/>
                  <a:pt x="16894" y="49427"/>
                </a:cubicBezTo>
                <a:cubicBezTo>
                  <a:pt x="-4151" y="17859"/>
                  <a:pt x="418" y="34614"/>
                  <a:pt x="418" y="0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 2"/>
          <p:cNvSpPr/>
          <p:nvPr/>
        </p:nvSpPr>
        <p:spPr>
          <a:xfrm>
            <a:off x="2191265" y="1501553"/>
            <a:ext cx="288324" cy="302533"/>
          </a:xfrm>
          <a:custGeom>
            <a:avLst/>
            <a:gdLst>
              <a:gd name="connsiteX0" fmla="*/ 0 w 288324"/>
              <a:gd name="connsiteY0" fmla="*/ 302533 h 302533"/>
              <a:gd name="connsiteX1" fmla="*/ 8238 w 288324"/>
              <a:gd name="connsiteY1" fmla="*/ 137777 h 302533"/>
              <a:gd name="connsiteX2" fmla="*/ 16476 w 288324"/>
              <a:gd name="connsiteY2" fmla="*/ 55398 h 302533"/>
              <a:gd name="connsiteX3" fmla="*/ 288324 w 288324"/>
              <a:gd name="connsiteY3" fmla="*/ 30685 h 302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8324" h="302533">
                <a:moveTo>
                  <a:pt x="0" y="302533"/>
                </a:moveTo>
                <a:cubicBezTo>
                  <a:pt x="2746" y="247614"/>
                  <a:pt x="4580" y="192642"/>
                  <a:pt x="8238" y="137777"/>
                </a:cubicBezTo>
                <a:cubicBezTo>
                  <a:pt x="10074" y="110241"/>
                  <a:pt x="12280" y="82674"/>
                  <a:pt x="16476" y="55398"/>
                </a:cubicBezTo>
                <a:cubicBezTo>
                  <a:pt x="33102" y="-52677"/>
                  <a:pt x="212308" y="30685"/>
                  <a:pt x="288324" y="30685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304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1122363"/>
            <a:ext cx="11544300" cy="2387600"/>
          </a:xfrm>
        </p:spPr>
        <p:txBody>
          <a:bodyPr/>
          <a:lstStyle/>
          <a:p>
            <a:r>
              <a:rPr lang="en-US" altLang="ko-KR" b="1" dirty="0" err="1" smtClean="0"/>
              <a:t>loglevel:webpack-dev-server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안보이게 하기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14991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8" y="215899"/>
            <a:ext cx="10647362" cy="3544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0282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0"/>
            <a:ext cx="1213485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3939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11</Words>
  <Application>Microsoft Office PowerPoint</Application>
  <PresentationFormat>사용자 지정</PresentationFormat>
  <Paragraphs>4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To do app 만들기 8단계</vt:lpstr>
      <vt:lpstr>TodoList.vue 기능 추가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loglevel:webpack-dev-server 안보이게 하기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17</cp:revision>
  <dcterms:created xsi:type="dcterms:W3CDTF">2020-07-24T04:52:29Z</dcterms:created>
  <dcterms:modified xsi:type="dcterms:W3CDTF">2020-08-16T11:41:14Z</dcterms:modified>
</cp:coreProperties>
</file>