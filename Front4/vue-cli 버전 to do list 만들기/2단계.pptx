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5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6" d="100"/>
          <a:sy n="116" d="100"/>
        </p:scale>
        <p:origin x="-354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To do app </a:t>
            </a:r>
            <a:r>
              <a:rPr lang="ko-KR" altLang="en-US" b="1" dirty="0" smtClean="0"/>
              <a:t>만들기 </a:t>
            </a:r>
            <a:r>
              <a:rPr lang="en-US" altLang="ko-KR" b="1" dirty="0" smtClean="0"/>
              <a:t>2</a:t>
            </a:r>
            <a:r>
              <a:rPr lang="ko-KR" altLang="en-US" b="1" dirty="0" smtClean="0"/>
              <a:t>단계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564582" cy="667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536166" y="2368764"/>
            <a:ext cx="18719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smtClean="0">
                <a:solidFill>
                  <a:srgbClr val="FF0000"/>
                </a:solidFill>
              </a:rPr>
              <a:t>폴더 생성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9414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648450" cy="592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452294" y="1963323"/>
            <a:ext cx="18719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smtClean="0">
                <a:solidFill>
                  <a:srgbClr val="FF0000"/>
                </a:solidFill>
              </a:rPr>
              <a:t>폴더 생성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142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84468" cy="6394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952627" y="1281837"/>
            <a:ext cx="18719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아이콘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781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737766" cy="6434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840482" y="2693794"/>
            <a:ext cx="2524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rgbClr val="FF0000"/>
                </a:solidFill>
              </a:rPr>
              <a:t>뷰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4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개 생성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124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0070275" cy="5170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565376" y="2323808"/>
            <a:ext cx="2524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rgbClr val="FF0000"/>
                </a:solidFill>
              </a:rPr>
              <a:t>푸터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2800" b="1" dirty="0" err="1" smtClean="0">
                <a:solidFill>
                  <a:srgbClr val="FF0000"/>
                </a:solidFill>
              </a:rPr>
              <a:t>vue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872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0260281" cy="45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565376" y="2323808"/>
            <a:ext cx="2524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smtClean="0">
                <a:solidFill>
                  <a:srgbClr val="FF0000"/>
                </a:solidFill>
              </a:rPr>
              <a:t>헤</a:t>
            </a:r>
            <a:r>
              <a:rPr lang="ko-KR" altLang="en-US" sz="2800" b="1">
                <a:solidFill>
                  <a:srgbClr val="FF0000"/>
                </a:solidFill>
              </a:rPr>
              <a:t>더</a:t>
            </a:r>
            <a:r>
              <a:rPr lang="ko-KR" altLang="en-US" sz="2800" b="1" smtClean="0">
                <a:solidFill>
                  <a:srgbClr val="FF0000"/>
                </a:solidFill>
              </a:rPr>
              <a:t> </a:t>
            </a:r>
            <a:r>
              <a:rPr lang="en-US" altLang="ko-KR" sz="2800" b="1" dirty="0" err="1" smtClean="0">
                <a:solidFill>
                  <a:srgbClr val="FF0000"/>
                </a:solidFill>
              </a:rPr>
              <a:t>vue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872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0770919" cy="4846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771322" y="2457146"/>
            <a:ext cx="2524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smtClean="0">
                <a:solidFill>
                  <a:srgbClr val="FF0000"/>
                </a:solidFill>
              </a:rPr>
              <a:t>입력 </a:t>
            </a:r>
            <a:r>
              <a:rPr lang="en-US" altLang="ko-KR" sz="2800" b="1" dirty="0" err="1" smtClean="0">
                <a:solidFill>
                  <a:srgbClr val="FF0000"/>
                </a:solidFill>
              </a:rPr>
              <a:t>vue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872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0413938" cy="4643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771322" y="2457146"/>
            <a:ext cx="2524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목록 나열 </a:t>
            </a:r>
            <a:r>
              <a:rPr lang="en-US" altLang="ko-KR" sz="2800" b="1" dirty="0" err="1" smtClean="0">
                <a:solidFill>
                  <a:srgbClr val="FF0000"/>
                </a:solidFill>
              </a:rPr>
              <a:t>vue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728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7728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25</Words>
  <Application>Microsoft Office PowerPoint</Application>
  <PresentationFormat>사용자 지정</PresentationFormat>
  <Paragraphs>10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테마</vt:lpstr>
      <vt:lpstr>To do app 만들기 2단계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Windows 사용자</cp:lastModifiedBy>
  <cp:revision>16</cp:revision>
  <dcterms:created xsi:type="dcterms:W3CDTF">2020-07-24T04:52:29Z</dcterms:created>
  <dcterms:modified xsi:type="dcterms:W3CDTF">2020-08-16T06:55:13Z</dcterms:modified>
</cp:coreProperties>
</file>