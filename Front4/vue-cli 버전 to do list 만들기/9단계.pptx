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66" r:id="rId4"/>
    <p:sldId id="267" r:id="rId5"/>
    <p:sldId id="268" r:id="rId6"/>
    <p:sldId id="269" r:id="rId7"/>
    <p:sldId id="270" r:id="rId8"/>
    <p:sldId id="25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6" d="100"/>
          <a:sy n="116" d="100"/>
        </p:scale>
        <p:origin x="-35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To do app </a:t>
            </a:r>
            <a:r>
              <a:rPr lang="ko-KR" altLang="en-US" b="1" dirty="0" smtClean="0"/>
              <a:t>만들기 </a:t>
            </a:r>
            <a:r>
              <a:rPr lang="en-US" altLang="ko-KR" b="1" dirty="0" smtClean="0"/>
              <a:t>9</a:t>
            </a:r>
            <a:r>
              <a:rPr lang="ko-KR" altLang="en-US" b="1" dirty="0" smtClean="0"/>
              <a:t>단계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err="1" smtClean="0"/>
              <a:t>TodoList</a:t>
            </a:r>
            <a:r>
              <a:rPr lang="en-US" altLang="ko-KR" b="1" dirty="0" err="1" smtClean="0"/>
              <a:t>.vue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기능 추가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088941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450286" cy="5262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965622" y="3377513"/>
            <a:ext cx="2152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쓰레기통 모양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90951" y="2384854"/>
            <a:ext cx="235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>
                <a:solidFill>
                  <a:srgbClr val="FF0000"/>
                </a:solidFill>
              </a:rPr>
              <a:t>클릭하면 함수 호출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414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429008" cy="5436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6142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3526971" cy="6904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643448" y="5902411"/>
            <a:ext cx="235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>
                <a:solidFill>
                  <a:srgbClr val="FF0000"/>
                </a:solidFill>
              </a:rPr>
              <a:t>디자인 추가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743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470068" cy="6847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1142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0"/>
            <a:ext cx="12163425" cy="461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2613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17</Words>
  <Application>Microsoft Office PowerPoint</Application>
  <PresentationFormat>사용자 지정</PresentationFormat>
  <Paragraphs>6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To do app 만들기 9단계</vt:lpstr>
      <vt:lpstr>TodoList.vue 기능 추가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Windows 사용자</cp:lastModifiedBy>
  <cp:revision>14</cp:revision>
  <dcterms:created xsi:type="dcterms:W3CDTF">2020-07-24T04:52:29Z</dcterms:created>
  <dcterms:modified xsi:type="dcterms:W3CDTF">2020-08-16T07:16:59Z</dcterms:modified>
</cp:coreProperties>
</file>