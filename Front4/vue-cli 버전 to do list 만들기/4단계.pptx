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3" r:id="rId13"/>
  </p:sldMasterIdLst>
  <p:sldIdLst>
    <p:sldId id="256" r:id="rId15"/>
    <p:sldId id="274" r:id="rId16"/>
    <p:sldId id="266" r:id="rId17"/>
    <p:sldId id="267" r:id="rId18"/>
    <p:sldId id="276" r:id="rId19"/>
    <p:sldId id="275" r:id="rId20"/>
    <p:sldId id="269" r:id="rId21"/>
    <p:sldId id="270" r:id="rId22"/>
    <p:sldId id="271" r:id="rId23"/>
    <p:sldId id="272" r:id="rId24"/>
    <p:sldId id="273" r:id="rId25"/>
    <p:sldId id="257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6" d="100"/>
          <a:sy n="116" d="100"/>
        </p:scale>
        <p:origin x="-354" y="-36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5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7" Type="http://schemas.openxmlformats.org/officeDocument/2006/relationships/viewProps" Target="viewProps.xml"></Relationship><Relationship Id="rId28" Type="http://schemas.openxmlformats.org/officeDocument/2006/relationships/presProps" Target="presProps.xml"></Relationship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24812041.png"></Relationship><Relationship Id="rId3" Type="http://schemas.openxmlformats.org/officeDocument/2006/relationships/image" Target="../media/fImage14301218467.png"></Relationship><Relationship Id="rId4" Type="http://schemas.openxmlformats.org/officeDocument/2006/relationships/image" Target="../media/fImage31561226334.png"></Relationship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4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App.vue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디자인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9355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1979" cy="691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27157" y="2479589"/>
            <a:ext cx="4769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메인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의 디자인 적용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97683" cy="6225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C:/Users/Administrator/AppData/Roaming/PolarisOffice/ETemp/13712_7908960/fImage9248120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4445"/>
            <a:ext cx="5429885" cy="1838960"/>
          </a:xfrm>
          <a:prstGeom prst="rect"/>
          <a:noFill/>
        </p:spPr>
      </p:pic>
      <p:pic>
        <p:nvPicPr>
          <p:cNvPr id="3" name="그림 2" descr="C:/Users/Administrator/AppData/Roaming/PolarisOffice/ETemp/13712_7908960/fImage1430121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" y="2728595"/>
            <a:ext cx="4629785" cy="701040"/>
          </a:xfrm>
          <a:prstGeom prst="rect"/>
          <a:noFill/>
        </p:spPr>
      </p:pic>
      <p:pic>
        <p:nvPicPr>
          <p:cNvPr id="4" name="그림 3" descr="C:/Users/Administrator/AppData/Roaming/PolarisOffice/ETemp/13712_7908960/fImage3156122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9245" y="4204970"/>
            <a:ext cx="4320540" cy="2225040"/>
          </a:xfrm>
          <a:prstGeom prst="rect"/>
          <a:noFill/>
        </p:spPr>
      </p:pic>
      <p:sp>
        <p:nvSpPr>
          <p:cNvPr id="5" name="텍스트 상자 4"/>
          <p:cNvSpPr txBox="1">
            <a:spLocks/>
          </p:cNvSpPr>
          <p:nvPr/>
        </p:nvSpPr>
        <p:spPr>
          <a:xfrm rot="0">
            <a:off x="304800" y="3581400"/>
            <a:ext cx="6515735" cy="43180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defTabSz="91440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sz="2200" b="1">
                <a:solidFill>
                  <a:srgbClr val="FF0000"/>
                </a:solidFill>
                <a:latin typeface="맑은 고딕" charset="0"/>
                <a:ea typeface="맑은 고딕" charset="0"/>
              </a:rPr>
              <a:t>가로 위치, 세로 위치, 그림자 반지름, 색깔</a:t>
            </a:r>
            <a:endParaRPr lang="ko-KR" altLang="en-US" sz="2200" b="1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TodoHeader.vue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디자인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507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39491" cy="60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998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920236" cy="366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99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86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867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867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12</Pages>
  <Paragraphs>5</Paragraphs>
  <Words>16</Words>
  <TotalTime>0</TotalTime>
  <MMClips>0</MMClips>
  <ScaleCrop>false</ScaleCrop>
  <HeadingPairs>
    <vt:vector size="2" baseType="variant">
      <vt:variant>
        <vt:lpstr>제목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s</dc:creator>
  <cp:lastModifiedBy>윤 호근</cp:lastModifiedBy>
  <dc:title>Vue 강의자료</dc:title>
  <dcterms:modified xsi:type="dcterms:W3CDTF">2020-08-16T06:59:26Z</dcterms:modified>
</cp:coreProperties>
</file>