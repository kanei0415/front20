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5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-354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To do app </a:t>
            </a:r>
            <a:r>
              <a:rPr lang="ko-KR" altLang="en-US" b="1" dirty="0" smtClean="0"/>
              <a:t>만들기 </a:t>
            </a:r>
            <a:r>
              <a:rPr lang="en-US" altLang="ko-KR" b="1" dirty="0" smtClean="0"/>
              <a:t>11</a:t>
            </a:r>
            <a:r>
              <a:rPr lang="ko-KR" altLang="en-US" b="1" dirty="0" smtClean="0"/>
              <a:t>단계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err="1" smtClean="0"/>
              <a:t>TodoList</a:t>
            </a:r>
            <a:r>
              <a:rPr lang="en-US" altLang="ko-KR" b="1" dirty="0" err="1" smtClean="0"/>
              <a:t>.vue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기능 추가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784915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193974" cy="6490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941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982075" cy="608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6142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355771" cy="6448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8383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271596" cy="6821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8383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638925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8383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4114801" cy="6858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393989" y="4917989"/>
            <a:ext cx="287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err="1" smtClean="0">
                <a:solidFill>
                  <a:srgbClr val="FF0000"/>
                </a:solidFill>
              </a:rPr>
              <a:t>로컬스토리지에서</a:t>
            </a:r>
            <a:r>
              <a:rPr lang="ko-KR" altLang="en-US" b="1" dirty="0" smtClean="0">
                <a:solidFill>
                  <a:srgbClr val="FF0000"/>
                </a:solidFill>
              </a:rPr>
              <a:t> 삭제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8519" y="5572897"/>
            <a:ext cx="287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splice</a:t>
            </a:r>
            <a:r>
              <a:rPr lang="ko-KR" altLang="en-US" b="1" dirty="0" smtClean="0">
                <a:solidFill>
                  <a:srgbClr val="FF0000"/>
                </a:solidFill>
              </a:rPr>
              <a:t>로 삭제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383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44375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3438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72950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3504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3706"/>
            <a:ext cx="1217295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691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691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546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546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15</Words>
  <Application>Microsoft Office PowerPoint</Application>
  <PresentationFormat>사용자 지정</PresentationFormat>
  <Paragraphs>5</Paragraphs>
  <Slides>15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Office 테마</vt:lpstr>
      <vt:lpstr>To do app 만들기 11단계</vt:lpstr>
      <vt:lpstr>TodoList.vue 기능 추가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Windows 사용자</cp:lastModifiedBy>
  <cp:revision>15</cp:revision>
  <dcterms:created xsi:type="dcterms:W3CDTF">2020-07-24T04:52:29Z</dcterms:created>
  <dcterms:modified xsi:type="dcterms:W3CDTF">2020-08-16T07:18:53Z</dcterms:modified>
</cp:coreProperties>
</file>