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0" r:id="rId13"/>
  </p:sldMasterIdLst>
  <p:sldIdLst>
    <p:sldId id="256" r:id="rId15"/>
    <p:sldId id="275" r:id="rId16"/>
    <p:sldId id="266" r:id="rId17"/>
    <p:sldId id="267" r:id="rId18"/>
    <p:sldId id="269" r:id="rId19"/>
    <p:sldId id="272" r:id="rId20"/>
    <p:sldId id="276" r:id="rId21"/>
    <p:sldId id="270" r:id="rId22"/>
    <p:sldId id="273" r:id="rId23"/>
    <p:sldId id="274" r:id="rId24"/>
    <p:sldId id="271" r:id="rId25"/>
    <p:sldId id="257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9" userDrawn="1">
          <p15:clr>
            <a:srgbClr val="A4A3A4"/>
          </p15:clr>
        </p15:guide>
        <p15:guide id="1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6" d="100"/>
          <a:sy n="116" d="100"/>
        </p:scale>
        <p:origin x="-354" y="12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slide" Target="slides/slide5.xml"></Relationship><Relationship Id="rId20" Type="http://schemas.openxmlformats.org/officeDocument/2006/relationships/slide" Target="slides/slide6.xml"></Relationship><Relationship Id="rId21" Type="http://schemas.openxmlformats.org/officeDocument/2006/relationships/slide" Target="slides/slide7.xml"></Relationship><Relationship Id="rId22" Type="http://schemas.openxmlformats.org/officeDocument/2006/relationships/slide" Target="slides/slide8.xml"></Relationship><Relationship Id="rId23" Type="http://schemas.openxmlformats.org/officeDocument/2006/relationships/slide" Target="slides/slide9.xml"></Relationship><Relationship Id="rId24" Type="http://schemas.openxmlformats.org/officeDocument/2006/relationships/slide" Target="slides/slide10.xml"></Relationship><Relationship Id="rId25" Type="http://schemas.openxmlformats.org/officeDocument/2006/relationships/slide" Target="slides/slide11.xml"></Relationship><Relationship Id="rId26" Type="http://schemas.openxmlformats.org/officeDocument/2006/relationships/slide" Target="slides/slide12.xml"></Relationship><Relationship Id="rId27" Type="http://schemas.openxmlformats.org/officeDocument/2006/relationships/viewProps" Target="viewProps.xml"></Relationship><Relationship Id="rId28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538112541.png"></Relationship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To do app </a:t>
            </a:r>
            <a:r>
              <a:rPr lang="ko-KR" altLang="en-US" b="1" dirty="0" smtClean="0"/>
              <a:t>만들기 </a:t>
            </a:r>
            <a:r>
              <a:rPr lang="en-US" altLang="ko-KR" b="1" dirty="0" smtClean="0"/>
              <a:t>7</a:t>
            </a:r>
            <a:r>
              <a:rPr lang="ko-KR" altLang="en-US" b="1" dirty="0" smtClean="0"/>
              <a:t>단계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err="1" smtClean="0"/>
              <a:t>TodoInput</a:t>
            </a:r>
            <a:r>
              <a:rPr lang="en-US" altLang="ko-KR" b="1" dirty="0" err="1" smtClean="0"/>
              <a:t>.vue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기능 추가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5181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4441371" cy="681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570205" y="3291702"/>
            <a:ext cx="4094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아무것도 입력되지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않은것이</a:t>
            </a:r>
            <a:r>
              <a:rPr lang="ko-KR" altLang="en-US" b="1" dirty="0" smtClean="0">
                <a:solidFill>
                  <a:srgbClr val="FF0000"/>
                </a:solidFill>
              </a:rPr>
              <a:t> 아니면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8638" y="3954848"/>
            <a:ext cx="4094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공백 제거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41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0675917" cy="4162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510217" y="1896364"/>
            <a:ext cx="4094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클릭하면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addTodo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함수 호출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15514" y="2864310"/>
            <a:ext cx="4094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addBtn</a:t>
            </a:r>
            <a:r>
              <a:rPr lang="ko-KR" altLang="en-US" b="1" dirty="0" smtClean="0">
                <a:solidFill>
                  <a:srgbClr val="FF0000"/>
                </a:solidFill>
              </a:rPr>
              <a:t>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f</a:t>
            </a:r>
            <a:r>
              <a:rPr lang="en-US" altLang="ko-KR" b="1" dirty="0" smtClean="0">
                <a:solidFill>
                  <a:srgbClr val="FF0000"/>
                </a:solidFill>
              </a:rPr>
              <a:t>a fa-plus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플러스 버튼 디자인 수입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14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389995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055341" y="5895834"/>
            <a:ext cx="4094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addBtn</a:t>
            </a:r>
            <a:r>
              <a:rPr lang="ko-KR" altLang="en-US" b="1" dirty="0" smtClean="0">
                <a:solidFill>
                  <a:srgbClr val="FF0000"/>
                </a:solidFill>
              </a:rPr>
              <a:t>은 사용자가 만든 것</a:t>
            </a:r>
            <a:endParaRPr lang="en-US" altLang="ko-KR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824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15148" cy="6841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1104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C:/Users/Administrator/AppData/Roaming/PolarisOffice/ETemp/11356_15649744/fImage45381125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-5080"/>
            <a:ext cx="11917680" cy="38582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82743" cy="5121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3824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1204913"/>
            <a:ext cx="12144375" cy="444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662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305852"/>
            <a:ext cx="12182475" cy="360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9413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824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12</Pages>
  <Paragraphs>11</Paragraphs>
  <Words>35</Words>
  <TotalTime>0</TotalTime>
  <MMClips>0</MMClips>
  <ScaleCrop>false</ScaleCrop>
  <HeadingPairs>
    <vt:vector size="2" baseType="variant">
      <vt:variant>
        <vt:lpstr>제목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s</dc:creator>
  <cp:lastModifiedBy>윤 호근</cp:lastModifiedBy>
  <dc:title>Vue 강의자료</dc:title>
  <dcterms:modified xsi:type="dcterms:W3CDTF">2020-08-16T07:12:52Z</dcterms:modified>
</cp:coreProperties>
</file>