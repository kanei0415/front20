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59" r:id="rId5"/>
    <p:sldId id="276" r:id="rId6"/>
    <p:sldId id="263" r:id="rId7"/>
    <p:sldId id="262" r:id="rId8"/>
    <p:sldId id="260" r:id="rId9"/>
    <p:sldId id="277" r:id="rId10"/>
    <p:sldId id="264" r:id="rId11"/>
    <p:sldId id="267" r:id="rId12"/>
    <p:sldId id="268" r:id="rId13"/>
    <p:sldId id="270" r:id="rId14"/>
    <p:sldId id="271" r:id="rId15"/>
    <p:sldId id="269" r:id="rId16"/>
    <p:sldId id="275" r:id="rId17"/>
    <p:sldId id="273" r:id="rId18"/>
    <p:sldId id="272" r:id="rId19"/>
    <p:sldId id="274" r:id="rId20"/>
    <p:sldId id="266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03" autoAdjust="0"/>
  </p:normalViewPr>
  <p:slideViewPr>
    <p:cSldViewPr>
      <p:cViewPr>
        <p:scale>
          <a:sx n="66" d="100"/>
          <a:sy n="66" d="100"/>
        </p:scale>
        <p:origin x="-2934" y="-5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BDADB-FE28-435A-91B1-1296B8B883CF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16727-03C0-46D4-B5E9-C6FD51F2E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1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en-US" altLang="ko-KR" sz="1200" b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ko-KR" altLang="en-US" sz="1200" b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메서드는</a:t>
            </a:r>
            <a:r>
              <a:rPr lang="ko-KR" altLang="en-US" sz="1200" b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배열의 각 요소에 대해 주어진 </a:t>
            </a:r>
            <a:r>
              <a:rPr lang="ko-KR" altLang="en-US" sz="1200" b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리듀서</a:t>
            </a:r>
            <a:r>
              <a:rPr lang="en-US" altLang="ko-KR" sz="1200" b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(reducer) </a:t>
            </a:r>
            <a:r>
              <a:rPr lang="ko-KR" altLang="en-US" sz="1200" b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함수를 실행하고</a:t>
            </a:r>
            <a:r>
              <a:rPr lang="en-US" altLang="ko-KR" sz="1200" b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하나의 결과값을 반환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16727-03C0-46D4-B5E9-C6FD51F2E03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76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Three dots Operator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 smtClean="0"/>
              <a:t>(</a:t>
            </a:r>
            <a:r>
              <a:rPr lang="ko-KR" altLang="en-US" b="1" dirty="0" err="1" smtClean="0"/>
              <a:t>삼점</a:t>
            </a:r>
            <a:r>
              <a:rPr lang="ko-KR" altLang="en-US" b="1" dirty="0" smtClean="0"/>
              <a:t> 표기법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8520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Three dots operator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We can use three dots … </a:t>
            </a:r>
            <a:endParaRPr lang="en-US" altLang="ko-KR" b="1" dirty="0" smtClean="0"/>
          </a:p>
          <a:p>
            <a:r>
              <a:rPr lang="en-US" altLang="ko-KR" b="1" dirty="0" smtClean="0"/>
              <a:t>in </a:t>
            </a:r>
            <a:r>
              <a:rPr lang="en-US" altLang="ko-KR" b="1" dirty="0"/>
              <a:t>two different ways </a:t>
            </a:r>
            <a:endParaRPr lang="en-US" altLang="ko-KR" b="1" dirty="0" smtClean="0"/>
          </a:p>
          <a:p>
            <a:r>
              <a:rPr lang="en-US" altLang="ko-KR" b="1" dirty="0" smtClean="0"/>
              <a:t>as </a:t>
            </a:r>
            <a:r>
              <a:rPr lang="en-US" altLang="ko-KR" b="1" dirty="0"/>
              <a:t>spread operator and rest operator</a:t>
            </a:r>
            <a:r>
              <a:rPr lang="en-US" altLang="ko-KR" b="1" dirty="0" smtClean="0"/>
              <a:t>.</a:t>
            </a:r>
          </a:p>
          <a:p>
            <a:endParaRPr lang="en-US" altLang="ko-KR" b="1" dirty="0"/>
          </a:p>
          <a:p>
            <a:r>
              <a:rPr lang="en-US" altLang="ko-KR" b="1" dirty="0" smtClean="0"/>
              <a:t>-spread, rest</a:t>
            </a:r>
          </a:p>
          <a:p>
            <a:r>
              <a:rPr lang="en-US" altLang="ko-KR" b="1" dirty="0" smtClean="0"/>
              <a:t>-</a:t>
            </a:r>
            <a:r>
              <a:rPr lang="ko-KR" altLang="en-US" b="1" dirty="0" smtClean="0"/>
              <a:t>펼치는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나머</a:t>
            </a:r>
            <a:r>
              <a:rPr lang="ko-KR" altLang="en-US" b="1" dirty="0"/>
              <a:t>지</a:t>
            </a:r>
          </a:p>
        </p:txBody>
      </p:sp>
    </p:spTree>
    <p:extLst>
      <p:ext uri="{BB962C8B-B14F-4D97-AF65-F5344CB8AC3E}">
        <p14:creationId xmlns:p14="http://schemas.microsoft.com/office/powerpoint/2010/main" val="334575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case1. rest operator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5624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" y="0"/>
            <a:ext cx="5569578" cy="6462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961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" y="0"/>
            <a:ext cx="5569578" cy="6462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4139952" y="2636912"/>
            <a:ext cx="93610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131840" y="4221088"/>
            <a:ext cx="14401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9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76256" cy="478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9624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42591"/>
          </a:xfrm>
        </p:spPr>
        <p:txBody>
          <a:bodyPr/>
          <a:lstStyle/>
          <a:p>
            <a:r>
              <a:rPr lang="en-US" altLang="ko-KR" b="1" dirty="0" smtClean="0"/>
              <a:t>case2. spread and rest operator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5497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56376" cy="6042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961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56376" cy="6042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43808" y="1484784"/>
            <a:ext cx="4464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나머지 값들을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…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params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가 받음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7744" y="4149080"/>
            <a:ext cx="59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mtClean="0">
                <a:solidFill>
                  <a:srgbClr val="FF0000"/>
                </a:solidFill>
              </a:rPr>
              <a:t>…inputs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 모든 값들을 받는 형태로 펼쳐짐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67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04656" cy="4201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232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42591"/>
          </a:xfrm>
        </p:spPr>
        <p:txBody>
          <a:bodyPr/>
          <a:lstStyle/>
          <a:p>
            <a:r>
              <a:rPr lang="en-US" altLang="ko-KR" b="1" dirty="0" smtClean="0"/>
              <a:t>case3. spread operator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9573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44"/>
            <a:ext cx="7596336" cy="657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648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08104" cy="6046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313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42591"/>
          </a:xfrm>
        </p:spPr>
        <p:txBody>
          <a:bodyPr/>
          <a:lstStyle/>
          <a:p>
            <a:r>
              <a:rPr lang="en-US" altLang="ko-KR" b="1" dirty="0" smtClean="0"/>
              <a:t>case4. rest operator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43892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973" y="0"/>
            <a:ext cx="6405173" cy="6740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79912" y="166102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배열의</a:t>
            </a:r>
            <a:r>
              <a:rPr lang="en-US" altLang="ko-KR" b="1" dirty="0" smtClean="0">
                <a:solidFill>
                  <a:srgbClr val="FF0000"/>
                </a:solidFill>
              </a:rPr>
              <a:t> reduce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7744" y="2708920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반환값이</a:t>
            </a:r>
            <a:r>
              <a:rPr lang="ko-KR" altLang="en-US" b="1" dirty="0" smtClean="0">
                <a:solidFill>
                  <a:srgbClr val="FF0000"/>
                </a:solidFill>
              </a:rPr>
              <a:t> 누적됨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46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784"/>
            <a:ext cx="8532440" cy="292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60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42591"/>
          </a:xfrm>
        </p:spPr>
        <p:txBody>
          <a:bodyPr/>
          <a:lstStyle/>
          <a:p>
            <a:r>
              <a:rPr lang="en-US" altLang="ko-KR" b="1" dirty="0" smtClean="0"/>
              <a:t>case5. spread operator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6277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26" y="0"/>
            <a:ext cx="3212865" cy="689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930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71"/>
            <a:ext cx="7956376" cy="4098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340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8800" b="1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268737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76</Words>
  <Application>Microsoft Office PowerPoint</Application>
  <PresentationFormat>화면 슬라이드 쇼(4:3)</PresentationFormat>
  <Paragraphs>21</Paragraphs>
  <Slides>20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테마</vt:lpstr>
      <vt:lpstr>Three dots Operator</vt:lpstr>
      <vt:lpstr>Three dots operator</vt:lpstr>
      <vt:lpstr>case1. rest operator</vt:lpstr>
      <vt:lpstr>PowerPoint 프레젠테이션</vt:lpstr>
      <vt:lpstr>PowerPoint 프레젠테이션</vt:lpstr>
      <vt:lpstr>PowerPoint 프레젠테이션</vt:lpstr>
      <vt:lpstr>case2. spread and rest operator</vt:lpstr>
      <vt:lpstr>PowerPoint 프레젠테이션</vt:lpstr>
      <vt:lpstr>PowerPoint 프레젠테이션</vt:lpstr>
      <vt:lpstr>PowerPoint 프레젠테이션</vt:lpstr>
      <vt:lpstr>case3. spread operator</vt:lpstr>
      <vt:lpstr>PowerPoint 프레젠테이션</vt:lpstr>
      <vt:lpstr>PowerPoint 프레젠테이션</vt:lpstr>
      <vt:lpstr>case4. rest operator</vt:lpstr>
      <vt:lpstr>PowerPoint 프레젠테이션</vt:lpstr>
      <vt:lpstr>PowerPoint 프레젠테이션</vt:lpstr>
      <vt:lpstr>case5. spread operator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dots Operator</dc:title>
  <dc:creator>Microsoft Corporation</dc:creator>
  <cp:lastModifiedBy>Windows 사용자</cp:lastModifiedBy>
  <cp:revision>16</cp:revision>
  <dcterms:created xsi:type="dcterms:W3CDTF">2006-10-05T04:04:58Z</dcterms:created>
  <dcterms:modified xsi:type="dcterms:W3CDTF">2021-02-24T09:34:32Z</dcterms:modified>
</cp:coreProperties>
</file>