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5" r:id="rId4"/>
    <p:sldId id="266" r:id="rId5"/>
    <p:sldId id="267" r:id="rId6"/>
    <p:sldId id="269" r:id="rId7"/>
    <p:sldId id="268" r:id="rId8"/>
    <p:sldId id="260" r:id="rId9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867" autoAdjust="0"/>
    <p:restoredTop sz="94660"/>
  </p:normalViewPr>
  <p:slideViewPr>
    <p:cSldViewPr>
      <p:cViewPr>
        <p:scale>
          <a:sx n="75" d="100"/>
          <a:sy n="75" d="100"/>
        </p:scale>
        <p:origin x="-2910" y="-8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2021-02-24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2021-02-24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2021-02-24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2021-02-24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err="1" smtClean="0"/>
              <a:t>리액트</a:t>
            </a:r>
            <a:r>
              <a:rPr lang="ko-KR" altLang="en-US" b="1" dirty="0" smtClean="0"/>
              <a:t> </a:t>
            </a:r>
            <a:r>
              <a:rPr lang="ko-KR" altLang="en-US" b="1" dirty="0" smtClean="0"/>
              <a:t>자료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41798548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Administrator\Downloads\리액트 (21.02.24)\참고자료 - 자식에서 부모의 state를 변경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83" y="0"/>
            <a:ext cx="2900833" cy="6498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43922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Administrator\Downloads\리액트 (21.02.24)\참고자료 - 자식에서 부모의 state를 변경\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516216" cy="6332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50433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Administrator\Downloads\리액트 (21.02.24)\참고자료 - 자식에서 부모의 state를 변경\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" y="0"/>
            <a:ext cx="5002230" cy="6264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50433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Administrator\Downloads\리액트 (21.02.24)\참고자료 - 자식에서 부모의 state를 변경\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7668344" cy="6186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5043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Administrator\Downloads\리액트 (21.02.24)\참고자료 - 자식에서 부모의 state를 변경\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5028"/>
            <a:ext cx="8172400" cy="6432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58560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Administrator\Downloads\리액트 (21.02.24)\참고자료 - 자식에서 부모의 state를 변경\6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72" y="9252"/>
            <a:ext cx="8077820" cy="6296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5043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2522711"/>
          </a:xfrm>
        </p:spPr>
        <p:txBody>
          <a:bodyPr>
            <a:normAutofit/>
          </a:bodyPr>
          <a:lstStyle/>
          <a:p>
            <a:r>
              <a:rPr lang="ko-KR" altLang="en-US" sz="8800" b="1" dirty="0" smtClean="0"/>
              <a:t>끝</a:t>
            </a:r>
            <a:endParaRPr lang="ko-KR" altLang="en-US" sz="8800" b="1" dirty="0"/>
          </a:p>
        </p:txBody>
      </p:sp>
    </p:spTree>
    <p:extLst>
      <p:ext uri="{BB962C8B-B14F-4D97-AF65-F5344CB8AC3E}">
        <p14:creationId xmlns:p14="http://schemas.microsoft.com/office/powerpoint/2010/main" val="422534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</Words>
  <Application>Microsoft Office PowerPoint</Application>
  <PresentationFormat>화면 슬라이드 쇼(4:3)</PresentationFormat>
  <Paragraphs>2</Paragraphs>
  <Slides>8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9" baseType="lpstr">
      <vt:lpstr>Office 테마</vt:lpstr>
      <vt:lpstr>리액트 자료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Company>R&amp;D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리액트 맵 렌러딩</dc:title>
  <dc:creator>Microsoft Corporation</dc:creator>
  <cp:lastModifiedBy>Windows 사용자</cp:lastModifiedBy>
  <cp:revision>12</cp:revision>
  <dcterms:created xsi:type="dcterms:W3CDTF">2006-10-05T04:04:58Z</dcterms:created>
  <dcterms:modified xsi:type="dcterms:W3CDTF">2021-02-24T10:46:55Z</dcterms:modified>
</cp:coreProperties>
</file>