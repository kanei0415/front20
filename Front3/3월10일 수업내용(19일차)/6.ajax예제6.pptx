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72" r:id="rId7"/>
    <p:sldId id="273" r:id="rId8"/>
    <p:sldId id="274" r:id="rId9"/>
    <p:sldId id="268" r:id="rId10"/>
    <p:sldId id="270" r:id="rId11"/>
    <p:sldId id="269" r:id="rId12"/>
    <p:sldId id="265" r:id="rId13"/>
    <p:sldId id="261" r:id="rId14"/>
    <p:sldId id="25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505291D-69CE-42F3-A5F2-A27F8482B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E645A27B-7C1D-4077-B958-F9964937B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3A7275D-F237-44F2-9C16-89F219C2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C6E1D82B-3A77-481F-B69D-A042B6FE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EC47C2C-DD10-4937-A7FF-8BAA4955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3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F57CDBA-55FA-4B03-854F-5817A54B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F4DF095-7E17-426B-9BDA-1C8286A1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521B6D8-6CA7-4DD0-80D5-3163AD5F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4441465-7E05-42D6-9DB9-2F7EA120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17D1B66-088B-4125-9C27-63D39C3C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41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1D9EC0E-5998-47B3-A7AC-3CE96DB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F1E842E-C1BC-4398-9B67-3C697D10A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0547307-ED21-414E-ADCE-77974AE4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58CBB64-10A6-4DD4-A4EE-5F3C5948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23D2B32-C4B7-4739-9548-7F3F60E0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26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29042F3-5BFE-4E88-9ABB-DFA8DBAD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87D44FF-0494-4435-A1B2-9498285FD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6C03423-2053-43DF-A98F-3C07086AC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3DDD3E1-6DCB-4B8D-818E-EF2D08CB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9C24E7E0-8D54-4AED-95CD-5A3C0AD9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9DC6864C-7C5B-426A-868B-FB935544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4B83BF-1974-4A72-937E-98637103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A242BFC9-CE49-4A43-85BB-51996FA68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8F639CB-FCAF-4B87-8BE0-52E84D2FF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7AA43F40-F722-46B4-94AE-5CF3BAD6C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55AE057-EB00-4525-849E-C792FF067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FDADD903-2209-4816-8514-0619E8C2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8D1F0105-7B75-458C-923D-1C36474D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286C8837-CA76-47BC-89C1-D470ED04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88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E1E4002-493F-4CE4-9E79-29D8F4FF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1A96C5C5-309F-4254-ABB2-E08A129B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1C949594-FE2B-4060-A380-CE516EFB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3F9B540F-D795-4791-8379-C9309484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F648E628-5B45-4764-A297-2C66AB7C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957E0510-6438-4C22-8394-1DF1CAE9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BE09A352-EAA3-49BF-AB2B-D4C906C7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39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C52F5F0-B2AC-47F7-8A64-3A3F2FAE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AFDE640-0179-4F80-8237-A5C393036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D3FE5C3-3D66-473F-A9B2-9889EFD82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73CD2A3-0FD9-4A57-956A-2EC5BCD0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13DBEDFA-F03C-48FE-8FFC-DE70FEA9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7FC16C0-A337-4E52-8805-D47FFE64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91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CBAD2FB-52B1-48B0-AAD5-A52891B7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A8DD9205-589E-4C51-9638-69B3C0FB2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D41570B6-2378-4CC8-9682-D49AA1D38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EEDE8B8-A993-4262-89A5-DE645C5A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42B878E-49C6-4F40-82A5-20C7AAF8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C90F-7497-4D5A-A460-082C3197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92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71D59F2-B971-409A-8D47-19B1BAC0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851425F8-3F19-42E4-9922-7C1157FFA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DBFBD19-1142-464D-9778-E503E32F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B53FF25-F74E-4409-B87E-6FBF0E15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ABE9A38-3D88-4BED-B678-B33E6468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0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EDAD033C-77F5-485E-9D70-11DC7195E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80E5C47-70A0-46F5-9982-6CEDF058A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9EE00F43-126D-40F6-BF86-CE7D2A91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DA83A771-E3CF-4702-A8CD-277D7235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91B1546-17F2-4F4F-9F23-EA35D229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9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DCB57A5-E1C1-43DA-8B64-482E3D14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2C1104D2-846A-45AE-9A92-38964ADD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0F141CC-8A85-4973-BAD2-0B7A8A04E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D2FD7-2F39-4E1D-9C66-3799638AC20C}" type="datetimeFigureOut">
              <a:rPr lang="ko-KR" altLang="en-US" smtClean="0"/>
              <a:t>2020-07-03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1365669-90BF-4EE1-AA77-DFF97B91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CA2CCB2-84BE-4CD5-804D-E78A05057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08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7524073-477B-4357-B202-B1CD42AFE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/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3985197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F3EC97F-91B7-44C2-9AC2-391367E6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6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391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F03A723C-76FD-40EA-B423-E851E559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69880" cy="52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2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4388807"/>
            <a:ext cx="120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데이터를 요청한 교차 도메인 서버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member.php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에서 함수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myFunc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())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실행합니다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91887" y="6858000"/>
            <a:ext cx="1081841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73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2921331" y="1977241"/>
            <a:ext cx="162691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2921331" y="2426524"/>
            <a:ext cx="281445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" y="4388807"/>
            <a:ext cx="12077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href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주소에서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err="1">
                <a:solidFill>
                  <a:srgbClr val="FF0000"/>
                </a:solidFill>
              </a:rPr>
              <a:t>j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sonp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타입을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전송받음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07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4388807"/>
            <a:ext cx="120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완료가 되면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myFnc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함수를 실행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778827" y="2770908"/>
            <a:ext cx="39188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2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5327130"/>
            <a:ext cx="120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요청이 완료되면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myFnc</a:t>
            </a:r>
            <a:r>
              <a:rPr lang="ko-KR" altLang="en-US" sz="2400" b="1" smtClean="0">
                <a:solidFill>
                  <a:srgbClr val="FF0000"/>
                </a:solidFill>
              </a:rPr>
              <a:t>함수를 이용하여 결과를 전달받음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778827" y="2770908"/>
            <a:ext cx="39188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01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2778827" y="2770908"/>
            <a:ext cx="39188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91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06E459D-A189-4C4B-9AD1-323D505A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95160" cy="4368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C69DF2-AA1B-44BA-8F00-4CC2112E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8795"/>
            <a:ext cx="11761260" cy="10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2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6021"/>
            <a:ext cx="11281558" cy="3233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27561" y="234496"/>
            <a:ext cx="10515600" cy="1325563"/>
          </a:xfrm>
        </p:spPr>
        <p:txBody>
          <a:bodyPr/>
          <a:lstStyle/>
          <a:p>
            <a:r>
              <a:rPr lang="en-US" altLang="ko-KR" b="1" dirty="0" err="1"/>
              <a:t>m</a:t>
            </a:r>
            <a:r>
              <a:rPr lang="en-US" altLang="ko-KR" b="1" dirty="0" err="1" smtClean="0"/>
              <a:t>ember.php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2149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/>
              <a:t>jsonp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i="1" dirty="0"/>
              <a:t>JSONP</a:t>
            </a:r>
            <a:r>
              <a:rPr lang="ko-KR" altLang="en-US" b="1" dirty="0"/>
              <a:t>는 </a:t>
            </a:r>
            <a:r>
              <a:rPr lang="en-US" altLang="ko-KR" b="1" i="1" dirty="0" err="1"/>
              <a:t>json</a:t>
            </a:r>
            <a:r>
              <a:rPr lang="en-US" altLang="ko-KR" b="1" dirty="0"/>
              <a:t> with padding</a:t>
            </a:r>
            <a:r>
              <a:rPr lang="ko-KR" altLang="en-US" b="1" dirty="0"/>
              <a:t>의 약자이다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다른 도메인으로부터 데이터를 가져오기 위해 사용하는 방법입니다</a:t>
            </a:r>
            <a:r>
              <a:rPr lang="en-US" altLang="ko-KR" b="1" dirty="0"/>
              <a:t>.</a:t>
            </a:r>
            <a:r>
              <a:rPr lang="en-US" altLang="ko-KR" b="1" dirty="0" smtClean="0"/>
              <a:t> </a:t>
            </a:r>
          </a:p>
          <a:p>
            <a:endParaRPr lang="en-US" altLang="ko-KR" b="1" dirty="0"/>
          </a:p>
          <a:p>
            <a:r>
              <a:rPr lang="en-US" altLang="ko-KR" b="1" dirty="0"/>
              <a:t>SOP </a:t>
            </a:r>
            <a:r>
              <a:rPr lang="ko-KR" altLang="en-US" b="1" dirty="0"/>
              <a:t>정책으로 인해 생기는 이슈를 </a:t>
            </a:r>
            <a:r>
              <a:rPr lang="en-US" altLang="ko-KR" b="1" dirty="0"/>
              <a:t>Cross-domain issue</a:t>
            </a:r>
            <a:r>
              <a:rPr lang="ko-KR" altLang="en-US" b="1" dirty="0"/>
              <a:t>라고 하는데 </a:t>
            </a:r>
            <a:r>
              <a:rPr lang="en-US" altLang="ko-KR" b="1" dirty="0"/>
              <a:t>JSONP</a:t>
            </a:r>
            <a:r>
              <a:rPr lang="ko-KR" altLang="en-US" b="1" dirty="0"/>
              <a:t>는 이 이슈를 우회해서 데이터 공유를 가능하게 하였습니다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3737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165FDC04-F69C-4651-BA23-64909DFAA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75"/>
            <a:ext cx="10043160" cy="38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44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2312A225-E1F2-4F50-9A81-77DBFF3F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13116" cy="283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8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7524073-477B-4357-B202-B1CD42AFE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19008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69746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75</Words>
  <Application>Microsoft Office PowerPoint</Application>
  <PresentationFormat>사용자 지정</PresentationFormat>
  <Paragraphs>15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ajax 예제</vt:lpstr>
      <vt:lpstr>예제6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member.php</vt:lpstr>
      <vt:lpstr>jsonp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 예제</dc:title>
  <dc:creator>s</dc:creator>
  <cp:lastModifiedBy>hb</cp:lastModifiedBy>
  <cp:revision>15</cp:revision>
  <dcterms:created xsi:type="dcterms:W3CDTF">2020-05-06T06:58:07Z</dcterms:created>
  <dcterms:modified xsi:type="dcterms:W3CDTF">2020-07-03T08:06:05Z</dcterms:modified>
</cp:coreProperties>
</file>