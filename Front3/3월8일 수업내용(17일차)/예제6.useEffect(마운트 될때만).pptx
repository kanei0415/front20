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1" r:id="rId8"/>
    <p:sldId id="262" r:id="rId9"/>
    <p:sldId id="258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23)\강의자료\강의자료 - 리액트 hook\예제5 - useEffect (마운트 될때만)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" y="0"/>
            <a:ext cx="8538081" cy="141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969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0.08.23)\강의자료\강의자료 - 리액트 hook\예제5 - useEffect (마운트 될때만)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28" y="-8881"/>
            <a:ext cx="7032600" cy="581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67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5 - useEffect (마운트 될때만)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776" y="0"/>
            <a:ext cx="8044160" cy="525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115616" y="2627267"/>
            <a:ext cx="5832648" cy="252992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1475656" y="5013176"/>
            <a:ext cx="50405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82080" y="5439200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처음 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mount </a:t>
            </a:r>
            <a:r>
              <a:rPr lang="ko-KR" altLang="en-US" sz="2800" b="1" dirty="0" err="1" smtClean="0">
                <a:solidFill>
                  <a:srgbClr val="FF0000"/>
                </a:solidFill>
              </a:rPr>
              <a:t>되었을때만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실행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675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0.08.23)\강의자료\강의자료 - 리액트 hook\예제5 - useEffect (마운트 될때만)\2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76" y="0"/>
            <a:ext cx="8219132" cy="4064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675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istrator\Downloads\리액트 (20.08.23)\강의자료\강의자료 - 리액트 hook\예제5 - useEffect (마운트 될때만)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140"/>
            <a:ext cx="8244408" cy="595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8675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hb\Downloads\리액트 (20.08.23)\강의자료\강의자료 - 리액트 hook\예제5 - useEffect (마운트 될때만)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4" y="-1"/>
            <a:ext cx="9135616" cy="344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34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3)\강의자료\강의자료 - 리액트 hook\예제5 - useEffect (마운트 될때만)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4"/>
            <a:ext cx="9143999" cy="222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79512" y="2420888"/>
            <a:ext cx="82089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 smtClean="0">
                <a:solidFill>
                  <a:srgbClr val="FF0000"/>
                </a:solidFill>
              </a:rPr>
              <a:t>값이 바뀌어도 </a:t>
            </a:r>
            <a:r>
              <a:rPr lang="en-US" altLang="ko-KR" sz="3200" b="1" dirty="0" err="1" smtClean="0">
                <a:solidFill>
                  <a:srgbClr val="FF0000"/>
                </a:solidFill>
              </a:rPr>
              <a:t>useEffect</a:t>
            </a:r>
            <a:r>
              <a:rPr lang="en-US" altLang="ko-KR" sz="32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3200" b="1" dirty="0" smtClean="0">
                <a:solidFill>
                  <a:srgbClr val="FF0000"/>
                </a:solidFill>
              </a:rPr>
              <a:t>호출이 안됨</a:t>
            </a:r>
            <a:endParaRPr lang="en-US" altLang="ko-KR" sz="32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34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</Words>
  <Application>Microsoft Office PowerPoint</Application>
  <PresentationFormat>화면 슬라이드 쇼(4:3)</PresentationFormat>
  <Paragraphs>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리액트 hooks 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Windows 사용자</cp:lastModifiedBy>
  <cp:revision>10</cp:revision>
  <dcterms:created xsi:type="dcterms:W3CDTF">2006-10-05T04:04:58Z</dcterms:created>
  <dcterms:modified xsi:type="dcterms:W3CDTF">2021-03-04T09:49:53Z</dcterms:modified>
</cp:coreProperties>
</file>