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 b="1" dirty="0" err="1" smtClean="0"/>
              <a:t>리액트</a:t>
            </a:r>
            <a:r>
              <a:rPr lang="ko-KR" altLang="en-US" sz="5400" b="1" dirty="0" smtClean="0"/>
              <a:t> 훅</a:t>
            </a:r>
            <a:endParaRPr lang="ko-KR" altLang="en-US" sz="54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/>
              <a:t>React </a:t>
            </a:r>
            <a:r>
              <a:rPr lang="en-US" altLang="ko-KR" sz="4000" b="1" dirty="0" smtClean="0"/>
              <a:t>Hooks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58916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185392" y="5957205"/>
            <a:ext cx="70567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/>
              <a:t>상태와 생명주기를 관리하는 </a:t>
            </a:r>
            <a:r>
              <a:rPr lang="ko-KR" altLang="en-US" sz="2800" b="1" dirty="0" smtClean="0"/>
              <a:t>새로운 방법</a:t>
            </a:r>
            <a:endParaRPr lang="ko-KR" altLang="en-US" sz="2800" b="1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827584" y="364502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5400" b="1" dirty="0" err="1" smtClean="0"/>
              <a:t>리액트</a:t>
            </a:r>
            <a:r>
              <a:rPr lang="ko-KR" altLang="en-US" sz="5400" b="1" dirty="0" smtClean="0"/>
              <a:t> 훅이란</a:t>
            </a:r>
            <a:r>
              <a:rPr lang="en-US" altLang="ko-KR" sz="5400" b="1" dirty="0" smtClean="0"/>
              <a:t>?</a:t>
            </a:r>
            <a:endParaRPr lang="ko-KR" altLang="en-US" sz="5400" b="1" dirty="0"/>
          </a:p>
        </p:txBody>
      </p:sp>
      <p:pic>
        <p:nvPicPr>
          <p:cNvPr id="1026" name="Picture 2" descr="ReactHook] 리액트 내장훅 사용하기 (useContext, useRef, useMemo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028" y="116632"/>
            <a:ext cx="4104456" cy="325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720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03920" y="529104"/>
            <a:ext cx="806489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b="1" dirty="0" smtClean="0"/>
              <a:t>상태관리와 생명주기에 대한</a:t>
            </a:r>
            <a:endParaRPr lang="en-US" altLang="ko-KR" sz="3200" b="1" dirty="0" smtClean="0"/>
          </a:p>
          <a:p>
            <a:endParaRPr lang="en-US" altLang="ko-KR" sz="3200" b="1" dirty="0"/>
          </a:p>
          <a:p>
            <a:r>
              <a:rPr lang="ko-KR" altLang="en-US" sz="3200" b="1" dirty="0" smtClean="0"/>
              <a:t>사용이 더 편리해짐</a:t>
            </a:r>
            <a:endParaRPr lang="ko-KR" altLang="en-US" sz="3200" b="1" dirty="0"/>
          </a:p>
        </p:txBody>
      </p:sp>
      <p:sp>
        <p:nvSpPr>
          <p:cNvPr id="3" name="직사각형 2"/>
          <p:cNvSpPr/>
          <p:nvPr/>
        </p:nvSpPr>
        <p:spPr>
          <a:xfrm>
            <a:off x="403920" y="3797424"/>
            <a:ext cx="806489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b="1" dirty="0"/>
              <a:t>함수형 컴포넌트에서 </a:t>
            </a:r>
            <a:r>
              <a:rPr lang="ko-KR" altLang="en-US" sz="3200" b="1" dirty="0" smtClean="0"/>
              <a:t>못하던 </a:t>
            </a:r>
            <a:r>
              <a:rPr lang="ko-KR" altLang="en-US" sz="3200" b="1" dirty="0" err="1" smtClean="0"/>
              <a:t>상태값</a:t>
            </a:r>
            <a:r>
              <a:rPr lang="ko-KR" altLang="en-US" sz="3200" b="1" dirty="0" smtClean="0"/>
              <a:t> 관리</a:t>
            </a:r>
            <a:endParaRPr lang="en-US" altLang="ko-KR" sz="3200" b="1" dirty="0"/>
          </a:p>
          <a:p>
            <a:endParaRPr lang="en-US" altLang="ko-KR" sz="3200" b="1" dirty="0" smtClean="0"/>
          </a:p>
          <a:p>
            <a:r>
              <a:rPr lang="ko-KR" altLang="en-US" sz="3200" b="1" dirty="0" smtClean="0"/>
              <a:t>컴포넌트의 </a:t>
            </a:r>
            <a:r>
              <a:rPr lang="ko-KR" altLang="en-US" sz="3200" b="1" dirty="0"/>
              <a:t>생명 주기 함수를 </a:t>
            </a:r>
            <a:r>
              <a:rPr lang="ko-KR" altLang="en-US" sz="3200" b="1" dirty="0" smtClean="0"/>
              <a:t>이용 가능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151643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988840"/>
            <a:ext cx="51125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4151643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</Words>
  <Application>Microsoft Office PowerPoint</Application>
  <PresentationFormat>화면 슬라이드 쇼(4:3)</PresentationFormat>
  <Paragraphs>11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리액트 훅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훅</dc:title>
  <dc:creator>Microsoft Corporation</dc:creator>
  <cp:lastModifiedBy>Windows 사용자</cp:lastModifiedBy>
  <cp:revision>7</cp:revision>
  <dcterms:created xsi:type="dcterms:W3CDTF">2006-10-05T04:04:58Z</dcterms:created>
  <dcterms:modified xsi:type="dcterms:W3CDTF">2021-03-04T09:52:51Z</dcterms:modified>
</cp:coreProperties>
</file>