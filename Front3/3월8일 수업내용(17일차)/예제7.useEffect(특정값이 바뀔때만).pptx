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61" r:id="rId8"/>
    <p:sldId id="262" r:id="rId9"/>
    <p:sldId id="263" r:id="rId10"/>
    <p:sldId id="264" r:id="rId11"/>
    <p:sldId id="25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23)\강의자료\강의자료 - 리액트 hook\예제6 - useEffect (특정값이 바뀔때만)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142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27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23)\강의자료\강의자료 - 리액트 hook\예제6 - useEffect (특정값이 바뀔때만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6645944" cy="545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27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6 - useEffect (특정값이 바뀔때만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8028384" cy="528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331640" y="2634860"/>
            <a:ext cx="5832648" cy="252992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1691680" y="5020769"/>
            <a:ext cx="79208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104" y="5446793"/>
            <a:ext cx="565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name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값이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바뀌었을때만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실행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7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23)\강의자료\강의자료 - 리액트 hook\예제6 - useEffect (특정값이 바뀔때만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3" y="0"/>
            <a:ext cx="7173095" cy="364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27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ownloads\리액트 (20.08.23)\강의자료\강의자료 - 리액트 hook\예제6 - useEffect (특정값이 바뀔때만)\3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392" cy="585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52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6 - useEffect (특정값이 바뀔때만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76256" cy="233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920"/>
            <a:ext cx="6876256" cy="281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5877272"/>
            <a:ext cx="6768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 smtClean="0">
                <a:solidFill>
                  <a:srgbClr val="FF0000"/>
                </a:solidFill>
              </a:rPr>
              <a:t>리액트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훅이 훨씬 쉽게 사용 가능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484784"/>
            <a:ext cx="817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일반 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리액트는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props, state…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prevProps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,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prevState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…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0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6 - useEffect (특정값이 바뀔때만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316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50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(20.08.23)\강의자료\강의자료 - 리액트 hook\예제6 - useEffect (특정값이 바뀔때만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3501008"/>
            <a:ext cx="6840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solidFill>
                  <a:srgbClr val="FF0000"/>
                </a:solidFill>
              </a:rPr>
              <a:t>name</a:t>
            </a:r>
            <a:r>
              <a:rPr lang="ko-KR" altLang="en-US" sz="4000" b="1" dirty="0" smtClean="0">
                <a:solidFill>
                  <a:srgbClr val="FF0000"/>
                </a:solidFill>
              </a:rPr>
              <a:t>값이 </a:t>
            </a:r>
            <a:r>
              <a:rPr lang="ko-KR" altLang="en-US" sz="4000" b="1" dirty="0" err="1" smtClean="0">
                <a:solidFill>
                  <a:srgbClr val="FF0000"/>
                </a:solidFill>
              </a:rPr>
              <a:t>바뀔때만</a:t>
            </a:r>
            <a:endParaRPr lang="en-US" altLang="ko-KR" sz="4000" b="1" dirty="0" smtClean="0">
              <a:solidFill>
                <a:srgbClr val="FF0000"/>
              </a:solidFill>
            </a:endParaRPr>
          </a:p>
          <a:p>
            <a:endParaRPr lang="en-US" altLang="ko-KR" sz="4000" b="1" dirty="0">
              <a:solidFill>
                <a:srgbClr val="FF0000"/>
              </a:solidFill>
            </a:endParaRPr>
          </a:p>
          <a:p>
            <a:r>
              <a:rPr lang="en-US" altLang="ko-KR" sz="4000" b="1" dirty="0" err="1" smtClean="0">
                <a:solidFill>
                  <a:srgbClr val="FF0000"/>
                </a:solidFill>
              </a:rPr>
              <a:t>useEffect</a:t>
            </a:r>
            <a:r>
              <a:rPr lang="en-US" altLang="ko-KR" sz="4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4000" b="1" dirty="0" smtClean="0">
                <a:solidFill>
                  <a:srgbClr val="FF0000"/>
                </a:solidFill>
              </a:rPr>
              <a:t>함수가 호출이 됨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72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726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</Words>
  <Application>Microsoft Office PowerPoint</Application>
  <PresentationFormat>화면 슬라이드 쇼(4:3)</PresentationFormat>
  <Paragraphs>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리액트 hooks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12</cp:revision>
  <dcterms:created xsi:type="dcterms:W3CDTF">2006-10-05T04:04:58Z</dcterms:created>
  <dcterms:modified xsi:type="dcterms:W3CDTF">2021-03-04T09:51:25Z</dcterms:modified>
</cp:coreProperties>
</file>