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9" r:id="rId6"/>
    <p:sldId id="270" r:id="rId7"/>
    <p:sldId id="267" r:id="rId8"/>
    <p:sldId id="271" r:id="rId9"/>
    <p:sldId id="261" r:id="rId10"/>
    <p:sldId id="262" r:id="rId11"/>
    <p:sldId id="258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hooks </a:t>
            </a:r>
            <a:r>
              <a:rPr lang="ko-KR" altLang="en-US" b="1" dirty="0" smtClean="0"/>
              <a:t>자료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81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ownloads\리액트 (20.08.23)\강의자료\강의자료 - 리액트 hook\예제4 - Info (이름, 닉네임)\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7988743" cy="13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91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Downloads\리액트 (20.08.23)\강의자료\강의자료 - 리액트 hook\예제4 - Info (이름, 닉네임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220"/>
            <a:ext cx="6804248" cy="5582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911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istrator\Downloads\리액트 (20.08.23)\강의자료\강의자료 - 리액트 hook\예제4 - Info (이름, 닉네임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172400" cy="6189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211960" y="1700808"/>
            <a:ext cx="2842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0000"/>
                </a:solidFill>
              </a:rPr>
              <a:t>변수와 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set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함수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403648" y="2162473"/>
            <a:ext cx="6768752" cy="93239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911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istrator\Downloads\리액트 (20.08.23)\강의자료\강의자료 - 리액트 hook\예제4 - Info (이름, 닉네임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172400" cy="6189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1403648" y="3284984"/>
            <a:ext cx="4176464" cy="115212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661124" y="3284984"/>
            <a:ext cx="3482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이벤트가 발생한 곳 의 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>
                <a:solidFill>
                  <a:srgbClr val="FF0000"/>
                </a:solidFill>
              </a:rPr>
              <a:t>v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alue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로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 smtClean="0">
                <a:solidFill>
                  <a:srgbClr val="FF0000"/>
                </a:solidFill>
              </a:rPr>
              <a:t>name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값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셋팅</a:t>
            </a:r>
            <a:endParaRPr lang="en-US" altLang="ko-KR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561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istrator\Downloads\리액트 (20.08.23)\강의자료\강의자료 - 리액트 hook\예제4 - Info (이름, 닉네임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172400" cy="6189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1403648" y="4725144"/>
            <a:ext cx="4752528" cy="115212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436096" y="3524815"/>
            <a:ext cx="3482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이벤트가 발생한 곳 의 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>
                <a:solidFill>
                  <a:srgbClr val="FF0000"/>
                </a:solidFill>
              </a:rPr>
              <a:t>v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alue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로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 smtClean="0">
                <a:solidFill>
                  <a:srgbClr val="FF0000"/>
                </a:solidFill>
              </a:rPr>
              <a:t>Nickname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값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셋팅</a:t>
            </a:r>
            <a:endParaRPr lang="en-US" altLang="ko-KR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893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istrator\Downloads\리액트 (20.08.23)\강의자료\강의자료 - 리액트 hook\예제4 - Info (이름, 닉네임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16416" cy="6068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183980" y="530712"/>
            <a:ext cx="3150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변화하면 함수 호출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67744" y="1556792"/>
            <a:ext cx="6696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값은 처음에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둘다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‘’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이지만 값을 입력하면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value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가 바뀜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95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istrator\Downloads\리액트 (20.08.23)\강의자료\강의자료 - 리액트 hook\예제4 - Info (이름, 닉네임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16416" cy="6068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67744" y="1556792"/>
            <a:ext cx="6696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왜냐하면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onChange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~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함수를 호출하면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ko-KR" altLang="en-US" sz="2000" b="1" dirty="0" err="1" smtClean="0">
                <a:solidFill>
                  <a:srgbClr val="FF0000"/>
                </a:solidFill>
              </a:rPr>
              <a:t>타겟의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value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로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name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과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nickname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값을 바꾸므로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05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0.08.23)\강의자료\강의자료 - 리액트 hook\예제4 - Info (이름, 닉네임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4" y="8384"/>
            <a:ext cx="8159576" cy="4652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755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(20.08.23)\강의자료\강의자료 - 리액트 hook\예제4 - Info (이름, 닉네임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115300" cy="3973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755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82751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367338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51</Words>
  <Application>Microsoft Office PowerPoint</Application>
  <PresentationFormat>화면 슬라이드 쇼(4:3)</PresentationFormat>
  <Paragraphs>13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리액트 hooks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Microsoft Corporation</dc:creator>
  <cp:lastModifiedBy>Windows 사용자</cp:lastModifiedBy>
  <cp:revision>8</cp:revision>
  <dcterms:created xsi:type="dcterms:W3CDTF">2006-10-05T04:04:58Z</dcterms:created>
  <dcterms:modified xsi:type="dcterms:W3CDTF">2021-03-04T09:47:59Z</dcterms:modified>
</cp:coreProperties>
</file>