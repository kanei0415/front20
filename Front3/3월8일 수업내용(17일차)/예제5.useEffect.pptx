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71" r:id="rId4"/>
    <p:sldId id="264" r:id="rId5"/>
    <p:sldId id="265" r:id="rId6"/>
    <p:sldId id="266" r:id="rId7"/>
    <p:sldId id="267" r:id="rId8"/>
    <p:sldId id="268" r:id="rId9"/>
    <p:sldId id="262" r:id="rId10"/>
    <p:sldId id="263" r:id="rId11"/>
    <p:sldId id="258" r:id="rId1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7" d="100"/>
          <a:sy n="107" d="100"/>
        </p:scale>
        <p:origin x="-84" y="-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err="1" smtClean="0"/>
              <a:t>리액트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hooks </a:t>
            </a:r>
            <a:r>
              <a:rPr lang="ko-KR" altLang="en-US" b="1" dirty="0" smtClean="0"/>
              <a:t>자료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040814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800" b="1" dirty="0" err="1" smtClean="0"/>
              <a:t>useEffect</a:t>
            </a:r>
            <a:endParaRPr lang="ko-KR" altLang="en-US" sz="4800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3600" b="1" dirty="0" err="1"/>
              <a:t>useEffect</a:t>
            </a:r>
            <a:r>
              <a:rPr lang="en-US" altLang="ko-KR" sz="3600" b="1" dirty="0"/>
              <a:t> </a:t>
            </a:r>
            <a:r>
              <a:rPr lang="ko-KR" altLang="en-US" sz="3600" b="1" dirty="0"/>
              <a:t>는 </a:t>
            </a:r>
            <a:endParaRPr lang="en-US" altLang="ko-KR" sz="3600" b="1" dirty="0" smtClean="0"/>
          </a:p>
          <a:p>
            <a:pPr marL="0" indent="0">
              <a:buNone/>
            </a:pPr>
            <a:r>
              <a:rPr lang="ko-KR" altLang="en-US" sz="3600" b="1" dirty="0" err="1" smtClean="0"/>
              <a:t>리액트</a:t>
            </a:r>
            <a:r>
              <a:rPr lang="ko-KR" altLang="en-US" sz="3600" b="1" dirty="0" smtClean="0"/>
              <a:t> </a:t>
            </a:r>
            <a:r>
              <a:rPr lang="ko-KR" altLang="en-US" sz="3600" b="1" dirty="0"/>
              <a:t>컴포넌트가 </a:t>
            </a:r>
            <a:r>
              <a:rPr lang="ko-KR" altLang="en-US" sz="3600" b="1" dirty="0" err="1"/>
              <a:t>렌더링</a:t>
            </a:r>
            <a:r>
              <a:rPr lang="ko-KR" altLang="en-US" sz="3600" b="1" dirty="0"/>
              <a:t> 될 때마다 </a:t>
            </a:r>
          </a:p>
          <a:p>
            <a:endParaRPr lang="ko-KR" altLang="en-US" sz="3600" b="1" dirty="0"/>
          </a:p>
          <a:p>
            <a:r>
              <a:rPr lang="ko-KR" altLang="en-US" sz="3600" b="1" dirty="0"/>
              <a:t>특정 작업을 수행하도록 설정 </a:t>
            </a:r>
          </a:p>
        </p:txBody>
      </p:sp>
    </p:spTree>
    <p:extLst>
      <p:ext uri="{BB962C8B-B14F-4D97-AF65-F5344CB8AC3E}">
        <p14:creationId xmlns:p14="http://schemas.microsoft.com/office/powerpoint/2010/main" val="4188019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/>
              <a:t>useEffect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3600" b="1" dirty="0" err="1"/>
              <a:t>componentDidMount</a:t>
            </a:r>
            <a:r>
              <a:rPr lang="en-US" altLang="ko-KR" sz="3600" b="1" dirty="0"/>
              <a:t> </a:t>
            </a:r>
            <a:r>
              <a:rPr lang="ko-KR" altLang="en-US" sz="3600" b="1" dirty="0"/>
              <a:t>와 </a:t>
            </a:r>
            <a:endParaRPr lang="en-US" altLang="ko-KR" sz="3600" b="1" dirty="0" smtClean="0"/>
          </a:p>
          <a:p>
            <a:endParaRPr lang="en-US" altLang="ko-KR" sz="3600" b="1" dirty="0" smtClean="0"/>
          </a:p>
          <a:p>
            <a:r>
              <a:rPr lang="en-US" altLang="ko-KR" sz="3600" b="1" dirty="0" err="1" smtClean="0"/>
              <a:t>componentDidUpdate</a:t>
            </a:r>
            <a:r>
              <a:rPr lang="en-US" altLang="ko-KR" sz="3600" b="1" dirty="0" smtClean="0"/>
              <a:t> </a:t>
            </a:r>
            <a:r>
              <a:rPr lang="ko-KR" altLang="en-US" sz="3600" b="1" dirty="0"/>
              <a:t>를 합친 형태</a:t>
            </a:r>
          </a:p>
        </p:txBody>
      </p:sp>
    </p:spTree>
    <p:extLst>
      <p:ext uri="{BB962C8B-B14F-4D97-AF65-F5344CB8AC3E}">
        <p14:creationId xmlns:p14="http://schemas.microsoft.com/office/powerpoint/2010/main" val="3654018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dministrator\Downloads\리액트 (20.08.23)\강의자료\강의자료 - 리액트 hook\예제5 - useEffect\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562632" cy="1340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7569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Administrator\Downloads\리액트 (20.08.23)\강의자료\강의자료 - 리액트 hook\예제5 - useEffect\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7452320" cy="6118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9459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Administrator\Downloads\리액트 (20.08.23)\강의자료\강의자료 - 리액트 hook\예제5 - useEffect\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88" y="9525"/>
            <a:ext cx="8159711" cy="5384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1259632" y="2701929"/>
            <a:ext cx="5904656" cy="2023215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1763688" y="4790339"/>
            <a:ext cx="41764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rgbClr val="FF0000"/>
                </a:solidFill>
              </a:rPr>
              <a:t>state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값이 바뀌면 호출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9459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Administrator\Downloads\리액트 (20.08.23)\강의자료\강의자료 - 리액트 hook\예제5 - useEffect\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532440" cy="4184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9459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Administrator\Downloads\리액트 (20.08.23)\강의자료\강의자료 - 리액트 hook\예제5 - useEffect\3-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9" y="-1"/>
            <a:ext cx="7925657" cy="5777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9459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hb\Downloads\리액트 (20.08.23)\강의자료\강의자료 - 리액트 hook\예제5 - useEffect\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9840"/>
            <a:ext cx="8532440" cy="3221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1804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hb\Downloads\리액트 (20.08.23)\강의자료\강의자료 - 리액트 hook\예제5 - useEffect\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227" y="0"/>
            <a:ext cx="9168227" cy="4241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39406" y="4365104"/>
            <a:ext cx="57727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 err="1" smtClean="0">
                <a:solidFill>
                  <a:srgbClr val="FF0000"/>
                </a:solidFill>
              </a:rPr>
              <a:t>마운트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 되고</a:t>
            </a:r>
            <a:endParaRPr lang="en-US" altLang="ko-KR" sz="2800" b="1" dirty="0" smtClean="0">
              <a:solidFill>
                <a:srgbClr val="FF0000"/>
              </a:solidFill>
            </a:endParaRPr>
          </a:p>
          <a:p>
            <a:r>
              <a:rPr lang="ko-KR" altLang="en-US" sz="2800" b="1" dirty="0" smtClean="0">
                <a:solidFill>
                  <a:srgbClr val="FF0000"/>
                </a:solidFill>
              </a:rPr>
              <a:t>업데이트가 완료되면 호출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1804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882751"/>
          </a:xfrm>
        </p:spPr>
        <p:txBody>
          <a:bodyPr>
            <a:normAutofit/>
          </a:bodyPr>
          <a:lstStyle/>
          <a:p>
            <a:r>
              <a:rPr lang="ko-KR" altLang="en-US" sz="8800" b="1" dirty="0" smtClean="0"/>
              <a:t>끝</a:t>
            </a:r>
            <a:endParaRPr lang="ko-KR" altLang="en-US" sz="8800" b="1" dirty="0"/>
          </a:p>
        </p:txBody>
      </p:sp>
    </p:spTree>
    <p:extLst>
      <p:ext uri="{BB962C8B-B14F-4D97-AF65-F5344CB8AC3E}">
        <p14:creationId xmlns:p14="http://schemas.microsoft.com/office/powerpoint/2010/main" val="3673387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32</Words>
  <Application>Microsoft Office PowerPoint</Application>
  <PresentationFormat>화면 슬라이드 쇼(4:3)</PresentationFormat>
  <Paragraphs>14</Paragraphs>
  <Slides>11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2" baseType="lpstr">
      <vt:lpstr>Office 테마</vt:lpstr>
      <vt:lpstr>리액트 hooks 자료</vt:lpstr>
      <vt:lpstr>useEffect</vt:lpstr>
      <vt:lpstr>useEffect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자료</dc:title>
  <dc:creator>Microsoft Corporation</dc:creator>
  <cp:lastModifiedBy>hb</cp:lastModifiedBy>
  <cp:revision>12</cp:revision>
  <dcterms:created xsi:type="dcterms:W3CDTF">2006-10-05T04:04:58Z</dcterms:created>
  <dcterms:modified xsi:type="dcterms:W3CDTF">2021-03-07T16:15:18Z</dcterms:modified>
</cp:coreProperties>
</file>