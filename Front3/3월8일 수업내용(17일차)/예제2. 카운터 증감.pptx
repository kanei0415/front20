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en-US" altLang="ko-KR" b="1" dirty="0"/>
              <a:t> </a:t>
            </a:r>
            <a:r>
              <a:rPr lang="en-US" altLang="ko-KR" b="1" dirty="0" smtClean="0"/>
              <a:t>hooks</a:t>
            </a:r>
            <a:r>
              <a:rPr lang="ko-KR" altLang="en-US" b="1" dirty="0" smtClean="0"/>
              <a:t> </a:t>
            </a:r>
            <a:r>
              <a:rPr lang="ko-KR" altLang="en-US" b="1" dirty="0" smtClean="0"/>
              <a:t>자료</a:t>
            </a:r>
            <a:endParaRPr lang="ko-KR" altLang="en-US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81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(20.08.23)\강의자료\강의자료 - 리액트 hook\예제2 - userState 카운터 (증감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308304" cy="585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3387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(20.08.23)\강의자료\강의자료 - 리액트 hook\예제2 - userState 카운터 (증감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342" y="0"/>
            <a:ext cx="8052725" cy="533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195736" y="3933056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 smtClean="0">
                <a:solidFill>
                  <a:srgbClr val="FF0000"/>
                </a:solidFill>
              </a:rPr>
              <a:t>애로우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함수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95736" y="2034789"/>
            <a:ext cx="3096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value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와 </a:t>
            </a:r>
            <a:r>
              <a:rPr lang="en-US" altLang="ko-KR" sz="2000" b="1" dirty="0" err="1" smtClean="0">
                <a:solidFill>
                  <a:srgbClr val="FF0000"/>
                </a:solidFill>
              </a:rPr>
              <a:t>setValue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함수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기본값은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0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으로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1187624" y="2001034"/>
            <a:ext cx="4392488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83968" y="4077072"/>
            <a:ext cx="3096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v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alue+1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로 값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세팅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en-US" altLang="ko-KR" sz="2000" b="1" dirty="0">
                <a:solidFill>
                  <a:srgbClr val="FF0000"/>
                </a:solidFill>
              </a:rPr>
              <a:t>v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alue-1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로 값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세팅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88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ownloads\리액트 (20.08.23)\강의자료\강의자료 - 리액트 hook\예제2 - userState 카운터 (증감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028384" cy="4037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885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0.08.23)\강의자료\강의자료 - 리액트 hook\예제2 - userState 카운터 (증감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316416" cy="465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885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0.08.23)\강의자료\강의자료 - 리액트 hook\예제2 - userState 카운터 (증감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40" y="0"/>
            <a:ext cx="8247248" cy="462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885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8275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367338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</Words>
  <Application>Microsoft Office PowerPoint</Application>
  <PresentationFormat>화면 슬라이드 쇼(4:3)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리액트 hooks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Windows 사용자</cp:lastModifiedBy>
  <cp:revision>7</cp:revision>
  <dcterms:created xsi:type="dcterms:W3CDTF">2006-10-05T04:04:58Z</dcterms:created>
  <dcterms:modified xsi:type="dcterms:W3CDTF">2021-03-04T09:45:59Z</dcterms:modified>
</cp:coreProperties>
</file>