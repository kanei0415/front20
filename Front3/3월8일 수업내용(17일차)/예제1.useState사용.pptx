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57" r:id="rId5"/>
    <p:sldId id="259" r:id="rId6"/>
    <p:sldId id="266" r:id="rId7"/>
    <p:sldId id="260" r:id="rId8"/>
    <p:sldId id="261" r:id="rId9"/>
    <p:sldId id="25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10904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222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004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0.08.23)\강의자료\강의자료 - 리액트 hook\예제1 - useState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0"/>
            <a:ext cx="7308304" cy="670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3)\강의자료\강의자료 - 리액트 hook\예제1 - useState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621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11760" y="2492896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count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와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setCount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함수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기본값은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0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으로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3861048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count+1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c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ount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값을 설정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331640" y="2564904"/>
            <a:ext cx="49685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870162" y="3835152"/>
            <a:ext cx="579818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39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3)\강의자료\강의자료 - 리액트 hook\예제1 - useState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8344" cy="6217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11760" y="2634980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상태와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상태값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설정하는 함수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3861048"/>
            <a:ext cx="30963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count+1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endParaRPr lang="en-US" altLang="ko-KR" sz="2000" b="1" dirty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c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ount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값을 설정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331640" y="2564904"/>
            <a:ext cx="496855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870162" y="3835152"/>
            <a:ext cx="5798182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138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3)\강의자료\강의자료 - 리액트 hook\예제1 - useState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316416" cy="402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395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1 - useState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" y="-1"/>
            <a:ext cx="7949051" cy="445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39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28</Words>
  <Application>Microsoft Office PowerPoint</Application>
  <PresentationFormat>화면 슬라이드 쇼(4:3)</PresentationFormat>
  <Paragraphs>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리액트 hooks 자료</vt:lpstr>
      <vt:lpstr>리액트 hooks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12</cp:revision>
  <dcterms:created xsi:type="dcterms:W3CDTF">2006-10-05T04:04:58Z</dcterms:created>
  <dcterms:modified xsi:type="dcterms:W3CDTF">2021-03-04T09:47:08Z</dcterms:modified>
</cp:coreProperties>
</file>