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9" r:id="rId5"/>
    <p:sldId id="260" r:id="rId6"/>
    <p:sldId id="261" r:id="rId7"/>
    <p:sldId id="262" r:id="rId8"/>
    <p:sldId id="258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hooks</a:t>
            </a:r>
            <a:r>
              <a:rPr lang="ko-KR" altLang="en-US" b="1" dirty="0" smtClean="0"/>
              <a:t> </a:t>
            </a:r>
            <a:r>
              <a:rPr lang="ko-KR" altLang="en-US" b="1" dirty="0" smtClean="0"/>
              <a:t>자료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040814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istrator\Downloads\리액트 (20.08.23)\강의자료\강의자료 - 리액트 hook\예제3 - useState 카운터 (증감, 구조변경)\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8" y="36513"/>
            <a:ext cx="7584008" cy="1180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387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istrator\Downloads\리액트 (20.08.23)\강의자료\강의자료 - 리액트 hook\예제3 - useState 카운터 (증감, 구조변경)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164288" cy="4833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83568" y="5157192"/>
            <a:ext cx="4680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 smtClean="0">
                <a:solidFill>
                  <a:srgbClr val="FF0000"/>
                </a:solidFill>
              </a:rPr>
              <a:t>구조 변경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74704" y="2359910"/>
            <a:ext cx="3708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 smtClean="0">
                <a:solidFill>
                  <a:srgbClr val="FF0000"/>
                </a:solidFill>
              </a:rPr>
              <a:t>함수형 컴포넌트 </a:t>
            </a:r>
            <a:r>
              <a:rPr lang="en-US" altLang="ko-KR" sz="3600" b="1" dirty="0" smtClean="0">
                <a:solidFill>
                  <a:srgbClr val="FF0000"/>
                </a:solidFill>
              </a:rPr>
              <a:t>App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568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ministrator\Downloads\리액트 (20.08.23)\강의자료\강의자료 - 리액트 hook\예제3 - useState 카운터 (증감, 구조변경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716"/>
            <a:ext cx="8244408" cy="583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238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(20.08.23)\강의자료\강의자료 - 리액트 hook\예제3 - useState 카운터 (증감, 구조변경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884368" cy="3965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238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(20.08.23)\강의자료\강의자료 - 리액트 hook\예제3 - useState 카운터 (증감, 구조변경)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76"/>
            <a:ext cx="8460432" cy="4732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238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ownloads\리액트 (20.08.23)\강의자료\강의자료 - 리액트 hook\예제3 - useState 카운터 (증감, 구조변경)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460432" cy="4741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238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882751"/>
          </a:xfrm>
        </p:spPr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367338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</Words>
  <Application>Microsoft Office PowerPoint</Application>
  <PresentationFormat>화면 슬라이드 쇼(4:3)</PresentationFormat>
  <Paragraphs>4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리액트 hooks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Microsoft Corporation</dc:creator>
  <cp:lastModifiedBy>Windows 사용자</cp:lastModifiedBy>
  <cp:revision>8</cp:revision>
  <dcterms:created xsi:type="dcterms:W3CDTF">2006-10-05T04:04:58Z</dcterms:created>
  <dcterms:modified xsi:type="dcterms:W3CDTF">2021-03-04T09:47:39Z</dcterms:modified>
</cp:coreProperties>
</file>