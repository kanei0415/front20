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59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01200" cy="627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899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89123" cy="649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7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64008" cy="664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481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32223" cy="651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00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012115" cy="656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37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449408" cy="646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66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857" cy="6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58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14286" cy="6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114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3077" cy="670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74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</Words>
  <Application>Microsoft Office PowerPoint</Application>
  <PresentationFormat>와이드스크린</PresentationFormat>
  <Paragraphs>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jj</cp:lastModifiedBy>
  <cp:revision>13</cp:revision>
  <dcterms:created xsi:type="dcterms:W3CDTF">2020-07-14T07:30:35Z</dcterms:created>
  <dcterms:modified xsi:type="dcterms:W3CDTF">2020-08-22T04:45:05Z</dcterms:modified>
</cp:coreProperties>
</file>