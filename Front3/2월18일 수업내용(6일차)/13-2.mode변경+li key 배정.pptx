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85" r:id="rId5"/>
    <p:sldId id="286" r:id="rId6"/>
    <p:sldId id="287" r:id="rId7"/>
    <p:sldId id="288" r:id="rId8"/>
    <p:sldId id="25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2020-08-21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14)\참고자료 - 생활코딩\예제13 - 이벤트에서 state 변경하기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96649" cy="632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899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4)\참고자료 - 생활코딩\예제13 - 이벤트에서 state 변경하기\1.안되는 코드 (바인딩이 제대로 안됨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4629" cy="635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0.08.21)\강의자료\강의자료 - 생활코딩\예제13-2 - Subject 복구 + li key배정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711543" cy="628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93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1)\강의자료\강의자료 - 생활코딩\예제13-2 - Subject 복구 + li key배정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35294" cy="649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1)\강의자료\강의자료 - 생활코딩\예제13-2 - Subject 복구 + li key배정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62161" cy="644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1)\강의자료\강의자료 - 생활코딩\예제13-2 - Subject 복구 + li key배정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787740" cy="659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59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</Words>
  <Application>Microsoft Office PowerPoint</Application>
  <PresentationFormat>사용자 지정</PresentationFormat>
  <Paragraphs>2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20</cp:revision>
  <dcterms:created xsi:type="dcterms:W3CDTF">2020-07-14T07:30:35Z</dcterms:created>
  <dcterms:modified xsi:type="dcterms:W3CDTF">2020-08-21T14:39:28Z</dcterms:modified>
</cp:coreProperties>
</file>