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5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34246" cy="638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218985" cy="542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64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649900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48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61905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0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09524" cy="6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2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90476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1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66667" cy="6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3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52381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2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57143" cy="6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09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533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와이드스크린</PresentationFormat>
  <Paragraphs>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jj</cp:lastModifiedBy>
  <cp:revision>13</cp:revision>
  <dcterms:created xsi:type="dcterms:W3CDTF">2020-07-14T07:30:35Z</dcterms:created>
  <dcterms:modified xsi:type="dcterms:W3CDTF">2020-08-22T04:46:10Z</dcterms:modified>
</cp:coreProperties>
</file>