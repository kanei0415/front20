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8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>
      <p:cViewPr>
        <p:scale>
          <a:sx n="75" d="100"/>
          <a:sy n="75" d="100"/>
        </p:scale>
        <p:origin x="-2910" y="-8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네이버</a:t>
            </a:r>
            <a:r>
              <a:rPr lang="ko-KR" altLang="en-US" b="1" dirty="0" smtClean="0"/>
              <a:t> 영화 </a:t>
            </a:r>
            <a:r>
              <a:rPr lang="en-US" altLang="ko-KR" b="1" smtClean="0"/>
              <a:t>JSON </a:t>
            </a:r>
            <a:r>
              <a:rPr lang="ko-KR" altLang="en-US" b="1" smtClean="0"/>
              <a:t>데이터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59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리액트 + ajax (2021.02.01)\부록 - post맨 다운로드후 영화 json 확인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2"/>
            <a:ext cx="9144000" cy="613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98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리액트 + ajax (2021.02.01)\부록 - post맨 다운로드후 영화 json 확인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908" y="1"/>
            <a:ext cx="9177907" cy="523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24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리액트 + ajax (2021.02.01)\부록 - post맨 다운로드후 영화 json 확인\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228" y="0"/>
            <a:ext cx="9172228" cy="5774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245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:\리액트 + ajax (2021.02.01)\부록 - post맨 다운로드후 영화 json 확인\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136"/>
            <a:ext cx="9144000" cy="574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245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리액트 + ajax (2021.02.01)\부록 - post맨 다운로드후 영화 json 확인\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2" y="0"/>
            <a:ext cx="9122668" cy="371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245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:\리액트 + ajax (2021.02.01)\부록 - post맨 다운로드후 영화 json 확인\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"/>
            <a:ext cx="9144000" cy="3739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245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:\리액트 + ajax (2021.02.01)\부록 - post맨 다운로드후 영화 json 확인\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625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723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D:\리액트 + ajax (2021.02.01)\부록 - post맨 다운로드후 영화 json 확인\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2" y="0"/>
            <a:ext cx="6290940" cy="686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723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D:\리액트 + ajax (2021.02.01)\부록 - post맨 다운로드후 영화 json 확인\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0" y="-3572"/>
            <a:ext cx="6571704" cy="680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723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D:\리액트 + ajax (2021.02.01)\부록 - post맨 다운로드후 영화 json 확인\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1"/>
            <a:ext cx="8912406" cy="685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885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D:\리액트 + ajax (2021.02.01)\부록 - post맨 다운로드후 영화 json 확인\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20472" cy="678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885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772817"/>
            <a:ext cx="7772400" cy="2736304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37142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</Words>
  <Application>Microsoft Office PowerPoint</Application>
  <PresentationFormat>화면 슬라이드 쇼(4:3)</PresentationFormat>
  <Paragraphs>2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네이버 영화 JSON 데이터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기본 폼</dc:title>
  <dc:creator>Microsoft Corporation</dc:creator>
  <cp:lastModifiedBy>Windows 사용자</cp:lastModifiedBy>
  <cp:revision>7</cp:revision>
  <dcterms:created xsi:type="dcterms:W3CDTF">2006-10-05T04:04:58Z</dcterms:created>
  <dcterms:modified xsi:type="dcterms:W3CDTF">2021-02-18T11:30:44Z</dcterms:modified>
</cp:coreProperties>
</file>