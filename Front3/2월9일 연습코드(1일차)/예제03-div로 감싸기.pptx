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60" r:id="rId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예제</a:t>
            </a:r>
            <a:r>
              <a:rPr lang="en-US" altLang="ko-KR" b="1" dirty="0" smtClean="0"/>
              <a:t>03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14465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139952" cy="4293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3283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84"/>
            <a:ext cx="5724128" cy="4760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851920" y="2204864"/>
            <a:ext cx="3240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내부 요소를 감싸는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최상위 태그가 있어야 한다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487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4499" y="2564904"/>
            <a:ext cx="40324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0" b="1" dirty="0" smtClean="0"/>
              <a:t>끝</a:t>
            </a:r>
            <a:endParaRPr lang="ko-KR" altLang="en-US" sz="10000" b="1" dirty="0"/>
          </a:p>
        </p:txBody>
      </p:sp>
    </p:spTree>
    <p:extLst>
      <p:ext uri="{BB962C8B-B14F-4D97-AF65-F5344CB8AC3E}">
        <p14:creationId xmlns:p14="http://schemas.microsoft.com/office/powerpoint/2010/main" val="1552954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12</Words>
  <Application>Microsoft Office PowerPoint</Application>
  <PresentationFormat>화면 슬라이드 쇼(4:3)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리액트 예제03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시작하기</dc:title>
  <dc:creator>Microsoft Corporation</dc:creator>
  <cp:lastModifiedBy>lok</cp:lastModifiedBy>
  <cp:revision>18</cp:revision>
  <dcterms:created xsi:type="dcterms:W3CDTF">2006-10-05T04:04:58Z</dcterms:created>
  <dcterms:modified xsi:type="dcterms:W3CDTF">2021-02-09T06:58:14Z</dcterms:modified>
</cp:coreProperties>
</file>