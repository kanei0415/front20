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8" r:id="rId4"/>
    <p:sldId id="269" r:id="rId5"/>
    <p:sldId id="260" r:id="rId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1284" y="-8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예제</a:t>
            </a:r>
            <a:r>
              <a:rPr lang="en-US" altLang="ko-KR" b="1" dirty="0" smtClean="0"/>
              <a:t>09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14465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40152" cy="5138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487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136"/>
            <a:ext cx="8100392" cy="5936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835696" y="4509120"/>
            <a:ext cx="19264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err="1" smtClean="0">
                <a:solidFill>
                  <a:srgbClr val="FF0000"/>
                </a:solidFill>
              </a:rPr>
              <a:t>css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적용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305" y="5944962"/>
            <a:ext cx="35022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err="1" smtClean="0">
                <a:solidFill>
                  <a:srgbClr val="FF0000"/>
                </a:solidFill>
              </a:rPr>
              <a:t>패딩이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 뭐죠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?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487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832"/>
            <a:ext cx="7452320" cy="4427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487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74499" y="2564904"/>
            <a:ext cx="40324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0" b="1" dirty="0" smtClean="0"/>
              <a:t>끝</a:t>
            </a:r>
            <a:endParaRPr lang="ko-KR" altLang="en-US" sz="10000" b="1" dirty="0"/>
          </a:p>
        </p:txBody>
      </p:sp>
    </p:spTree>
    <p:extLst>
      <p:ext uri="{BB962C8B-B14F-4D97-AF65-F5344CB8AC3E}">
        <p14:creationId xmlns:p14="http://schemas.microsoft.com/office/powerpoint/2010/main" val="1552954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</Words>
  <Application>Microsoft Office PowerPoint</Application>
  <PresentationFormat>화면 슬라이드 쇼(4:3)</PresentationFormat>
  <Paragraphs>4</Paragraphs>
  <Slides>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Office 테마</vt:lpstr>
      <vt:lpstr>리액트 예제09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시작하기</dc:title>
  <dc:creator>Microsoft Corporation</dc:creator>
  <cp:lastModifiedBy>hb</cp:lastModifiedBy>
  <cp:revision>18</cp:revision>
  <dcterms:created xsi:type="dcterms:W3CDTF">2006-10-05T04:04:58Z</dcterms:created>
  <dcterms:modified xsi:type="dcterms:W3CDTF">2020-08-13T04:56:01Z</dcterms:modified>
</cp:coreProperties>
</file>