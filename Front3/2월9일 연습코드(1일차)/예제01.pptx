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60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예제</a:t>
            </a:r>
            <a:r>
              <a:rPr lang="en-US" altLang="ko-KR" b="1" dirty="0" smtClean="0"/>
              <a:t>01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" y="0"/>
            <a:ext cx="6224364" cy="6416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3283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6" y="-770"/>
            <a:ext cx="7517482" cy="5385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956376" cy="3640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</Words>
  <Application>Microsoft Office PowerPoint</Application>
  <PresentationFormat>화면 슬라이드 쇼(4:3)</PresentationFormat>
  <Paragraphs>2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리액트 예제01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jj</cp:lastModifiedBy>
  <cp:revision>14</cp:revision>
  <dcterms:created xsi:type="dcterms:W3CDTF">2006-10-05T04:04:58Z</dcterms:created>
  <dcterms:modified xsi:type="dcterms:W3CDTF">2020-08-05T11:27:40Z</dcterms:modified>
</cp:coreProperties>
</file>