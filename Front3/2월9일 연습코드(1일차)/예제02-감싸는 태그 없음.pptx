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64"/>
            <a:ext cx="9144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87624" y="4509120"/>
            <a:ext cx="5472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리액트는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가장 상위 감싸는 태그가 하나 있어야 함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332656"/>
            <a:ext cx="8568952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>
                <a:solidFill>
                  <a:srgbClr val="5C5C5C"/>
                </a:solidFill>
                <a:latin typeface="Spoqa Han Sans"/>
              </a:rPr>
              <a:t>JSX fragment </a:t>
            </a:r>
            <a:r>
              <a:rPr lang="ko-KR" altLang="en-US" sz="2800" b="1" dirty="0">
                <a:solidFill>
                  <a:srgbClr val="5C5C5C"/>
                </a:solidFill>
                <a:latin typeface="Spoqa Han Sans"/>
              </a:rPr>
              <a:t>사용 </a:t>
            </a:r>
            <a:endParaRPr lang="en-US" altLang="ko-KR" sz="2800" b="1" dirty="0" smtClean="0">
              <a:solidFill>
                <a:srgbClr val="5C5C5C"/>
              </a:solidFill>
              <a:latin typeface="Spoqa Han Sans"/>
            </a:endParaRPr>
          </a:p>
          <a:p>
            <a:endParaRPr lang="ko-KR" altLang="en-US" sz="2000" b="1" dirty="0">
              <a:solidFill>
                <a:srgbClr val="5C5C5C"/>
              </a:solidFill>
              <a:latin typeface="Spoqa Han Sans"/>
            </a:endParaRPr>
          </a:p>
          <a:p>
            <a:r>
              <a:rPr lang="en-US" altLang="ko-KR" sz="2000" b="1" dirty="0">
                <a:solidFill>
                  <a:srgbClr val="5C5C5C"/>
                </a:solidFill>
                <a:latin typeface="Spoqa Han Sans"/>
              </a:rPr>
              <a:t>React</a:t>
            </a:r>
            <a:r>
              <a:rPr lang="ko-KR" altLang="en-US" sz="2000" b="1" dirty="0">
                <a:solidFill>
                  <a:srgbClr val="5C5C5C"/>
                </a:solidFill>
                <a:latin typeface="Spoqa Han Sans"/>
              </a:rPr>
              <a:t>에서 컴포넌트를 나누어서 개발을 </a:t>
            </a:r>
            <a:r>
              <a:rPr lang="ko-KR" altLang="en-US" sz="2000" b="1" dirty="0" err="1">
                <a:solidFill>
                  <a:srgbClr val="5C5C5C"/>
                </a:solidFill>
                <a:latin typeface="Spoqa Han Sans"/>
              </a:rPr>
              <a:t>할때</a:t>
            </a:r>
            <a:r>
              <a:rPr lang="ko-KR" altLang="en-US" sz="2000" b="1" dirty="0">
                <a:solidFill>
                  <a:srgbClr val="5C5C5C"/>
                </a:solidFill>
                <a:latin typeface="Spoqa Han Sans"/>
              </a:rPr>
              <a:t> </a:t>
            </a:r>
            <a:endParaRPr lang="en-US" altLang="ko-KR" sz="2000" b="1" dirty="0" smtClean="0">
              <a:solidFill>
                <a:srgbClr val="5C5C5C"/>
              </a:solidFill>
              <a:latin typeface="Spoqa Han Sans"/>
            </a:endParaRPr>
          </a:p>
          <a:p>
            <a:endParaRPr lang="en-US" altLang="ko-KR" sz="2000" b="1" dirty="0">
              <a:solidFill>
                <a:srgbClr val="5C5C5C"/>
              </a:solidFill>
              <a:latin typeface="Spoqa Han Sans"/>
            </a:endParaRPr>
          </a:p>
          <a:p>
            <a:r>
              <a:rPr lang="ko-KR" altLang="en-US" sz="2000" b="1" dirty="0" smtClean="0">
                <a:solidFill>
                  <a:srgbClr val="5C5C5C"/>
                </a:solidFill>
                <a:latin typeface="Spoqa Han Sans"/>
              </a:rPr>
              <a:t>불필요하게 </a:t>
            </a:r>
            <a:r>
              <a:rPr lang="en-US" altLang="ko-KR" sz="2000" b="1" dirty="0">
                <a:solidFill>
                  <a:srgbClr val="5C5C5C"/>
                </a:solidFill>
                <a:latin typeface="Spoqa Han Sans"/>
              </a:rPr>
              <a:t>div</a:t>
            </a:r>
            <a:r>
              <a:rPr lang="ko-KR" altLang="en-US" sz="2000" b="1" dirty="0">
                <a:solidFill>
                  <a:srgbClr val="5C5C5C"/>
                </a:solidFill>
                <a:latin typeface="Spoqa Han Sans"/>
              </a:rPr>
              <a:t>를 반드시 감싸고 </a:t>
            </a:r>
            <a:r>
              <a:rPr lang="ko-KR" altLang="en-US" sz="2000" b="1" dirty="0" smtClean="0">
                <a:solidFill>
                  <a:srgbClr val="5C5C5C"/>
                </a:solidFill>
                <a:latin typeface="Spoqa Han Sans"/>
              </a:rPr>
              <a:t>내부에 </a:t>
            </a:r>
            <a:r>
              <a:rPr lang="ko-KR" altLang="en-US" sz="2000" b="1" dirty="0">
                <a:solidFill>
                  <a:srgbClr val="5C5C5C"/>
                </a:solidFill>
                <a:latin typeface="Spoqa Han Sans"/>
              </a:rPr>
              <a:t>태그를 삽입 </a:t>
            </a:r>
            <a:r>
              <a:rPr lang="ko-KR" altLang="en-US" sz="2000" b="1" dirty="0" err="1" smtClean="0">
                <a:solidFill>
                  <a:srgbClr val="5C5C5C"/>
                </a:solidFill>
                <a:latin typeface="Spoqa Han Sans"/>
              </a:rPr>
              <a:t>하다보면</a:t>
            </a:r>
            <a:r>
              <a:rPr lang="ko-KR" altLang="en-US" sz="2000" b="1" dirty="0">
                <a:solidFill>
                  <a:srgbClr val="5C5C5C"/>
                </a:solidFill>
                <a:latin typeface="Spoqa Han Sans"/>
              </a:rPr>
              <a:t> </a:t>
            </a:r>
            <a:endParaRPr lang="en-US" altLang="ko-KR" sz="2000" b="1" dirty="0" smtClean="0">
              <a:solidFill>
                <a:srgbClr val="5C5C5C"/>
              </a:solidFill>
              <a:latin typeface="Spoqa Han Sans"/>
            </a:endParaRPr>
          </a:p>
          <a:p>
            <a:endParaRPr lang="en-US" altLang="ko-KR" sz="2000" b="1" dirty="0" smtClean="0">
              <a:solidFill>
                <a:srgbClr val="5C5C5C"/>
              </a:solidFill>
              <a:latin typeface="Spoqa Han Sans"/>
            </a:endParaRPr>
          </a:p>
          <a:p>
            <a:r>
              <a:rPr lang="ko-KR" altLang="en-US" sz="2000" b="1" dirty="0" smtClean="0">
                <a:solidFill>
                  <a:srgbClr val="5C5C5C"/>
                </a:solidFill>
                <a:latin typeface="Spoqa Han Sans"/>
              </a:rPr>
              <a:t>렌더링 횟수가 </a:t>
            </a:r>
            <a:r>
              <a:rPr lang="ko-KR" altLang="en-US" sz="2000" b="1" dirty="0" err="1" smtClean="0">
                <a:solidFill>
                  <a:srgbClr val="5C5C5C"/>
                </a:solidFill>
                <a:latin typeface="Spoqa Han Sans"/>
              </a:rPr>
              <a:t>늘어나는것</a:t>
            </a:r>
            <a:endParaRPr lang="en-US" altLang="ko-KR" sz="2000" b="1" dirty="0" smtClean="0">
              <a:solidFill>
                <a:srgbClr val="5C5C5C"/>
              </a:solidFill>
              <a:latin typeface="Spoqa Han Sans"/>
            </a:endParaRPr>
          </a:p>
          <a:p>
            <a:endParaRPr lang="en-US" altLang="ko-KR" sz="2000" b="1" dirty="0">
              <a:solidFill>
                <a:srgbClr val="5C5C5C"/>
              </a:solidFill>
              <a:latin typeface="Spoqa Han Sans"/>
            </a:endParaRPr>
          </a:p>
          <a:p>
            <a:r>
              <a:rPr lang="en-US" altLang="ko-KR" sz="2000" b="1" dirty="0">
                <a:solidFill>
                  <a:srgbClr val="6699FF"/>
                </a:solidFill>
                <a:latin typeface="Spoqa Han Sans"/>
              </a:rPr>
              <a:t>Fragment</a:t>
            </a:r>
            <a:r>
              <a:rPr lang="ko-KR" altLang="en-US" sz="2000" b="1" dirty="0">
                <a:solidFill>
                  <a:srgbClr val="6699FF"/>
                </a:solidFill>
                <a:latin typeface="Spoqa Han Sans"/>
              </a:rPr>
              <a:t>를 통해서 불필요한 </a:t>
            </a:r>
            <a:r>
              <a:rPr lang="en-US" altLang="ko-KR" sz="2000" b="1" dirty="0">
                <a:solidFill>
                  <a:srgbClr val="6699FF"/>
                </a:solidFill>
                <a:latin typeface="Spoqa Han Sans"/>
              </a:rPr>
              <a:t>div </a:t>
            </a:r>
            <a:r>
              <a:rPr lang="ko-KR" altLang="en-US" sz="2000" b="1" dirty="0" err="1">
                <a:solidFill>
                  <a:srgbClr val="6699FF"/>
                </a:solidFill>
                <a:latin typeface="Spoqa Han Sans"/>
              </a:rPr>
              <a:t>랜더링을</a:t>
            </a:r>
            <a:r>
              <a:rPr lang="ko-KR" altLang="en-US" sz="2000" b="1" dirty="0">
                <a:solidFill>
                  <a:srgbClr val="6699FF"/>
                </a:solidFill>
                <a:latin typeface="Spoqa Han Sans"/>
              </a:rPr>
              <a:t> 생략 할 수 있습니다</a:t>
            </a:r>
            <a:r>
              <a:rPr lang="en-US" altLang="ko-KR" sz="2000" b="1" dirty="0">
                <a:solidFill>
                  <a:srgbClr val="6699FF"/>
                </a:solidFill>
                <a:latin typeface="Spoqa Han Sans"/>
              </a:rPr>
              <a:t>. </a:t>
            </a:r>
            <a:endParaRPr lang="en-US" altLang="ko-KR" sz="2000" b="1" dirty="0" smtClean="0">
              <a:solidFill>
                <a:srgbClr val="6699FF"/>
              </a:solidFill>
              <a:latin typeface="Spoqa Han Sans"/>
            </a:endParaRPr>
          </a:p>
          <a:p>
            <a:endParaRPr lang="en-US" altLang="ko-KR" sz="2000" b="1" i="0" dirty="0">
              <a:solidFill>
                <a:srgbClr val="6699FF"/>
              </a:solidFill>
              <a:effectLst/>
              <a:latin typeface="Spoqa Han Sans"/>
            </a:endParaRPr>
          </a:p>
          <a:p>
            <a:r>
              <a:rPr lang="en-US" altLang="ko-KR" sz="2000" b="1" dirty="0" smtClean="0">
                <a:solidFill>
                  <a:srgbClr val="5C5C5C"/>
                </a:solidFill>
                <a:latin typeface="Spoqa Han Sans"/>
              </a:rPr>
              <a:t>JSX fragment</a:t>
            </a:r>
            <a:r>
              <a:rPr lang="ko-KR" altLang="en-US" sz="2000" b="1" dirty="0" smtClean="0">
                <a:solidFill>
                  <a:srgbClr val="5C5C5C"/>
                </a:solidFill>
                <a:latin typeface="Spoqa Han Sans"/>
              </a:rPr>
              <a:t>를 많이 사용하면</a:t>
            </a:r>
            <a:endParaRPr lang="en-US" altLang="ko-KR" sz="2000" b="1" dirty="0" smtClean="0">
              <a:solidFill>
                <a:srgbClr val="5C5C5C"/>
              </a:solidFill>
              <a:latin typeface="Spoqa Han Sans"/>
            </a:endParaRPr>
          </a:p>
          <a:p>
            <a:endParaRPr lang="en-US" altLang="ko-KR" sz="2000" b="1" dirty="0">
              <a:solidFill>
                <a:srgbClr val="5C5C5C"/>
              </a:solidFill>
              <a:latin typeface="Spoqa Han Sans"/>
            </a:endParaRPr>
          </a:p>
          <a:p>
            <a:r>
              <a:rPr lang="ko-KR" altLang="en-US" sz="2000" b="1" dirty="0" err="1" smtClean="0">
                <a:solidFill>
                  <a:srgbClr val="5C5C5C"/>
                </a:solidFill>
                <a:latin typeface="Spoqa Han Sans"/>
              </a:rPr>
              <a:t>성능적으로</a:t>
            </a:r>
            <a:r>
              <a:rPr lang="ko-KR" altLang="en-US" sz="2000" b="1" dirty="0" smtClean="0">
                <a:solidFill>
                  <a:srgbClr val="5C5C5C"/>
                </a:solidFill>
                <a:latin typeface="Spoqa Han Sans"/>
              </a:rPr>
              <a:t> 좋다</a:t>
            </a:r>
            <a:r>
              <a:rPr lang="en-US" altLang="ko-KR" sz="2000" b="1" dirty="0" smtClean="0">
                <a:solidFill>
                  <a:srgbClr val="5C5C5C"/>
                </a:solidFill>
                <a:latin typeface="Spoqa Han Sans"/>
              </a:rPr>
              <a:t>.</a:t>
            </a:r>
            <a:endParaRPr lang="en-US" altLang="ko-KR" sz="2000" b="1" dirty="0" smtClean="0">
              <a:solidFill>
                <a:srgbClr val="6699FF"/>
              </a:solidFill>
              <a:latin typeface="Spoqa Han Sans"/>
            </a:endParaRPr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" y="0"/>
            <a:ext cx="5786454" cy="6407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99792" y="263691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JSX fragment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11760" y="4941168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div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렌더링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회 감소 가능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31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</Words>
  <Application>Microsoft Office PowerPoint</Application>
  <PresentationFormat>화면 슬라이드 쇼(4:3)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Spoqa Han Sans</vt:lpstr>
      <vt:lpstr>맑은 고딕</vt:lpstr>
      <vt:lpstr>Arial</vt:lpstr>
      <vt:lpstr>Office 테마</vt:lpstr>
      <vt:lpstr>리액트 예제01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19</cp:revision>
  <dcterms:created xsi:type="dcterms:W3CDTF">2006-10-05T04:04:58Z</dcterms:created>
  <dcterms:modified xsi:type="dcterms:W3CDTF">2021-02-09T06:57:13Z</dcterms:modified>
</cp:coreProperties>
</file>