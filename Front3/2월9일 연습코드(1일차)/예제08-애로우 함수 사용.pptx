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7" r:id="rId3"/>
    <p:sldId id="270" r:id="rId4"/>
    <p:sldId id="275" r:id="rId5"/>
    <p:sldId id="271" r:id="rId6"/>
    <p:sldId id="268" r:id="rId7"/>
    <p:sldId id="269" r:id="rId8"/>
    <p:sldId id="273" r:id="rId9"/>
    <p:sldId id="274" r:id="rId10"/>
    <p:sldId id="260" r:id="rId11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108" y="75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2021-02-09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2021-02-09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2021-02-09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2021-02-09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2021-02-09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2021-02-09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30EDBD-1C2D-4C1E-B459-B60219FAB484}" type="datetimeFigureOut">
              <a:rPr lang="ko-KR" altLang="en-US" smtClean="0"/>
              <a:t>2021-02-09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b="1" dirty="0" err="1" smtClean="0"/>
              <a:t>리액트</a:t>
            </a:r>
            <a:r>
              <a:rPr lang="ko-KR" altLang="en-US" b="1" dirty="0" smtClean="0"/>
              <a:t> 예제</a:t>
            </a:r>
            <a:r>
              <a:rPr lang="en-US" altLang="ko-KR" b="1" dirty="0" smtClean="0"/>
              <a:t>08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9144650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7308304" cy="6414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24878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b="1" dirty="0" err="1" smtClean="0"/>
              <a:t>애로우</a:t>
            </a:r>
            <a:r>
              <a:rPr lang="ko-KR" altLang="en-US" b="1" dirty="0" smtClean="0"/>
              <a:t> 함수</a:t>
            </a:r>
            <a:r>
              <a:rPr lang="en-US" altLang="ko-KR" b="1" dirty="0" smtClean="0"/>
              <a:t>(</a:t>
            </a:r>
            <a:r>
              <a:rPr lang="ko-KR" altLang="en-US" b="1" dirty="0" smtClean="0"/>
              <a:t>화살표 함수</a:t>
            </a:r>
            <a:r>
              <a:rPr lang="en-US" altLang="ko-KR" b="1" dirty="0" smtClean="0"/>
              <a:t>)</a:t>
            </a:r>
            <a:r>
              <a:rPr lang="ko-KR" altLang="en-US" b="1" dirty="0" smtClean="0"/>
              <a:t>란 무엇인가</a:t>
            </a:r>
            <a:r>
              <a:rPr lang="en-US" altLang="ko-KR" b="1" dirty="0" smtClean="0"/>
              <a:t>?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3942377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b="1" dirty="0"/>
              <a:t>화살표 함수</a:t>
            </a:r>
            <a:r>
              <a:rPr lang="en-US" altLang="ko-KR" b="1" dirty="0"/>
              <a:t>(Arrow function)</a:t>
            </a:r>
            <a:r>
              <a:rPr lang="ko-KR" altLang="en-US" b="1" dirty="0"/>
              <a:t>는 </a:t>
            </a:r>
            <a:r>
              <a:rPr lang="en-US" altLang="ko-KR" b="1" dirty="0"/>
              <a:t>function </a:t>
            </a:r>
            <a:r>
              <a:rPr lang="ko-KR" altLang="en-US" b="1" dirty="0"/>
              <a:t>키워드 대신 화살표</a:t>
            </a:r>
            <a:r>
              <a:rPr lang="en-US" altLang="ko-KR" b="1" dirty="0"/>
              <a:t>(=&gt;)</a:t>
            </a:r>
            <a:r>
              <a:rPr lang="ko-KR" altLang="en-US" b="1" dirty="0"/>
              <a:t>를 사용하여 보다 간략한 방법으로 함수를 선언할 수 있다</a:t>
            </a:r>
            <a:r>
              <a:rPr lang="en-US" altLang="ko-KR" b="1" dirty="0"/>
              <a:t>. 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8250626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b="1" dirty="0" err="1" smtClean="0"/>
              <a:t>애로우</a:t>
            </a:r>
            <a:r>
              <a:rPr lang="ko-KR" altLang="en-US" b="1" dirty="0" smtClean="0"/>
              <a:t> 함수 </a:t>
            </a:r>
            <a:r>
              <a:rPr lang="en-US" altLang="ko-KR" b="1" dirty="0" smtClean="0"/>
              <a:t>(</a:t>
            </a:r>
            <a:r>
              <a:rPr lang="ko-KR" altLang="en-US" b="1" dirty="0" smtClean="0"/>
              <a:t>화살표 함수</a:t>
            </a:r>
            <a:r>
              <a:rPr lang="en-US" altLang="ko-KR" b="1" dirty="0" smtClean="0"/>
              <a:t>)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1643238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7452320" cy="59902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3059832" y="1988840"/>
            <a:ext cx="41764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 err="1" smtClean="0">
                <a:solidFill>
                  <a:srgbClr val="FF0000"/>
                </a:solidFill>
              </a:rPr>
              <a:t>애로우</a:t>
            </a:r>
            <a:r>
              <a:rPr lang="ko-KR" altLang="en-US" sz="2400" b="1" dirty="0" smtClean="0">
                <a:solidFill>
                  <a:srgbClr val="FF0000"/>
                </a:solidFill>
              </a:rPr>
              <a:t> 함수</a:t>
            </a:r>
            <a:endParaRPr lang="en-US" altLang="ko-KR" sz="2400" b="1" dirty="0" smtClean="0">
              <a:solidFill>
                <a:srgbClr val="FF0000"/>
              </a:solidFill>
            </a:endParaRPr>
          </a:p>
          <a:p>
            <a:r>
              <a:rPr lang="en-US" altLang="ko-KR" sz="2400" b="1" dirty="0" smtClean="0">
                <a:solidFill>
                  <a:srgbClr val="FF0000"/>
                </a:solidFill>
              </a:rPr>
              <a:t>(arrow </a:t>
            </a:r>
            <a:r>
              <a:rPr lang="ko-KR" altLang="en-US" sz="2400" b="1" dirty="0" smtClean="0">
                <a:solidFill>
                  <a:srgbClr val="FF0000"/>
                </a:solidFill>
              </a:rPr>
              <a:t>함수</a:t>
            </a:r>
            <a:r>
              <a:rPr lang="en-US" altLang="ko-KR" sz="2400" b="1" dirty="0" smtClean="0">
                <a:solidFill>
                  <a:srgbClr val="FF0000"/>
                </a:solidFill>
              </a:rPr>
              <a:t>)</a:t>
            </a:r>
            <a:endParaRPr lang="ko-KR" altLang="en-US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4878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3220"/>
            <a:ext cx="8100392" cy="33430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24878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b="1" dirty="0" err="1" smtClean="0"/>
              <a:t>일반함수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41749203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58210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74499" y="2564904"/>
            <a:ext cx="403244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0" b="1" dirty="0" smtClean="0"/>
              <a:t>끝</a:t>
            </a:r>
            <a:endParaRPr lang="ko-KR" altLang="en-US" sz="10000" b="1" dirty="0"/>
          </a:p>
        </p:txBody>
      </p:sp>
    </p:spTree>
    <p:extLst>
      <p:ext uri="{BB962C8B-B14F-4D97-AF65-F5344CB8AC3E}">
        <p14:creationId xmlns:p14="http://schemas.microsoft.com/office/powerpoint/2010/main" val="15529547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48</Words>
  <Application>Microsoft Office PowerPoint</Application>
  <PresentationFormat>화면 슬라이드 쇼(4:3)</PresentationFormat>
  <Paragraphs>8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3" baseType="lpstr">
      <vt:lpstr>맑은 고딕</vt:lpstr>
      <vt:lpstr>Arial</vt:lpstr>
      <vt:lpstr>Office 테마</vt:lpstr>
      <vt:lpstr>리액트 예제08</vt:lpstr>
      <vt:lpstr>PowerPoint 프레젠테이션</vt:lpstr>
      <vt:lpstr>애로우 함수(화살표 함수)란 무엇인가?</vt:lpstr>
      <vt:lpstr>PowerPoint 프레젠테이션</vt:lpstr>
      <vt:lpstr>애로우 함수 (화살표 함수)</vt:lpstr>
      <vt:lpstr>PowerPoint 프레젠테이션</vt:lpstr>
      <vt:lpstr>PowerPoint 프레젠테이션</vt:lpstr>
      <vt:lpstr>일반함수</vt:lpstr>
      <vt:lpstr>PowerPoint 프레젠테이션</vt:lpstr>
      <vt:lpstr>PowerPoint 프레젠테이션</vt:lpstr>
    </vt:vector>
  </TitlesOfParts>
  <Company>R&amp;D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리액트 시작하기</dc:title>
  <dc:creator>Microsoft Corporation</dc:creator>
  <cp:lastModifiedBy>lok</cp:lastModifiedBy>
  <cp:revision>20</cp:revision>
  <dcterms:created xsi:type="dcterms:W3CDTF">2006-10-05T04:04:58Z</dcterms:created>
  <dcterms:modified xsi:type="dcterms:W3CDTF">2021-02-09T08:49:22Z</dcterms:modified>
</cp:coreProperties>
</file>