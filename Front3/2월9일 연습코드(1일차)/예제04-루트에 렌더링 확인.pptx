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3" r:id="rId5"/>
    <p:sldId id="274" r:id="rId6"/>
    <p:sldId id="272" r:id="rId7"/>
    <p:sldId id="268" r:id="rId8"/>
    <p:sldId id="269" r:id="rId9"/>
    <p:sldId id="260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6"/>
            <a:ext cx="6300192" cy="639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86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55421" cy="521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91880" y="2204864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Fragment (div</a:t>
            </a:r>
            <a:r>
              <a:rPr lang="ko-KR" altLang="en-US" b="1" dirty="0" smtClean="0">
                <a:solidFill>
                  <a:srgbClr val="FF0000"/>
                </a:solidFill>
              </a:rPr>
              <a:t>대신 감싸는 태그로 사용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161" y="5268308"/>
            <a:ext cx="46121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&lt;</a:t>
            </a:r>
            <a:r>
              <a:rPr kumimoji="0" lang="ko-KR" altLang="ko-K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Fragment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&gt; &lt;/</a:t>
            </a:r>
            <a:r>
              <a:rPr kumimoji="0" lang="ko-KR" altLang="ko-K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Fragment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&gt;</a:t>
            </a:r>
            <a:r>
              <a:rPr kumimoji="0" lang="ko-KR" altLang="ko-K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-apple-system"/>
              </a:rPr>
              <a:t> 대신 </a:t>
            </a:r>
            <a:endParaRPr kumimoji="0" lang="en-US" altLang="ko-KR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50" charset="-127"/>
                <a:ea typeface="Fira Mono"/>
              </a:rPr>
              <a:t>&lt;&gt; &lt;/&gt;</a:t>
            </a:r>
            <a:r>
              <a:rPr kumimoji="0" lang="ko-KR" altLang="ko-K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-apple-system"/>
              </a:rPr>
              <a:t> 이렇게 써도 된다.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ko-KR" altLang="ko-KR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86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37" y="17139"/>
            <a:ext cx="8055421" cy="521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91880" y="2204864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Fragment</a:t>
            </a:r>
            <a:r>
              <a:rPr lang="ko-KR" altLang="en-US" b="1" dirty="0" smtClean="0">
                <a:solidFill>
                  <a:srgbClr val="FF0000"/>
                </a:solidFill>
              </a:rPr>
              <a:t>는 특별한 기능은 없음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5445224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b="1" dirty="0" smtClean="0">
                <a:solidFill>
                  <a:srgbClr val="FF0000"/>
                </a:solidFill>
              </a:rPr>
              <a:t>iv</a:t>
            </a:r>
            <a:r>
              <a:rPr lang="ko-KR" altLang="en-US" b="1" dirty="0" smtClean="0">
                <a:solidFill>
                  <a:srgbClr val="FF0000"/>
                </a:solidFill>
              </a:rPr>
              <a:t>의 남발을 방지하기 위함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85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37" y="17139"/>
            <a:ext cx="8055421" cy="521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91880" y="2204864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Fragment</a:t>
            </a:r>
            <a:r>
              <a:rPr lang="ko-KR" altLang="en-US" b="1" dirty="0" smtClean="0">
                <a:solidFill>
                  <a:srgbClr val="FF0000"/>
                </a:solidFill>
              </a:rPr>
              <a:t>는 특별한 기능은 없음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038" y="5445224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리액트는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반드시 모든 태그를 감싸는 하나의  상위 태그가 필요하므로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…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60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0"/>
            <a:ext cx="7596336" cy="387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85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7.10)\강의자료\예제04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6" y="0"/>
            <a:ext cx="9113664" cy="613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08887" cy="665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51720" y="2151162"/>
            <a:ext cx="2880320" cy="352839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</Words>
  <Application>Microsoft Office PowerPoint</Application>
  <PresentationFormat>화면 슬라이드 쇼(4:3)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-apple-system</vt:lpstr>
      <vt:lpstr>Arial Unicode MS</vt:lpstr>
      <vt:lpstr>Fira Mono</vt:lpstr>
      <vt:lpstr>맑은 고딕</vt:lpstr>
      <vt:lpstr>Arial</vt:lpstr>
      <vt:lpstr>Office 테마</vt:lpstr>
      <vt:lpstr>리액트 예제04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20</cp:revision>
  <dcterms:created xsi:type="dcterms:W3CDTF">2006-10-05T04:04:58Z</dcterms:created>
  <dcterms:modified xsi:type="dcterms:W3CDTF">2021-02-09T06:59:46Z</dcterms:modified>
</cp:coreProperties>
</file>