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8" r:id="rId4"/>
    <p:sldId id="279" r:id="rId5"/>
    <p:sldId id="280" r:id="rId6"/>
    <p:sldId id="266" r:id="rId7"/>
    <p:sldId id="273" r:id="rId8"/>
    <p:sldId id="274" r:id="rId9"/>
    <p:sldId id="281" r:id="rId10"/>
    <p:sldId id="267" r:id="rId11"/>
    <p:sldId id="270" r:id="rId12"/>
    <p:sldId id="271" r:id="rId13"/>
    <p:sldId id="272" r:id="rId14"/>
    <p:sldId id="268" r:id="rId15"/>
    <p:sldId id="260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00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2856"/>
            <a:ext cx="9144000" cy="1470025"/>
          </a:xfrm>
        </p:spPr>
        <p:txBody>
          <a:bodyPr>
            <a:normAutofit/>
          </a:bodyPr>
          <a:lstStyle/>
          <a:p>
            <a:r>
              <a:rPr lang="ko-KR" altLang="en-US" sz="4000" b="1" dirty="0" smtClean="0"/>
              <a:t>함수형 컴포넌트 </a:t>
            </a:r>
            <a:r>
              <a:rPr lang="en-US" altLang="ko-KR" sz="4000" b="1" dirty="0" smtClean="0"/>
              <a:t>vs </a:t>
            </a:r>
            <a:r>
              <a:rPr lang="ko-KR" altLang="en-US" sz="4000" b="1" dirty="0" err="1" smtClean="0"/>
              <a:t>클래스형</a:t>
            </a:r>
            <a:r>
              <a:rPr lang="ko-KR" altLang="en-US" sz="4000" b="1" dirty="0" smtClean="0"/>
              <a:t> 컴포넌트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50599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857250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함수형 컴포넌트</a:t>
            </a:r>
          </a:p>
          <a:p>
            <a:r>
              <a:rPr lang="ko-KR" altLang="en-US" sz="2400" b="1" dirty="0"/>
              <a:t/>
            </a:r>
            <a:br>
              <a:rPr lang="ko-KR" altLang="en-US" sz="2400" b="1" dirty="0"/>
            </a:br>
            <a:endParaRPr lang="ko-KR" altLang="en-US" sz="2400" b="1" dirty="0"/>
          </a:p>
          <a:p>
            <a:r>
              <a:rPr lang="en-US" altLang="ko-KR" sz="2400" b="1" dirty="0"/>
              <a:t>- </a:t>
            </a:r>
            <a:r>
              <a:rPr lang="ko-KR" altLang="en-US" sz="2400" b="1" dirty="0" err="1"/>
              <a:t>클래스형</a:t>
            </a:r>
            <a:r>
              <a:rPr lang="ko-KR" altLang="en-US" sz="2400" b="1" dirty="0"/>
              <a:t> 컴포넌트에 비해 선언하기가 편하다</a:t>
            </a:r>
            <a:r>
              <a:rPr lang="en-US" altLang="ko-KR" sz="2400" b="1" dirty="0"/>
              <a:t>.</a:t>
            </a:r>
            <a:endParaRPr lang="ko-KR" altLang="en-US" sz="2400" b="1" dirty="0"/>
          </a:p>
          <a:p>
            <a:r>
              <a:rPr lang="en-US" altLang="ko-KR" sz="2400" b="1" dirty="0"/>
              <a:t>- </a:t>
            </a:r>
            <a:r>
              <a:rPr lang="ko-KR" altLang="en-US" sz="2400" b="1" dirty="0"/>
              <a:t>메모리 자원을 </a:t>
            </a:r>
            <a:r>
              <a:rPr lang="ko-KR" altLang="en-US" sz="2400" b="1" dirty="0" err="1"/>
              <a:t>클래스형</a:t>
            </a:r>
            <a:r>
              <a:rPr lang="ko-KR" altLang="en-US" sz="2400" b="1" dirty="0"/>
              <a:t> 컴포넌트에 비해서 덜 차지한다</a:t>
            </a:r>
            <a:r>
              <a:rPr lang="en-US" altLang="ko-KR" sz="2400" b="1" dirty="0"/>
              <a:t>.</a:t>
            </a:r>
            <a:endParaRPr lang="ko-KR" altLang="en-US" sz="2400" b="1" dirty="0"/>
          </a:p>
          <a:p>
            <a:r>
              <a:rPr lang="en-US" altLang="ko-KR" sz="2400" b="1" dirty="0"/>
              <a:t>- </a:t>
            </a:r>
            <a:r>
              <a:rPr lang="ko-KR" altLang="en-US" sz="2400" b="1" dirty="0" err="1"/>
              <a:t>빌드</a:t>
            </a:r>
            <a:r>
              <a:rPr lang="ko-KR" altLang="en-US" sz="2400" b="1" dirty="0"/>
              <a:t> 후 </a:t>
            </a:r>
            <a:r>
              <a:rPr lang="ko-KR" altLang="en-US" sz="2400" b="1" dirty="0" err="1"/>
              <a:t>배포시에</a:t>
            </a:r>
            <a:r>
              <a:rPr lang="ko-KR" altLang="en-US" sz="2400" b="1" dirty="0"/>
              <a:t> 결과물의 크기가 작다</a:t>
            </a:r>
            <a:r>
              <a:rPr lang="en-US" altLang="ko-KR" sz="2400" b="1" dirty="0"/>
              <a:t>.</a:t>
            </a:r>
            <a:endParaRPr lang="ko-KR" altLang="en-US" sz="2400" b="1" dirty="0"/>
          </a:p>
          <a:p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5720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857250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/>
              <a:t>클래스형</a:t>
            </a:r>
            <a:r>
              <a:rPr lang="ko-KR" altLang="en-US" sz="2400" b="1" dirty="0"/>
              <a:t> 컴포넌트 </a:t>
            </a:r>
          </a:p>
          <a:p>
            <a:r>
              <a:rPr lang="ko-KR" altLang="en-US" sz="2400" b="1" dirty="0"/>
              <a:t/>
            </a:r>
            <a:br>
              <a:rPr lang="ko-KR" altLang="en-US" sz="2400" b="1" dirty="0"/>
            </a:br>
            <a:endParaRPr lang="ko-KR" altLang="en-US" sz="2400" b="1" dirty="0"/>
          </a:p>
          <a:p>
            <a:r>
              <a:rPr lang="en-US" altLang="ko-KR" sz="2400" b="1" dirty="0"/>
              <a:t>- render </a:t>
            </a:r>
            <a:r>
              <a:rPr lang="ko-KR" altLang="en-US" sz="2400" b="1" dirty="0"/>
              <a:t>함수가 반드시 존재해야 한다</a:t>
            </a:r>
            <a:r>
              <a:rPr lang="en-US" altLang="ko-KR" sz="2400" b="1" dirty="0"/>
              <a:t>.</a:t>
            </a:r>
            <a:endParaRPr lang="ko-KR" altLang="en-US" sz="2400" b="1" dirty="0"/>
          </a:p>
          <a:p>
            <a:r>
              <a:rPr lang="en-US" altLang="ko-KR" sz="2400" b="1" dirty="0"/>
              <a:t>- state </a:t>
            </a:r>
            <a:r>
              <a:rPr lang="ko-KR" altLang="en-US" sz="2400" b="1" dirty="0"/>
              <a:t>의 사용이 가능하다</a:t>
            </a:r>
            <a:r>
              <a:rPr lang="en-US" altLang="ko-KR" sz="2400" b="1" dirty="0"/>
              <a:t>.</a:t>
            </a:r>
            <a:endParaRPr lang="ko-KR" altLang="en-US" sz="2400" b="1" dirty="0"/>
          </a:p>
          <a:p>
            <a:r>
              <a:rPr lang="en-US" altLang="ko-KR" sz="2400" b="1" dirty="0"/>
              <a:t>- </a:t>
            </a:r>
            <a:r>
              <a:rPr lang="ko-KR" altLang="en-US" sz="2400" b="1" dirty="0"/>
              <a:t>라이프 사이클 </a:t>
            </a:r>
            <a:r>
              <a:rPr lang="en-US" altLang="ko-KR" sz="2400" b="1" dirty="0"/>
              <a:t>API</a:t>
            </a:r>
            <a:r>
              <a:rPr lang="ko-KR" altLang="en-US" sz="2400" b="1" dirty="0"/>
              <a:t>의 사용이 가능하다</a:t>
            </a:r>
          </a:p>
          <a:p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3597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2856"/>
            <a:ext cx="9144000" cy="1470025"/>
          </a:xfrm>
        </p:spPr>
        <p:txBody>
          <a:bodyPr>
            <a:normAutofit/>
          </a:bodyPr>
          <a:lstStyle/>
          <a:p>
            <a:r>
              <a:rPr lang="ko-KR" altLang="en-US" sz="4000" b="1" dirty="0" smtClean="0"/>
              <a:t>함수형 </a:t>
            </a:r>
            <a:r>
              <a:rPr lang="ko-KR" altLang="en-US" sz="4000" b="1" dirty="0" smtClean="0"/>
              <a:t>컴포넌트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6635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" y="0"/>
            <a:ext cx="4348361" cy="6408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328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012160" cy="501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33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65" y="0"/>
            <a:ext cx="9144000" cy="243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70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2856"/>
            <a:ext cx="9144000" cy="1470025"/>
          </a:xfrm>
        </p:spPr>
        <p:txBody>
          <a:bodyPr>
            <a:normAutofit/>
          </a:bodyPr>
          <a:lstStyle/>
          <a:p>
            <a:r>
              <a:rPr lang="ko-KR" altLang="en-US" sz="4000" b="1" dirty="0" err="1" smtClean="0"/>
              <a:t>클래스형</a:t>
            </a:r>
            <a:r>
              <a:rPr lang="ko-KR" altLang="en-US" sz="4000" b="1" dirty="0" smtClean="0"/>
              <a:t> 컴포넌트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845124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"/>
            <a:ext cx="8028384" cy="5145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076056" y="126876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클래스 형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43808" y="1596093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컴포넌트 상속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555776" y="1596093"/>
            <a:ext cx="230425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"/>
            <a:ext cx="8028384" cy="5145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1500" y="5301208"/>
            <a:ext cx="8460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render </a:t>
            </a:r>
            <a:r>
              <a:rPr lang="ko-KR" altLang="en-US" sz="2000" b="1" dirty="0">
                <a:solidFill>
                  <a:srgbClr val="FF0000"/>
                </a:solidFill>
              </a:rPr>
              <a:t>함수는 </a:t>
            </a:r>
            <a:r>
              <a:rPr lang="en-US" altLang="ko-KR" sz="2000" b="1" dirty="0">
                <a:solidFill>
                  <a:srgbClr val="FF0000"/>
                </a:solidFill>
              </a:rPr>
              <a:t>UI</a:t>
            </a:r>
            <a:r>
              <a:rPr lang="ko-KR" altLang="en-US" sz="2000" b="1" dirty="0">
                <a:solidFill>
                  <a:srgbClr val="FF0000"/>
                </a:solidFill>
              </a:rPr>
              <a:t>에 표시할 </a:t>
            </a:r>
            <a:r>
              <a:rPr lang="en-US" altLang="ko-KR" sz="2000" b="1" dirty="0">
                <a:solidFill>
                  <a:srgbClr val="FF0000"/>
                </a:solidFill>
              </a:rPr>
              <a:t>DOM tree(React element)</a:t>
            </a:r>
            <a:r>
              <a:rPr lang="ko-KR" altLang="en-US" sz="2000" b="1" dirty="0">
                <a:solidFill>
                  <a:srgbClr val="FF0000"/>
                </a:solidFill>
              </a:rPr>
              <a:t>를 반환합니다</a:t>
            </a:r>
            <a:r>
              <a:rPr lang="en-US" altLang="ko-KR" sz="2000" b="1" dirty="0">
                <a:solidFill>
                  <a:srgbClr val="FF0000"/>
                </a:solidFill>
              </a:rPr>
              <a:t>. 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016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"/>
            <a:ext cx="8028384" cy="5145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1500" y="5301208"/>
            <a:ext cx="8460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App export 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수출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3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"/>
            <a:ext cx="8028384" cy="5145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1500" y="5301208"/>
            <a:ext cx="8820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export default –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변수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함수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오브젝트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클래스 등을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내보낼수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있는 명령어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750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7"/>
            <a:ext cx="8244408" cy="4225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41</Words>
  <Application>Microsoft Office PowerPoint</Application>
  <PresentationFormat>화면 슬라이드 쇼(4:3)</PresentationFormat>
  <Paragraphs>20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리액트 예제00</vt:lpstr>
      <vt:lpstr>함수형 컴포넌트 vs 클래스형 컴포넌트</vt:lpstr>
      <vt:lpstr>PowerPoint 프레젠테이션</vt:lpstr>
      <vt:lpstr>PowerPoint 프레젠테이션</vt:lpstr>
      <vt:lpstr>함수형 컴포넌트</vt:lpstr>
      <vt:lpstr>PowerPoint 프레젠테이션</vt:lpstr>
      <vt:lpstr>PowerPoint 프레젠테이션</vt:lpstr>
      <vt:lpstr>PowerPoint 프레젠테이션</vt:lpstr>
      <vt:lpstr>클래스형 컴포넌트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lok</cp:lastModifiedBy>
  <cp:revision>26</cp:revision>
  <dcterms:created xsi:type="dcterms:W3CDTF">2006-10-05T04:04:58Z</dcterms:created>
  <dcterms:modified xsi:type="dcterms:W3CDTF">2021-02-09T06:48:17Z</dcterms:modified>
</cp:coreProperties>
</file>