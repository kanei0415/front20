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6" r:id="rId5"/>
    <p:sldId id="262" r:id="rId6"/>
    <p:sldId id="258" r:id="rId7"/>
    <p:sldId id="259" r:id="rId8"/>
    <p:sldId id="263" r:id="rId9"/>
    <p:sldId id="264" r:id="rId10"/>
    <p:sldId id="265" r:id="rId11"/>
    <p:sldId id="260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1494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2020-08-18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맵</a:t>
            </a:r>
            <a:r>
              <a:rPr lang="ko-KR" altLang="en-US" b="1" dirty="0" smtClean="0"/>
              <a:t> </a:t>
            </a:r>
            <a:r>
              <a:rPr lang="ko-KR" altLang="en-US" b="1" dirty="0" err="1" smtClean="0"/>
              <a:t>렌러딩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79854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esktop\리액트 (20.08.15)\참고자료 - 리액트 맵 렌더링\예제4 - 예제3 + 삭제기능 (4계절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8" y="608"/>
            <a:ext cx="8533657" cy="345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61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15)\참고자료 - 리액트 맵 렌더링\예제4 - 예제3 + 삭제기능 (4계절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604448" cy="536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499992" y="2924944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삭제기능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19547" y="3579048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0</a:t>
            </a:r>
            <a:r>
              <a:rPr lang="ko-KR" altLang="en-US" b="1" dirty="0" smtClean="0">
                <a:solidFill>
                  <a:srgbClr val="FF0000"/>
                </a:solidFill>
              </a:rPr>
              <a:t>부터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i</a:t>
            </a:r>
            <a:r>
              <a:rPr lang="ko-KR" altLang="en-US" b="1" dirty="0" smtClean="0">
                <a:solidFill>
                  <a:srgbClr val="FF0000"/>
                </a:solidFill>
              </a:rPr>
              <a:t>전까지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32039" y="4293096"/>
            <a:ext cx="2487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i+1</a:t>
            </a:r>
            <a:r>
              <a:rPr lang="ko-KR" altLang="en-US" b="1" dirty="0" smtClean="0">
                <a:solidFill>
                  <a:srgbClr val="FF0000"/>
                </a:solidFill>
              </a:rPr>
              <a:t>부터 </a:t>
            </a:r>
            <a:r>
              <a:rPr lang="en-US" altLang="ko-KR" b="1" dirty="0" smtClean="0">
                <a:solidFill>
                  <a:srgbClr val="FF0000"/>
                </a:solidFill>
              </a:rPr>
              <a:t>length</a:t>
            </a:r>
            <a:r>
              <a:rPr lang="ko-KR" altLang="en-US" b="1" dirty="0" smtClean="0">
                <a:solidFill>
                  <a:srgbClr val="FF0000"/>
                </a:solidFill>
              </a:rPr>
              <a:t>전까지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91680" y="5368803"/>
            <a:ext cx="4608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여기서 </a:t>
            </a:r>
            <a:r>
              <a:rPr lang="en-US" altLang="ko-KR" b="1" dirty="0" smtClean="0">
                <a:solidFill>
                  <a:srgbClr val="FF0000"/>
                </a:solidFill>
              </a:rPr>
              <a:t>… </a:t>
            </a:r>
            <a:r>
              <a:rPr lang="ko-KR" altLang="en-US" b="1" dirty="0" smtClean="0">
                <a:solidFill>
                  <a:srgbClr val="FF0000"/>
                </a:solidFill>
              </a:rPr>
              <a:t>은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Spread Operators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19330" y="5368803"/>
            <a:ext cx="2487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slice</a:t>
            </a:r>
            <a:r>
              <a:rPr lang="ko-KR" altLang="en-US" b="1" dirty="0" smtClean="0">
                <a:solidFill>
                  <a:srgbClr val="FF0000"/>
                </a:solidFill>
              </a:rPr>
              <a:t>는 일부분 추출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995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리액트 (20.08.15)\참고자료 - 리액트 맵 렌더링\예제4 - 예제3 + 삭제기능 (4계절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604448" cy="536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475656" y="5445224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결국 </a:t>
            </a:r>
            <a:r>
              <a:rPr lang="en-US" altLang="ko-KR" b="1" dirty="0" smtClean="0">
                <a:solidFill>
                  <a:srgbClr val="FF0000"/>
                </a:solidFill>
              </a:rPr>
              <a:t>seasons</a:t>
            </a:r>
            <a:r>
              <a:rPr lang="ko-KR" altLang="en-US" b="1" dirty="0" smtClean="0">
                <a:solidFill>
                  <a:srgbClr val="FF0000"/>
                </a:solidFill>
              </a:rPr>
              <a:t>의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i</a:t>
            </a:r>
            <a:r>
              <a:rPr lang="ko-KR" altLang="en-US" b="1" dirty="0" smtClean="0">
                <a:solidFill>
                  <a:srgbClr val="FF0000"/>
                </a:solidFill>
              </a:rPr>
              <a:t>번째 값만 빼고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새로 </a:t>
            </a:r>
            <a:r>
              <a:rPr lang="en-US" altLang="ko-KR" b="1" dirty="0" smtClean="0">
                <a:solidFill>
                  <a:srgbClr val="FF0000"/>
                </a:solidFill>
              </a:rPr>
              <a:t>seasons </a:t>
            </a:r>
            <a:r>
              <a:rPr lang="ko-KR" altLang="en-US" b="1" dirty="0" smtClean="0">
                <a:solidFill>
                  <a:srgbClr val="FF0000"/>
                </a:solidFill>
              </a:rPr>
              <a:t>배열을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만드는것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309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hb\Desktop\리액트 (20.08.15)\참고자료 - 리액트 맵 렌더링\예제4 - 예제3 + 삭제기능 (4계절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748464" cy="202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059832" y="2023504"/>
            <a:ext cx="4896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리스트를 클릭하면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 err="1" smtClean="0">
                <a:solidFill>
                  <a:srgbClr val="FF0000"/>
                </a:solidFill>
              </a:rPr>
              <a:t>mapTestDeleteClick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함수를 호출하고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>
                <a:solidFill>
                  <a:srgbClr val="FF0000"/>
                </a:solidFill>
              </a:rPr>
              <a:t>l</a:t>
            </a:r>
            <a:r>
              <a:rPr lang="en-US" altLang="ko-KR" b="1" dirty="0" smtClean="0">
                <a:solidFill>
                  <a:srgbClr val="FF0000"/>
                </a:solidFill>
              </a:rPr>
              <a:t>i</a:t>
            </a:r>
            <a:r>
              <a:rPr lang="ko-KR" altLang="en-US" b="1" dirty="0" smtClean="0">
                <a:solidFill>
                  <a:srgbClr val="FF0000"/>
                </a:solidFill>
              </a:rPr>
              <a:t>의 </a:t>
            </a:r>
            <a:r>
              <a:rPr lang="en-US" altLang="ko-KR" b="1" dirty="0" smtClean="0">
                <a:solidFill>
                  <a:srgbClr val="FF0000"/>
                </a:solidFill>
              </a:rPr>
              <a:t>key</a:t>
            </a:r>
            <a:r>
              <a:rPr lang="ko-KR" altLang="en-US" b="1" dirty="0" smtClean="0">
                <a:solidFill>
                  <a:srgbClr val="FF0000"/>
                </a:solidFill>
              </a:rPr>
              <a:t>번호를 넘겨줌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1907704" y="1556792"/>
            <a:ext cx="684076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995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esktop\리액트 (20.08.15)\참고자료 - 리액트 맵 렌더링\예제4 - 예제3 + 삭제기능 (4계절)\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76"/>
            <a:ext cx="8388424" cy="608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992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esktop\리액트 (20.08.15)\참고자료 - 리액트 맵 렌더링\예제4 - 예제3 + 삭제기능 (4계절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907"/>
            <a:ext cx="6804248" cy="5067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992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esktop\리액트 (20.08.15)\참고자료 - 리액트 맵 렌더링\예제4 - 예제3 + 삭제기능 (4계절)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24328" cy="4630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606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hb\Desktop\리액트 (20.08.15)\참고자료 - 리액트 맵 렌더링\예제4 - 예제3 + 삭제기능 (4계절)\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" y="0"/>
            <a:ext cx="7016012" cy="4810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606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hb\Desktop\리액트 (20.08.15)\참고자료 - 리액트 맵 렌더링\예제4 - 예제3 + 삭제기능 (4계절)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596336" cy="552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0606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522711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42253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43</Words>
  <Application>Microsoft Office PowerPoint</Application>
  <PresentationFormat>화면 슬라이드 쇼(4:3)</PresentationFormat>
  <Paragraphs>15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리액트 맵 렌러딩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맵 렌러딩</dc:title>
  <dc:creator>Microsoft Corporation</dc:creator>
  <cp:lastModifiedBy>Windows 사용자</cp:lastModifiedBy>
  <cp:revision>9</cp:revision>
  <dcterms:created xsi:type="dcterms:W3CDTF">2006-10-05T04:04:58Z</dcterms:created>
  <dcterms:modified xsi:type="dcterms:W3CDTF">2020-08-18T07:13:25Z</dcterms:modified>
</cp:coreProperties>
</file>