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58" r:id="rId7"/>
    <p:sldId id="259" r:id="rId8"/>
    <p:sldId id="260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6" d="100"/>
          <a:sy n="116" d="100"/>
        </p:scale>
        <p:origin x="-1494" y="-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맵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렌러딩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79854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esktop\리액트 (20.08.15)\참고자료 - 리액트 맵 렌더링\예제2 - 리스트 map 렌더링 + state (4계절)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718" y="-1"/>
            <a:ext cx="6178894" cy="6629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61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esktop\리액트 (20.08.15)\참고자료 - 리액트 맵 렌더링\예제2 - 리스트 map 렌더링 + state (4계절)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718" y="-1"/>
            <a:ext cx="6178894" cy="6629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572000" y="2420888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4</a:t>
            </a:r>
            <a:r>
              <a:rPr lang="ko-KR" altLang="en-US" b="1" dirty="0" smtClean="0">
                <a:solidFill>
                  <a:srgbClr val="FF0000"/>
                </a:solidFill>
              </a:rPr>
              <a:t>계절 </a:t>
            </a:r>
            <a:r>
              <a:rPr lang="en-US" altLang="ko-KR" b="1" dirty="0" smtClean="0">
                <a:solidFill>
                  <a:srgbClr val="FF0000"/>
                </a:solidFill>
              </a:rPr>
              <a:t>state</a:t>
            </a:r>
            <a:r>
              <a:rPr lang="ko-KR" altLang="en-US" b="1" dirty="0" smtClean="0">
                <a:solidFill>
                  <a:srgbClr val="FF0000"/>
                </a:solidFill>
              </a:rPr>
              <a:t>를 </a:t>
            </a:r>
            <a:r>
              <a:rPr lang="en-US" altLang="ko-KR" b="1" dirty="0" smtClean="0">
                <a:solidFill>
                  <a:srgbClr val="FF0000"/>
                </a:solidFill>
              </a:rPr>
              <a:t>seasons</a:t>
            </a:r>
            <a:r>
              <a:rPr lang="ko-KR" altLang="en-US" b="1" dirty="0" smtClean="0">
                <a:solidFill>
                  <a:srgbClr val="FF0000"/>
                </a:solidFill>
              </a:rPr>
              <a:t>에 저장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3419872" y="2708920"/>
            <a:ext cx="93610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자유형 4"/>
          <p:cNvSpPr/>
          <p:nvPr/>
        </p:nvSpPr>
        <p:spPr>
          <a:xfrm>
            <a:off x="2553029" y="2718486"/>
            <a:ext cx="1244614" cy="329514"/>
          </a:xfrm>
          <a:custGeom>
            <a:avLst/>
            <a:gdLst>
              <a:gd name="connsiteX0" fmla="*/ 1244614 w 1244614"/>
              <a:gd name="connsiteY0" fmla="*/ 41190 h 329514"/>
              <a:gd name="connsiteX1" fmla="*/ 1195187 w 1244614"/>
              <a:gd name="connsiteY1" fmla="*/ 98855 h 329514"/>
              <a:gd name="connsiteX2" fmla="*/ 1186949 w 1244614"/>
              <a:gd name="connsiteY2" fmla="*/ 123568 h 329514"/>
              <a:gd name="connsiteX3" fmla="*/ 1137522 w 1244614"/>
              <a:gd name="connsiteY3" fmla="*/ 172995 h 329514"/>
              <a:gd name="connsiteX4" fmla="*/ 1112809 w 1244614"/>
              <a:gd name="connsiteY4" fmla="*/ 197709 h 329514"/>
              <a:gd name="connsiteX5" fmla="*/ 1022193 w 1244614"/>
              <a:gd name="connsiteY5" fmla="*/ 255373 h 329514"/>
              <a:gd name="connsiteX6" fmla="*/ 981003 w 1244614"/>
              <a:gd name="connsiteY6" fmla="*/ 271849 h 329514"/>
              <a:gd name="connsiteX7" fmla="*/ 939814 w 1244614"/>
              <a:gd name="connsiteY7" fmla="*/ 280087 h 329514"/>
              <a:gd name="connsiteX8" fmla="*/ 865674 w 1244614"/>
              <a:gd name="connsiteY8" fmla="*/ 296563 h 329514"/>
              <a:gd name="connsiteX9" fmla="*/ 791533 w 1244614"/>
              <a:gd name="connsiteY9" fmla="*/ 304800 h 329514"/>
              <a:gd name="connsiteX10" fmla="*/ 651490 w 1244614"/>
              <a:gd name="connsiteY10" fmla="*/ 329514 h 329514"/>
              <a:gd name="connsiteX11" fmla="*/ 116030 w 1244614"/>
              <a:gd name="connsiteY11" fmla="*/ 321276 h 329514"/>
              <a:gd name="connsiteX12" fmla="*/ 91317 w 1244614"/>
              <a:gd name="connsiteY12" fmla="*/ 296563 h 329514"/>
              <a:gd name="connsiteX13" fmla="*/ 66603 w 1244614"/>
              <a:gd name="connsiteY13" fmla="*/ 280087 h 329514"/>
              <a:gd name="connsiteX14" fmla="*/ 25414 w 1244614"/>
              <a:gd name="connsiteY14" fmla="*/ 214184 h 329514"/>
              <a:gd name="connsiteX15" fmla="*/ 17176 w 1244614"/>
              <a:gd name="connsiteY15" fmla="*/ 189471 h 329514"/>
              <a:gd name="connsiteX16" fmla="*/ 701 w 1244614"/>
              <a:gd name="connsiteY16" fmla="*/ 0 h 329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44614" h="329514">
                <a:moveTo>
                  <a:pt x="1244614" y="41190"/>
                </a:moveTo>
                <a:cubicBezTo>
                  <a:pt x="1228138" y="60412"/>
                  <a:pt x="1209705" y="78115"/>
                  <a:pt x="1195187" y="98855"/>
                </a:cubicBezTo>
                <a:cubicBezTo>
                  <a:pt x="1190207" y="105969"/>
                  <a:pt x="1192280" y="116714"/>
                  <a:pt x="1186949" y="123568"/>
                </a:cubicBezTo>
                <a:cubicBezTo>
                  <a:pt x="1172644" y="141960"/>
                  <a:pt x="1153998" y="156519"/>
                  <a:pt x="1137522" y="172995"/>
                </a:cubicBezTo>
                <a:cubicBezTo>
                  <a:pt x="1129284" y="181233"/>
                  <a:pt x="1122502" y="191247"/>
                  <a:pt x="1112809" y="197709"/>
                </a:cubicBezTo>
                <a:cubicBezTo>
                  <a:pt x="1093221" y="210768"/>
                  <a:pt x="1045462" y="243739"/>
                  <a:pt x="1022193" y="255373"/>
                </a:cubicBezTo>
                <a:cubicBezTo>
                  <a:pt x="1008966" y="261986"/>
                  <a:pt x="995167" y="267600"/>
                  <a:pt x="981003" y="271849"/>
                </a:cubicBezTo>
                <a:cubicBezTo>
                  <a:pt x="967592" y="275872"/>
                  <a:pt x="953482" y="277050"/>
                  <a:pt x="939814" y="280087"/>
                </a:cubicBezTo>
                <a:cubicBezTo>
                  <a:pt x="907439" y="287282"/>
                  <a:pt x="900454" y="291595"/>
                  <a:pt x="865674" y="296563"/>
                </a:cubicBezTo>
                <a:cubicBezTo>
                  <a:pt x="841058" y="300079"/>
                  <a:pt x="816207" y="301716"/>
                  <a:pt x="791533" y="304800"/>
                </a:cubicBezTo>
                <a:cubicBezTo>
                  <a:pt x="726483" y="312931"/>
                  <a:pt x="723578" y="315096"/>
                  <a:pt x="651490" y="329514"/>
                </a:cubicBezTo>
                <a:lnTo>
                  <a:pt x="116030" y="321276"/>
                </a:lnTo>
                <a:cubicBezTo>
                  <a:pt x="104400" y="320592"/>
                  <a:pt x="100267" y="304021"/>
                  <a:pt x="91317" y="296563"/>
                </a:cubicBezTo>
                <a:cubicBezTo>
                  <a:pt x="83711" y="290225"/>
                  <a:pt x="74841" y="285579"/>
                  <a:pt x="66603" y="280087"/>
                </a:cubicBezTo>
                <a:cubicBezTo>
                  <a:pt x="42949" y="248549"/>
                  <a:pt x="40492" y="249365"/>
                  <a:pt x="25414" y="214184"/>
                </a:cubicBezTo>
                <a:cubicBezTo>
                  <a:pt x="21993" y="206203"/>
                  <a:pt x="18995" y="197962"/>
                  <a:pt x="17176" y="189471"/>
                </a:cubicBezTo>
                <a:cubicBezTo>
                  <a:pt x="-5193" y="85079"/>
                  <a:pt x="701" y="109544"/>
                  <a:pt x="701" y="0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 5"/>
          <p:cNvSpPr/>
          <p:nvPr/>
        </p:nvSpPr>
        <p:spPr>
          <a:xfrm>
            <a:off x="2454876" y="2716564"/>
            <a:ext cx="263610" cy="207868"/>
          </a:xfrm>
          <a:custGeom>
            <a:avLst/>
            <a:gdLst>
              <a:gd name="connsiteX0" fmla="*/ 0 w 263610"/>
              <a:gd name="connsiteY0" fmla="*/ 207868 h 207868"/>
              <a:gd name="connsiteX1" fmla="*/ 32951 w 263610"/>
              <a:gd name="connsiteY1" fmla="*/ 117252 h 207868"/>
              <a:gd name="connsiteX2" fmla="*/ 41189 w 263610"/>
              <a:gd name="connsiteY2" fmla="*/ 92539 h 207868"/>
              <a:gd name="connsiteX3" fmla="*/ 49427 w 263610"/>
              <a:gd name="connsiteY3" fmla="*/ 67825 h 207868"/>
              <a:gd name="connsiteX4" fmla="*/ 65902 w 263610"/>
              <a:gd name="connsiteY4" fmla="*/ 43112 h 207868"/>
              <a:gd name="connsiteX5" fmla="*/ 74140 w 263610"/>
              <a:gd name="connsiteY5" fmla="*/ 1922 h 207868"/>
              <a:gd name="connsiteX6" fmla="*/ 98854 w 263610"/>
              <a:gd name="connsiteY6" fmla="*/ 10160 h 207868"/>
              <a:gd name="connsiteX7" fmla="*/ 148281 w 263610"/>
              <a:gd name="connsiteY7" fmla="*/ 43112 h 207868"/>
              <a:gd name="connsiteX8" fmla="*/ 172994 w 263610"/>
              <a:gd name="connsiteY8" fmla="*/ 67825 h 207868"/>
              <a:gd name="connsiteX9" fmla="*/ 197708 w 263610"/>
              <a:gd name="connsiteY9" fmla="*/ 76063 h 207868"/>
              <a:gd name="connsiteX10" fmla="*/ 222421 w 263610"/>
              <a:gd name="connsiteY10" fmla="*/ 92539 h 207868"/>
              <a:gd name="connsiteX11" fmla="*/ 247135 w 263610"/>
              <a:gd name="connsiteY11" fmla="*/ 100777 h 207868"/>
              <a:gd name="connsiteX12" fmla="*/ 263610 w 263610"/>
              <a:gd name="connsiteY12" fmla="*/ 125490 h 20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3610" h="207868">
                <a:moveTo>
                  <a:pt x="0" y="207868"/>
                </a:moveTo>
                <a:cubicBezTo>
                  <a:pt x="22925" y="150552"/>
                  <a:pt x="11798" y="180710"/>
                  <a:pt x="32951" y="117252"/>
                </a:cubicBezTo>
                <a:lnTo>
                  <a:pt x="41189" y="92539"/>
                </a:lnTo>
                <a:cubicBezTo>
                  <a:pt x="43935" y="84301"/>
                  <a:pt x="44610" y="75050"/>
                  <a:pt x="49427" y="67825"/>
                </a:cubicBezTo>
                <a:lnTo>
                  <a:pt x="65902" y="43112"/>
                </a:lnTo>
                <a:cubicBezTo>
                  <a:pt x="68648" y="29382"/>
                  <a:pt x="64239" y="11823"/>
                  <a:pt x="74140" y="1922"/>
                </a:cubicBezTo>
                <a:cubicBezTo>
                  <a:pt x="80280" y="-4218"/>
                  <a:pt x="91263" y="5943"/>
                  <a:pt x="98854" y="10160"/>
                </a:cubicBezTo>
                <a:cubicBezTo>
                  <a:pt x="116163" y="19777"/>
                  <a:pt x="131805" y="32128"/>
                  <a:pt x="148281" y="43112"/>
                </a:cubicBezTo>
                <a:cubicBezTo>
                  <a:pt x="157974" y="49574"/>
                  <a:pt x="163301" y="61363"/>
                  <a:pt x="172994" y="67825"/>
                </a:cubicBezTo>
                <a:cubicBezTo>
                  <a:pt x="180219" y="72642"/>
                  <a:pt x="189470" y="73317"/>
                  <a:pt x="197708" y="76063"/>
                </a:cubicBezTo>
                <a:cubicBezTo>
                  <a:pt x="205946" y="81555"/>
                  <a:pt x="213566" y="88111"/>
                  <a:pt x="222421" y="92539"/>
                </a:cubicBezTo>
                <a:cubicBezTo>
                  <a:pt x="230188" y="96422"/>
                  <a:pt x="240354" y="95352"/>
                  <a:pt x="247135" y="100777"/>
                </a:cubicBezTo>
                <a:cubicBezTo>
                  <a:pt x="254866" y="106962"/>
                  <a:pt x="263610" y="125490"/>
                  <a:pt x="263610" y="125490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719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esktop\리액트 (20.08.15)\참고자료 - 리액트 맵 렌더링\예제2 - 리스트 map 렌더링 + state (4계절)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718" y="-1"/>
            <a:ext cx="6178894" cy="6629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499992" y="2790220"/>
            <a:ext cx="41044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s</a:t>
            </a:r>
            <a:r>
              <a:rPr lang="en-US" altLang="ko-KR" b="1" dirty="0" smtClean="0">
                <a:solidFill>
                  <a:srgbClr val="FF0000"/>
                </a:solidFill>
              </a:rPr>
              <a:t>easons</a:t>
            </a:r>
            <a:r>
              <a:rPr lang="ko-KR" altLang="en-US" b="1" dirty="0" smtClean="0">
                <a:solidFill>
                  <a:srgbClr val="FF0000"/>
                </a:solidFill>
              </a:rPr>
              <a:t>에서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값을 </a:t>
            </a:r>
            <a:r>
              <a:rPr lang="en-US" altLang="ko-KR" b="1" dirty="0" smtClean="0">
                <a:solidFill>
                  <a:srgbClr val="FF0000"/>
                </a:solidFill>
              </a:rPr>
              <a:t>season</a:t>
            </a:r>
            <a:r>
              <a:rPr lang="ko-KR" altLang="en-US" b="1" dirty="0" smtClean="0">
                <a:solidFill>
                  <a:srgbClr val="FF0000"/>
                </a:solidFill>
              </a:rPr>
              <a:t>으로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i</a:t>
            </a:r>
            <a:r>
              <a:rPr lang="en-US" altLang="ko-KR" b="1" dirty="0" smtClean="0">
                <a:solidFill>
                  <a:srgbClr val="FF0000"/>
                </a:solidFill>
              </a:rPr>
              <a:t>ndex</a:t>
            </a:r>
            <a:r>
              <a:rPr lang="ko-KR" altLang="en-US" b="1" dirty="0" smtClean="0">
                <a:solidFill>
                  <a:srgbClr val="FF0000"/>
                </a:solidFill>
              </a:rPr>
              <a:t>번호를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i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로</a:t>
            </a:r>
            <a:r>
              <a:rPr lang="ko-KR" altLang="en-US" b="1" dirty="0" smtClean="0">
                <a:solidFill>
                  <a:srgbClr val="FF0000"/>
                </a:solidFill>
              </a:rPr>
              <a:t> 가져와서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&lt;li key={</a:t>
            </a:r>
            <a:r>
              <a:rPr lang="en-US" altLang="ko-KR" b="1" dirty="0" err="1" smtClean="0">
                <a:solidFill>
                  <a:srgbClr val="FF0000"/>
                </a:solidFill>
              </a:rPr>
              <a:t>i</a:t>
            </a:r>
            <a:r>
              <a:rPr lang="en-US" altLang="ko-KR" b="1" dirty="0" smtClean="0">
                <a:solidFill>
                  <a:srgbClr val="FF0000"/>
                </a:solidFill>
              </a:rPr>
              <a:t>}&gt;{season}&lt;/li&gt;</a:t>
            </a:r>
          </a:p>
          <a:p>
            <a:r>
              <a:rPr lang="ko-KR" altLang="en-US" b="1" dirty="0" err="1" smtClean="0">
                <a:solidFill>
                  <a:srgbClr val="FF0000"/>
                </a:solidFill>
              </a:rPr>
              <a:t>로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맵핑</a:t>
            </a:r>
            <a:r>
              <a:rPr lang="ko-KR" altLang="en-US" b="1" dirty="0" smtClean="0">
                <a:solidFill>
                  <a:srgbClr val="FF0000"/>
                </a:solidFill>
              </a:rPr>
              <a:t> 시킴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475656" y="2790220"/>
            <a:ext cx="3024336" cy="135886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414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esktop\리액트 (20.08.15)\참고자료 - 리액트 맵 렌더링\예제2 - 리스트 map 렌더링 + state (4계절)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718" y="-1"/>
            <a:ext cx="6178894" cy="6629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295720" y="4653136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맵핑이</a:t>
            </a:r>
            <a:r>
              <a:rPr lang="ko-KR" altLang="en-US" b="1" dirty="0" smtClean="0">
                <a:solidFill>
                  <a:srgbClr val="FF0000"/>
                </a:solidFill>
              </a:rPr>
              <a:t> 완료된 리스트 출력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2130625" y="5013176"/>
            <a:ext cx="1145231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313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esktop\리액트 (20.08.15)\참고자료 - 리액트 맵 렌더링\예제2 - 리스트 map 렌더링 + state (4계절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85"/>
            <a:ext cx="7308304" cy="4567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2992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2992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522711"/>
          </a:xfrm>
        </p:spPr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42253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</Words>
  <Application>Microsoft Office PowerPoint</Application>
  <PresentationFormat>화면 슬라이드 쇼(4:3)</PresentationFormat>
  <Paragraphs>10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리액트 맵 렌러딩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맵 렌러딩</dc:title>
  <dc:creator>Microsoft Corporation</dc:creator>
  <cp:lastModifiedBy>Windows 사용자</cp:lastModifiedBy>
  <cp:revision>6</cp:revision>
  <dcterms:created xsi:type="dcterms:W3CDTF">2006-10-05T04:04:58Z</dcterms:created>
  <dcterms:modified xsi:type="dcterms:W3CDTF">2020-08-18T06:43:40Z</dcterms:modified>
</cp:coreProperties>
</file>