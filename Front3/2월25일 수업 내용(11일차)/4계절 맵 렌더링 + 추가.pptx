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67" r:id="rId7"/>
    <p:sldId id="268" r:id="rId8"/>
    <p:sldId id="262" r:id="rId9"/>
    <p:sldId id="263" r:id="rId10"/>
    <p:sldId id="259" r:id="rId11"/>
    <p:sldId id="264" r:id="rId12"/>
    <p:sldId id="265" r:id="rId13"/>
    <p:sldId id="26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3 - 예제2에 리스트 추가삽입 기능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346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3 - 예제2에 리스트 추가삽입 기능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" y="0"/>
            <a:ext cx="8672602" cy="345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44008" y="10145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e</a:t>
            </a:r>
            <a:r>
              <a:rPr lang="ko-KR" altLang="en-US" b="1" dirty="0" smtClean="0">
                <a:solidFill>
                  <a:srgbClr val="FF0000"/>
                </a:solidFill>
              </a:rPr>
              <a:t>는 이벤트 객체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23728" y="1052736"/>
            <a:ext cx="7020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이벤트가 발생한 곳의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이벤트가 </a:t>
            </a:r>
            <a:r>
              <a:rPr lang="ko-KR" altLang="en-US" b="1" dirty="0">
                <a:solidFill>
                  <a:srgbClr val="FF0000"/>
                </a:solidFill>
              </a:rPr>
              <a:t>발생한 곳의 </a:t>
            </a:r>
            <a:r>
              <a:rPr lang="en-US" altLang="ko-KR" b="1" dirty="0">
                <a:solidFill>
                  <a:srgbClr val="FF0000"/>
                </a:solidFill>
              </a:rPr>
              <a:t>value</a:t>
            </a:r>
            <a:r>
              <a:rPr lang="ko-KR" altLang="en-US" b="1" dirty="0">
                <a:solidFill>
                  <a:srgbClr val="FF0000"/>
                </a:solidFill>
              </a:rPr>
              <a:t>를 대입</a:t>
            </a:r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635896" y="332656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123728" y="1035284"/>
            <a:ext cx="388843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3 - 예제2에 리스트 추가삽입 기능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" y="0"/>
            <a:ext cx="8672602" cy="345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0" y="164092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e</a:t>
            </a:r>
            <a:r>
              <a:rPr lang="ko-KR" altLang="en-US" b="1" dirty="0" smtClean="0">
                <a:solidFill>
                  <a:srgbClr val="FF0000"/>
                </a:solidFill>
              </a:rPr>
              <a:t>는 이벤트 객체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455876" y="1916832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123728" y="2564904"/>
            <a:ext cx="640871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52793" y="2852936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함수가 불리면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seasons </a:t>
            </a:r>
            <a:r>
              <a:rPr lang="ko-KR" altLang="en-US" b="1" dirty="0" smtClean="0">
                <a:solidFill>
                  <a:srgbClr val="FF0000"/>
                </a:solidFill>
              </a:rPr>
              <a:t>배열에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값을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이어붙임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배열에 원소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55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3 - 예제2에 리스트 추가삽입 기능 (4계절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" y="0"/>
            <a:ext cx="5562600" cy="659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44008" y="35332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상태값을</a:t>
            </a:r>
            <a:r>
              <a:rPr lang="ko-KR" altLang="en-US" b="1" dirty="0" smtClean="0">
                <a:solidFill>
                  <a:srgbClr val="FF0000"/>
                </a:solidFill>
              </a:rPr>
              <a:t> 각각 대입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seasons</a:t>
            </a:r>
            <a:r>
              <a:rPr lang="ko-KR" altLang="en-US" b="1" dirty="0" smtClean="0">
                <a:solidFill>
                  <a:srgbClr val="FF0000"/>
                </a:solidFill>
              </a:rPr>
              <a:t>에는 </a:t>
            </a:r>
            <a:r>
              <a:rPr lang="en-US" altLang="ko-KR" b="1" dirty="0" smtClean="0">
                <a:solidFill>
                  <a:srgbClr val="FF0000"/>
                </a:solidFill>
              </a:rPr>
              <a:t>seasons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에는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16016" y="1196752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this </a:t>
            </a:r>
            <a:r>
              <a:rPr lang="ko-KR" altLang="en-US" b="1" dirty="0" smtClean="0">
                <a:solidFill>
                  <a:srgbClr val="FF0000"/>
                </a:solidFill>
              </a:rPr>
              <a:t>바인딩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259632" y="764704"/>
            <a:ext cx="32403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259632" y="1196752"/>
            <a:ext cx="40324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3 - 예제2에 리스트 추가삽입 기능 (4계절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" y="0"/>
            <a:ext cx="5562600" cy="659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1835696" y="4221088"/>
            <a:ext cx="22322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67944" y="3885602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값이 변하면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mapTestChange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호출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20344" y="4869160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[e.target.name]:[</a:t>
            </a:r>
            <a:r>
              <a:rPr lang="en-US" altLang="ko-KR" b="1" dirty="0" err="1" smtClean="0">
                <a:solidFill>
                  <a:srgbClr val="FF0000"/>
                </a:solidFill>
              </a:rPr>
              <a:t>e.target.value</a:t>
            </a:r>
            <a:r>
              <a:rPr lang="en-US" altLang="ko-KR" b="1" dirty="0" smtClean="0">
                <a:solidFill>
                  <a:srgbClr val="FF0000"/>
                </a:solidFill>
              </a:rPr>
              <a:t>]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[name]:{name}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[name</a:t>
            </a:r>
            <a:r>
              <a:rPr lang="en-US" altLang="ko-KR" b="1" dirty="0" smtClean="0">
                <a:solidFill>
                  <a:srgbClr val="FF0000"/>
                </a:solidFill>
              </a:rPr>
              <a:t>]:””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입력해서 </a:t>
            </a:r>
            <a:r>
              <a:rPr lang="en-US" altLang="ko-KR" b="1" dirty="0" smtClean="0">
                <a:solidFill>
                  <a:srgbClr val="FF0000"/>
                </a:solidFill>
              </a:rPr>
              <a:t>value</a:t>
            </a:r>
            <a:r>
              <a:rPr lang="ko-KR" altLang="en-US" b="1" dirty="0" smtClean="0">
                <a:solidFill>
                  <a:srgbClr val="FF0000"/>
                </a:solidFill>
              </a:rPr>
              <a:t>값이 바뀌면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[name]:”new”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835696" y="3573016"/>
            <a:ext cx="9600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835696" y="4005064"/>
            <a:ext cx="9600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3 - 예제2에 리스트 추가삽입 기능 (4계절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" y="0"/>
            <a:ext cx="5562600" cy="659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1679577" y="4653136"/>
            <a:ext cx="389742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20344" y="4869160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추가하면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값이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seasons </a:t>
            </a:r>
            <a:r>
              <a:rPr lang="ko-KR" altLang="en-US" b="1" dirty="0" smtClean="0">
                <a:solidFill>
                  <a:srgbClr val="FF0000"/>
                </a:solidFill>
              </a:rPr>
              <a:t>배열에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79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5)\참고자료 - 리액트 맵 렌더링\예제3 - 예제2에 리스트 추가삽입 기능 (4계절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85"/>
            <a:ext cx="8532440" cy="437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5)\참고자료 - 리액트 맵 렌더링\예제3 - 예제2에 리스트 추가삽입 기능 (4계절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17" y="607"/>
            <a:ext cx="8349884" cy="610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5)\참고자료 - 리액트 맵 렌더링\예제3 - 예제2에 리스트 추가삽입 기능 (4계절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573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5)\참고자료 - 리액트 맵 렌더링\예제3 - 예제2에 리스트 추가삽입 기능 (4계절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0"/>
            <a:ext cx="6876256" cy="526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88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5)\참고자료 - 리액트 맵 렌더링\예제3 - 예제2에 리스트 추가삽입 기능 (4계절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44208" cy="528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882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76</Words>
  <Application>Microsoft Office PowerPoint</Application>
  <PresentationFormat>화면 슬라이드 쇼(4:3)</PresentationFormat>
  <Paragraphs>22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Windows 사용자</cp:lastModifiedBy>
  <cp:revision>7</cp:revision>
  <dcterms:created xsi:type="dcterms:W3CDTF">2006-10-05T04:04:58Z</dcterms:created>
  <dcterms:modified xsi:type="dcterms:W3CDTF">2020-08-18T07:01:03Z</dcterms:modified>
</cp:coreProperties>
</file>