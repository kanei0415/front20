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8" r:id="rId4"/>
    <p:sldId id="262" r:id="rId5"/>
    <p:sldId id="263" r:id="rId6"/>
    <p:sldId id="264" r:id="rId7"/>
    <p:sldId id="265" r:id="rId8"/>
    <p:sldId id="269" r:id="rId9"/>
    <p:sldId id="266" r:id="rId10"/>
    <p:sldId id="260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106" autoAdjust="0"/>
  </p:normalViewPr>
  <p:slideViewPr>
    <p:cSldViewPr>
      <p:cViewPr>
        <p:scale>
          <a:sx n="100" d="100"/>
          <a:sy n="100" d="100"/>
        </p:scale>
        <p:origin x="-29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B89C-38DD-4F65-B53E-7821BF7B5615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404AD-EE7A-4B3A-B09E-A359117C5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89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o.reactjs.org/docs/strict-mode.html#identifying-unsafe-lifecycles" TargetMode="External"/><Relationship Id="rId7" Type="http://schemas.openxmlformats.org/officeDocument/2006/relationships/hyperlink" Target="https://ko.reactjs.org/docs/strict-mode.html#detecting-legacy-context-api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o.reactjs.org/docs/strict-mode.html#detecting-unexpected-side-effects" TargetMode="External"/><Relationship Id="rId5" Type="http://schemas.openxmlformats.org/officeDocument/2006/relationships/hyperlink" Target="https://ko.reactjs.org/docs/strict-mode.html#warning-about-deprecated-finddomnode-usage" TargetMode="External"/><Relationship Id="rId4" Type="http://schemas.openxmlformats.org/officeDocument/2006/relationships/hyperlink" Target="https://ko.reactjs.org/docs/strict-mode.html#warning-about-legacy-string-ref-api-usag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u="non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StrictMode</a:t>
            </a:r>
            <a:r>
              <a:rPr lang="ko-KR" altLang="en-US" sz="1200" b="0" i="0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아래와 같은 부분에서 도움이 됩니다</a:t>
            </a:r>
            <a:r>
              <a:rPr lang="en-US" altLang="ko-KR" sz="1200" b="0" i="0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안전하지 않은 생명주기를 사용하는 컴포넌트 발견</a:t>
            </a:r>
            <a:endParaRPr lang="ko-KR" altLang="en-US" sz="1200" b="0" i="0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레거시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문자열 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ref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사용에 대한 경고</a:t>
            </a:r>
            <a:endParaRPr lang="ko-KR" altLang="en-US" sz="1200" b="0" i="0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권장되지 않는 </a:t>
            </a:r>
            <a:r>
              <a:rPr lang="en-US" altLang="ko-K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findDOMNode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사용에 대한 경고</a:t>
            </a:r>
            <a:endParaRPr lang="ko-KR" altLang="en-US" sz="1200" b="0" i="0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예상치 못한 부작용 검사</a:t>
            </a:r>
            <a:endParaRPr lang="ko-KR" altLang="en-US" sz="1200" b="0" i="0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레거시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 </a:t>
            </a:r>
            <a:r>
              <a:rPr lang="en-US" altLang="ko-K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context API </a:t>
            </a:r>
            <a:r>
              <a:rPr lang="ko-KR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검사</a:t>
            </a:r>
            <a:endParaRPr lang="ko-KR" altLang="en-US" sz="1200" b="0" i="0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404AD-EE7A-4B3A-B09E-A359117C54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53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시작하기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기초 예제 분석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" y="0"/>
            <a:ext cx="5932614" cy="606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44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392"/>
            <a:ext cx="7429500" cy="605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5952452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최종 화면은 여기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8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392" cy="434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4136" y="4437112"/>
            <a:ext cx="4795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메인 화면 구성하는 곳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메인 화면 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렌더링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48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451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4136" y="4725144"/>
            <a:ext cx="6884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메인 화면을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root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에 연결해주는 곳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3768" y="2852936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App.js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를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root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에 연결시킴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04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524328" cy="360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0080" y="3861048"/>
            <a:ext cx="6884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css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파일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04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2040" cy="656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491880" y="2492896"/>
            <a:ext cx="5652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버전 등등 정보가 들어있는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json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파일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19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12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139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72</Words>
  <Application>Microsoft Office PowerPoint</Application>
  <PresentationFormat>화면 슬라이드 쇼(4:3)</PresentationFormat>
  <Paragraphs>18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리액트 시작하기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15</cp:revision>
  <dcterms:created xsi:type="dcterms:W3CDTF">2006-10-05T04:04:58Z</dcterms:created>
  <dcterms:modified xsi:type="dcterms:W3CDTF">2020-08-13T03:55:31Z</dcterms:modified>
</cp:coreProperties>
</file>