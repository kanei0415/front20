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7" r:id="rId7"/>
    <p:sldId id="268" r:id="rId8"/>
    <p:sldId id="262" r:id="rId9"/>
    <p:sldId id="263" r:id="rId10"/>
    <p:sldId id="264" r:id="rId11"/>
    <p:sldId id="265" r:id="rId12"/>
    <p:sldId id="269" r:id="rId13"/>
    <p:sldId id="260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시작하기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코드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샌드박스</a:t>
            </a:r>
            <a:r>
              <a:rPr lang="ko-KR" altLang="en-US" b="1" dirty="0" smtClean="0">
                <a:solidFill>
                  <a:srgbClr val="FF0000"/>
                </a:solidFill>
              </a:rPr>
              <a:t> 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96250" cy="538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8620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51"/>
            <a:ext cx="8028384" cy="6533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2893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86903" cy="5157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" y="23986"/>
            <a:ext cx="9141793" cy="4417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4483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" y="0"/>
            <a:ext cx="5932614" cy="6060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44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9392"/>
            <a:ext cx="7429500" cy="605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88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00392" cy="434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448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8344" cy="451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604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524328" cy="3605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6041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932040" cy="6569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932040" y="1988840"/>
            <a:ext cx="4211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 smtClean="0">
                <a:solidFill>
                  <a:srgbClr val="FF0000"/>
                </a:solidFill>
              </a:rPr>
              <a:t>json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이 뭔지 아나요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?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190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120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1396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</Words>
  <Application>Microsoft Office PowerPoint</Application>
  <PresentationFormat>화면 슬라이드 쇼(4:3)</PresentationFormat>
  <Paragraphs>4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리액트 시작하기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jj</cp:lastModifiedBy>
  <cp:revision>12</cp:revision>
  <dcterms:created xsi:type="dcterms:W3CDTF">2006-10-05T04:04:58Z</dcterms:created>
  <dcterms:modified xsi:type="dcterms:W3CDTF">2020-08-05T11:51:31Z</dcterms:modified>
</cp:coreProperties>
</file>