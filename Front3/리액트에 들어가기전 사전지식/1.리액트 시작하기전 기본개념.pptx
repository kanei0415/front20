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69" r:id="rId3"/>
    <p:sldId id="270" r:id="rId4"/>
    <p:sldId id="266" r:id="rId5"/>
    <p:sldId id="273" r:id="rId6"/>
    <p:sldId id="283" r:id="rId7"/>
    <p:sldId id="284" r:id="rId8"/>
    <p:sldId id="272" r:id="rId9"/>
    <p:sldId id="285" r:id="rId10"/>
    <p:sldId id="280" r:id="rId11"/>
    <p:sldId id="271" r:id="rId12"/>
    <p:sldId id="267" r:id="rId13"/>
    <p:sldId id="268" r:id="rId14"/>
    <p:sldId id="274" r:id="rId15"/>
    <p:sldId id="275" r:id="rId16"/>
    <p:sldId id="276" r:id="rId17"/>
    <p:sldId id="282" r:id="rId18"/>
    <p:sldId id="277" r:id="rId19"/>
    <p:sldId id="278" r:id="rId20"/>
    <p:sldId id="260" r:id="rId21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8F4CF2-250A-4FF4-95A6-030054CE64BD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0C9E99-C3C1-40B8-832F-0A878D3518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5525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 smtClean="0"/>
              <a:t>리액트</a:t>
            </a:r>
            <a:r>
              <a:rPr lang="ko-KR" altLang="en-US" b="1" dirty="0" smtClean="0"/>
              <a:t> 시작하기 전 기본 개념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914465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smtClean="0"/>
              <a:t>1. DOM</a:t>
            </a:r>
            <a:br>
              <a:rPr lang="en-US" altLang="ko-KR" b="1" dirty="0" smtClean="0"/>
            </a:br>
            <a:r>
              <a:rPr lang="en-US" altLang="ko-KR" b="1" dirty="0" smtClean="0"/>
              <a:t>2. Virtual DOM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509247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smtClean="0"/>
              <a:t>1. DOM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665553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507327" y="548680"/>
            <a:ext cx="828092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/>
              <a:t>문서 객체 모델 </a:t>
            </a:r>
            <a:r>
              <a:rPr lang="en-US" altLang="ko-KR" sz="2800" b="1" dirty="0"/>
              <a:t>(Document Object Model)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323527" y="2372980"/>
            <a:ext cx="8464719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/>
              <a:t>문서 객체 모델은 객체 지향 모델로써 </a:t>
            </a:r>
            <a:endParaRPr lang="en-US" altLang="ko-KR" sz="2800" b="1" dirty="0" smtClean="0"/>
          </a:p>
          <a:p>
            <a:endParaRPr lang="en-US" altLang="ko-KR" sz="2800" b="1" dirty="0"/>
          </a:p>
          <a:p>
            <a:r>
              <a:rPr lang="ko-KR" altLang="en-US" sz="2800" b="1" dirty="0" smtClean="0"/>
              <a:t>구조화된 </a:t>
            </a:r>
            <a:r>
              <a:rPr lang="ko-KR" altLang="en-US" sz="2800" b="1" dirty="0"/>
              <a:t>문서를 표현하는 형식이다</a:t>
            </a:r>
            <a:r>
              <a:rPr lang="en-US" altLang="ko-KR" sz="2800" b="1" dirty="0"/>
              <a:t>. </a:t>
            </a:r>
            <a:endParaRPr lang="en-US" altLang="ko-KR" sz="2800" b="1" dirty="0" smtClean="0"/>
          </a:p>
          <a:p>
            <a:endParaRPr lang="en-US" altLang="ko-KR" sz="2800" b="1" dirty="0"/>
          </a:p>
          <a:p>
            <a:r>
              <a:rPr lang="en-US" altLang="ko-KR" sz="2800" b="1" dirty="0" smtClean="0"/>
              <a:t>DOM</a:t>
            </a:r>
            <a:r>
              <a:rPr lang="ko-KR" altLang="en-US" sz="2800" b="1" dirty="0"/>
              <a:t>은 플랫폼</a:t>
            </a:r>
            <a:r>
              <a:rPr lang="en-US" altLang="ko-KR" sz="2800" b="1" dirty="0"/>
              <a:t>/</a:t>
            </a:r>
            <a:r>
              <a:rPr lang="ko-KR" altLang="en-US" sz="2800" b="1" dirty="0"/>
              <a:t>언어 중립적으로 </a:t>
            </a:r>
            <a:endParaRPr lang="en-US" altLang="ko-KR" sz="2800" b="1" dirty="0" smtClean="0"/>
          </a:p>
          <a:p>
            <a:endParaRPr lang="en-US" altLang="ko-KR" sz="2800" b="1" dirty="0"/>
          </a:p>
          <a:p>
            <a:r>
              <a:rPr lang="ko-KR" altLang="en-US" sz="2800" b="1" dirty="0" smtClean="0"/>
              <a:t>구조화된 </a:t>
            </a:r>
            <a:r>
              <a:rPr lang="ko-KR" altLang="en-US" sz="2800" b="1" dirty="0"/>
              <a:t>문서를 표현하는 </a:t>
            </a:r>
            <a:r>
              <a:rPr lang="en-US" altLang="ko-KR" sz="2800" b="1" dirty="0"/>
              <a:t>W3C</a:t>
            </a:r>
            <a:r>
              <a:rPr lang="ko-KR" altLang="en-US" sz="2800" b="1" dirty="0"/>
              <a:t>의 공식 표준이다</a:t>
            </a:r>
            <a:r>
              <a:rPr lang="en-US" altLang="ko-KR" sz="2800" b="1" dirty="0"/>
              <a:t>.</a:t>
            </a:r>
            <a:endParaRPr lang="ko-KR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393283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Administrator\Desktop\select-an-individual-element-nod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32656"/>
            <a:ext cx="8471708" cy="4536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제목 1"/>
          <p:cNvSpPr txBox="1">
            <a:spLocks/>
          </p:cNvSpPr>
          <p:nvPr/>
        </p:nvSpPr>
        <p:spPr>
          <a:xfrm>
            <a:off x="169370" y="508518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 smtClean="0"/>
              <a:t>DOM </a:t>
            </a:r>
            <a:r>
              <a:rPr lang="ko-KR" altLang="en-US" b="1" dirty="0" smtClean="0"/>
              <a:t>구조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0043968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716016" cy="6724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923928" y="3861048"/>
            <a:ext cx="4680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solidFill>
                  <a:srgbClr val="FF0000"/>
                </a:solidFill>
              </a:rPr>
              <a:t>이런 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HTML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구조가 있다고 할 때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7996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Administrator\Desktop\select-an-individual-element-nod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32656"/>
            <a:ext cx="8471708" cy="4536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제목 1"/>
          <p:cNvSpPr txBox="1">
            <a:spLocks/>
          </p:cNvSpPr>
          <p:nvPr/>
        </p:nvSpPr>
        <p:spPr>
          <a:xfrm>
            <a:off x="169370" y="508518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 smtClean="0"/>
              <a:t>DOM </a:t>
            </a:r>
            <a:r>
              <a:rPr lang="ko-KR" altLang="en-US" b="1" dirty="0" smtClean="0"/>
              <a:t>구조</a:t>
            </a:r>
            <a:endParaRPr lang="ko-KR" alt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134872" y="4941168"/>
            <a:ext cx="72224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solidFill>
                  <a:srgbClr val="FF0000"/>
                </a:solidFill>
              </a:rPr>
              <a:t>이런 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DOM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트리가 생성된다는 말입니다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.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5256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Administrator\Desktop\wvbwscn7oadykroobdd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32656"/>
            <a:ext cx="8568952" cy="3969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제목 1"/>
          <p:cNvSpPr txBox="1">
            <a:spLocks/>
          </p:cNvSpPr>
          <p:nvPr/>
        </p:nvSpPr>
        <p:spPr>
          <a:xfrm>
            <a:off x="169370" y="508518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dirty="0" smtClean="0"/>
              <a:t>브라우저의 작동 방식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41563255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Administrator\Desktop\wvbwscn7oadykroobdd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32656"/>
            <a:ext cx="8568952" cy="3969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제목 1"/>
          <p:cNvSpPr txBox="1">
            <a:spLocks/>
          </p:cNvSpPr>
          <p:nvPr/>
        </p:nvSpPr>
        <p:spPr>
          <a:xfrm>
            <a:off x="169370" y="508518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dirty="0" smtClean="0"/>
              <a:t>브라우저의 작동 방식</a:t>
            </a:r>
            <a:endParaRPr lang="ko-KR" alt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-18256" y="4365104"/>
            <a:ext cx="89827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solidFill>
                  <a:srgbClr val="FF0000"/>
                </a:solidFill>
              </a:rPr>
              <a:t>HTML Parser(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구문 분석기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)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가 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DOM TREE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를 분석하고</a:t>
            </a:r>
            <a:endParaRPr lang="en-US" altLang="ko-KR" sz="2400" b="1" dirty="0" smtClean="0">
              <a:solidFill>
                <a:srgbClr val="FF0000"/>
              </a:solidFill>
            </a:endParaRPr>
          </a:p>
          <a:p>
            <a:r>
              <a:rPr lang="en-US" altLang="ko-KR" sz="2400" b="1" dirty="0" smtClean="0">
                <a:solidFill>
                  <a:srgbClr val="FF0000"/>
                </a:solidFill>
              </a:rPr>
              <a:t>CSS </a:t>
            </a:r>
            <a:r>
              <a:rPr lang="en-US" altLang="ko-KR" sz="2400" b="1" dirty="0">
                <a:solidFill>
                  <a:srgbClr val="FF0000"/>
                </a:solidFill>
              </a:rPr>
              <a:t>Parser(</a:t>
            </a:r>
            <a:r>
              <a:rPr lang="ko-KR" altLang="en-US" sz="2400" b="1" dirty="0">
                <a:solidFill>
                  <a:srgbClr val="FF0000"/>
                </a:solidFill>
              </a:rPr>
              <a:t>구문 분석기</a:t>
            </a:r>
            <a:r>
              <a:rPr lang="en-US" altLang="ko-KR" sz="2400" b="1" dirty="0">
                <a:solidFill>
                  <a:srgbClr val="FF0000"/>
                </a:solidFill>
              </a:rPr>
              <a:t>)</a:t>
            </a:r>
            <a:r>
              <a:rPr lang="ko-KR" altLang="en-US" sz="2400" b="1" dirty="0">
                <a:solidFill>
                  <a:srgbClr val="FF0000"/>
                </a:solidFill>
              </a:rPr>
              <a:t>가 </a:t>
            </a:r>
            <a:r>
              <a:rPr lang="en-US" altLang="ko-KR" sz="2400" b="1" dirty="0">
                <a:solidFill>
                  <a:srgbClr val="FF0000"/>
                </a:solidFill>
              </a:rPr>
              <a:t>DOM TREE</a:t>
            </a:r>
            <a:r>
              <a:rPr lang="ko-KR" altLang="en-US" sz="2400" b="1" dirty="0">
                <a:solidFill>
                  <a:srgbClr val="FF0000"/>
                </a:solidFill>
              </a:rPr>
              <a:t>를 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분석하고</a:t>
            </a:r>
            <a:endParaRPr lang="en-US" altLang="ko-KR" sz="2400" b="1" dirty="0" smtClean="0">
              <a:solidFill>
                <a:srgbClr val="FF0000"/>
              </a:solidFill>
            </a:endParaRPr>
          </a:p>
          <a:p>
            <a:r>
              <a:rPr lang="ko-KR" altLang="en-US" sz="2400" b="1" dirty="0" smtClean="0">
                <a:solidFill>
                  <a:srgbClr val="FF0000"/>
                </a:solidFill>
              </a:rPr>
              <a:t>합쳐서 렌더링</a:t>
            </a:r>
            <a:endParaRPr lang="en-US" altLang="ko-KR" sz="2400" b="1" dirty="0">
              <a:solidFill>
                <a:srgbClr val="FF0000"/>
              </a:solidFill>
            </a:endParaRPr>
          </a:p>
          <a:p>
            <a:endParaRPr lang="ko-KR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69220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188640"/>
            <a:ext cx="9144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b="1" dirty="0"/>
              <a:t>브라우저에서 </a:t>
            </a:r>
            <a:r>
              <a:rPr lang="en-US" altLang="ko-KR" sz="2400" b="1" dirty="0"/>
              <a:t>HTML</a:t>
            </a:r>
            <a:r>
              <a:rPr lang="ko-KR" altLang="en-US" sz="2400" b="1" dirty="0"/>
              <a:t>문서를 받으면 </a:t>
            </a:r>
            <a:endParaRPr lang="en-US" altLang="ko-KR" sz="2400" b="1" dirty="0" smtClean="0"/>
          </a:p>
          <a:p>
            <a:endParaRPr lang="en-US" altLang="ko-KR" sz="2400" b="1" dirty="0" smtClean="0"/>
          </a:p>
          <a:p>
            <a:r>
              <a:rPr lang="en-US" altLang="ko-KR" sz="2400" b="1" dirty="0" smtClean="0"/>
              <a:t>1.DOM </a:t>
            </a:r>
            <a:r>
              <a:rPr lang="en-US" altLang="ko-KR" sz="2400" b="1" dirty="0"/>
              <a:t>Tree </a:t>
            </a:r>
            <a:r>
              <a:rPr lang="ko-KR" altLang="en-US" sz="2400" b="1" dirty="0" smtClean="0"/>
              <a:t>생성</a:t>
            </a:r>
            <a:endParaRPr lang="en-US" altLang="ko-KR" sz="2400" b="1" dirty="0" smtClean="0"/>
          </a:p>
          <a:p>
            <a:r>
              <a:rPr lang="en-US" altLang="ko-KR" sz="2400" b="1" dirty="0"/>
              <a:t>2</a:t>
            </a:r>
            <a:r>
              <a:rPr lang="en-US" altLang="ko-KR" sz="2400" b="1" dirty="0" smtClean="0"/>
              <a:t>.Render </a:t>
            </a:r>
            <a:r>
              <a:rPr lang="en-US" altLang="ko-KR" sz="2400" b="1" dirty="0"/>
              <a:t>Tree </a:t>
            </a:r>
            <a:r>
              <a:rPr lang="ko-KR" altLang="en-US" sz="2400" b="1" dirty="0"/>
              <a:t>생성</a:t>
            </a:r>
          </a:p>
          <a:p>
            <a:r>
              <a:rPr lang="en-US" altLang="ko-KR" sz="2400" b="1" dirty="0"/>
              <a:t>3</a:t>
            </a:r>
            <a:r>
              <a:rPr lang="en-US" altLang="ko-KR" sz="2400" b="1" dirty="0" smtClean="0"/>
              <a:t>.Layout(reflow</a:t>
            </a:r>
            <a:r>
              <a:rPr lang="en-US" altLang="ko-KR" sz="2400" b="1" dirty="0"/>
              <a:t>)</a:t>
            </a:r>
          </a:p>
          <a:p>
            <a:r>
              <a:rPr lang="en-US" altLang="ko-KR" sz="2400" b="1" dirty="0"/>
              <a:t>4</a:t>
            </a:r>
            <a:r>
              <a:rPr lang="en-US" altLang="ko-KR" sz="2400" b="1" dirty="0" smtClean="0"/>
              <a:t>.Painting</a:t>
            </a:r>
            <a:endParaRPr lang="en-US" altLang="ko-KR" sz="2400" b="1" dirty="0"/>
          </a:p>
          <a:p>
            <a:endParaRPr lang="en-US" altLang="ko-KR" sz="2400" b="1" dirty="0" smtClean="0"/>
          </a:p>
          <a:p>
            <a:r>
              <a:rPr lang="ko-KR" altLang="en-US" sz="2400" b="1" dirty="0" smtClean="0"/>
              <a:t>하나의 </a:t>
            </a:r>
            <a:r>
              <a:rPr lang="en-US" altLang="ko-KR" sz="2400" b="1" dirty="0"/>
              <a:t>HTML</a:t>
            </a:r>
            <a:r>
              <a:rPr lang="ko-KR" altLang="en-US" sz="2400" b="1" dirty="0"/>
              <a:t>의 문서가 그려지기 까지 위와 같은 과정을 거치고 </a:t>
            </a:r>
            <a:endParaRPr lang="en-US" altLang="ko-KR" sz="2400" b="1" dirty="0" smtClean="0"/>
          </a:p>
          <a:p>
            <a:endParaRPr lang="en-US" altLang="ko-KR" sz="2400" b="1" dirty="0"/>
          </a:p>
          <a:p>
            <a:r>
              <a:rPr lang="ko-KR" altLang="en-US" sz="2400" b="1" dirty="0" smtClean="0"/>
              <a:t>만약 </a:t>
            </a:r>
            <a:r>
              <a:rPr lang="en-US" altLang="ko-KR" sz="2400" b="1" dirty="0"/>
              <a:t>DOM</a:t>
            </a:r>
            <a:r>
              <a:rPr lang="ko-KR" altLang="en-US" sz="2400" b="1" dirty="0"/>
              <a:t>을 조작해 </a:t>
            </a:r>
            <a:r>
              <a:rPr lang="ko-KR" altLang="en-US" sz="2400" b="1" dirty="0" err="1"/>
              <a:t>뷰가</a:t>
            </a:r>
            <a:r>
              <a:rPr lang="ko-KR" altLang="en-US" sz="2400" b="1" dirty="0"/>
              <a:t> 바뀌어야 하면 위의 과정을 반복해 </a:t>
            </a:r>
            <a:endParaRPr lang="en-US" altLang="ko-KR" sz="2400" b="1" dirty="0" smtClean="0"/>
          </a:p>
          <a:p>
            <a:endParaRPr lang="en-US" altLang="ko-KR" sz="2400" b="1" dirty="0"/>
          </a:p>
          <a:p>
            <a:r>
              <a:rPr lang="ko-KR" altLang="en-US" sz="2400" b="1" dirty="0" smtClean="0"/>
              <a:t>바꾸어진 </a:t>
            </a:r>
            <a:r>
              <a:rPr lang="ko-KR" altLang="en-US" sz="2400" b="1" dirty="0"/>
              <a:t>결과를 보여준다</a:t>
            </a:r>
            <a:r>
              <a:rPr lang="en-US" altLang="ko-KR" sz="24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904255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smtClean="0"/>
              <a:t>2. Virtual DOM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7640437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507327" y="548680"/>
            <a:ext cx="828092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 smtClean="0"/>
              <a:t>가상 </a:t>
            </a:r>
            <a:r>
              <a:rPr lang="en-US" altLang="ko-KR" sz="2800" b="1" dirty="0" smtClean="0"/>
              <a:t>DOM (Virtual DOM)</a:t>
            </a:r>
            <a:endParaRPr lang="ko-KR" altLang="en-US" sz="2800" b="1" dirty="0"/>
          </a:p>
        </p:txBody>
      </p:sp>
      <p:sp>
        <p:nvSpPr>
          <p:cNvPr id="3" name="직사각형 2"/>
          <p:cNvSpPr/>
          <p:nvPr/>
        </p:nvSpPr>
        <p:spPr>
          <a:xfrm>
            <a:off x="507327" y="1628800"/>
            <a:ext cx="828092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 smtClean="0"/>
              <a:t>실제 </a:t>
            </a:r>
            <a:r>
              <a:rPr lang="en-US" altLang="ko-KR" sz="2800" b="1" dirty="0" smtClean="0"/>
              <a:t>DOM</a:t>
            </a:r>
            <a:r>
              <a:rPr lang="ko-KR" altLang="en-US" sz="2800" b="1" dirty="0" smtClean="0"/>
              <a:t>이 아닌 가상의 </a:t>
            </a:r>
            <a:r>
              <a:rPr lang="en-US" altLang="ko-KR" sz="2800" b="1" dirty="0" smtClean="0"/>
              <a:t>DOM</a:t>
            </a:r>
            <a:endParaRPr lang="ko-KR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5584885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Administrator\Desktop\vr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5730"/>
            <a:ext cx="8604448" cy="6045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267744" y="6039942"/>
            <a:ext cx="49685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>
                <a:solidFill>
                  <a:srgbClr val="FF0000"/>
                </a:solidFill>
              </a:rPr>
              <a:t>In-memory DOM (</a:t>
            </a:r>
            <a:r>
              <a:rPr lang="ko-KR" altLang="en-US" sz="2800" b="1" dirty="0" smtClean="0">
                <a:solidFill>
                  <a:srgbClr val="FF0000"/>
                </a:solidFill>
              </a:rPr>
              <a:t>가상의 돔</a:t>
            </a:r>
            <a:r>
              <a:rPr lang="en-US" altLang="ko-KR" sz="2800" b="1" dirty="0" smtClean="0">
                <a:solidFill>
                  <a:srgbClr val="FF0000"/>
                </a:solidFill>
              </a:rPr>
              <a:t>)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84885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/>
          <p:cNvSpPr txBox="1">
            <a:spLocks/>
          </p:cNvSpPr>
          <p:nvPr/>
        </p:nvSpPr>
        <p:spPr>
          <a:xfrm>
            <a:off x="-13717" y="764704"/>
            <a:ext cx="9144000" cy="7350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4000" b="1" dirty="0" smtClean="0"/>
              <a:t>Real DOM</a:t>
            </a:r>
            <a:r>
              <a:rPr lang="ko-KR" altLang="en-US" sz="4000" b="1" dirty="0" smtClean="0"/>
              <a:t>에 직접 적용 </a:t>
            </a:r>
            <a:r>
              <a:rPr lang="ko-KR" altLang="en-US" sz="4000" b="1" dirty="0" err="1" smtClean="0"/>
              <a:t>하는게</a:t>
            </a:r>
            <a:r>
              <a:rPr lang="ko-KR" altLang="en-US" sz="4000" b="1" dirty="0" smtClean="0"/>
              <a:t> 아니라</a:t>
            </a:r>
            <a:endParaRPr lang="ko-KR" altLang="en-US" sz="4000" b="1" dirty="0"/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-108520" y="2924944"/>
            <a:ext cx="9144000" cy="36153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4000" b="1" dirty="0" smtClean="0"/>
              <a:t>메모리에 존재하는 가상의 </a:t>
            </a:r>
            <a:r>
              <a:rPr lang="en-US" altLang="ko-KR" sz="4000" b="1" dirty="0" smtClean="0"/>
              <a:t>DOM</a:t>
            </a:r>
            <a:r>
              <a:rPr lang="ko-KR" altLang="en-US" sz="4000" b="1" dirty="0" smtClean="0"/>
              <a:t>에 </a:t>
            </a:r>
            <a:endParaRPr lang="en-US" altLang="ko-KR" sz="4000" b="1" dirty="0" smtClean="0"/>
          </a:p>
          <a:p>
            <a:endParaRPr lang="en-US" altLang="ko-KR" sz="4000" b="1" dirty="0"/>
          </a:p>
          <a:p>
            <a:r>
              <a:rPr lang="ko-KR" altLang="en-US" sz="4000" b="1" dirty="0" smtClean="0"/>
              <a:t>먼저 적용한 다음 </a:t>
            </a:r>
            <a:endParaRPr lang="en-US" altLang="ko-KR" sz="4000" b="1" dirty="0" smtClean="0"/>
          </a:p>
          <a:p>
            <a:endParaRPr lang="en-US" altLang="ko-KR" sz="4000" b="1" dirty="0"/>
          </a:p>
          <a:p>
            <a:r>
              <a:rPr lang="ko-KR" altLang="en-US" sz="4000" b="1" dirty="0" smtClean="0"/>
              <a:t>실제 </a:t>
            </a:r>
            <a:r>
              <a:rPr lang="en-US" altLang="ko-KR" sz="4000" b="1" dirty="0" smtClean="0"/>
              <a:t>DOM </a:t>
            </a:r>
            <a:r>
              <a:rPr lang="ko-KR" altLang="en-US" sz="4000" b="1" dirty="0" smtClean="0"/>
              <a:t>에 적용하는 방식</a:t>
            </a:r>
            <a:endParaRPr lang="ko-KR" alt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32988532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Administrator\Desktop\vr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5730"/>
            <a:ext cx="8604448" cy="6045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10530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/>
          <p:cNvSpPr txBox="1">
            <a:spLocks/>
          </p:cNvSpPr>
          <p:nvPr/>
        </p:nvSpPr>
        <p:spPr>
          <a:xfrm>
            <a:off x="-13717" y="764704"/>
            <a:ext cx="9144000" cy="42484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4000" b="1" dirty="0" smtClean="0"/>
              <a:t>이것의 장점은</a:t>
            </a:r>
            <a:endParaRPr lang="en-US" altLang="ko-KR" sz="4000" b="1" dirty="0" smtClean="0"/>
          </a:p>
          <a:p>
            <a:endParaRPr lang="en-US" altLang="ko-KR" sz="4000" b="1" dirty="0"/>
          </a:p>
          <a:p>
            <a:r>
              <a:rPr lang="ko-KR" altLang="en-US" sz="4000" b="1" dirty="0" err="1" smtClean="0"/>
              <a:t>렌더링</a:t>
            </a:r>
            <a:r>
              <a:rPr lang="ko-KR" altLang="en-US" sz="4000" b="1" dirty="0" smtClean="0"/>
              <a:t> 횟수를 줄여주어</a:t>
            </a:r>
            <a:endParaRPr lang="en-US" altLang="ko-KR" sz="4000" b="1" dirty="0" smtClean="0"/>
          </a:p>
          <a:p>
            <a:endParaRPr lang="en-US" altLang="ko-KR" sz="4000" b="1" dirty="0"/>
          </a:p>
          <a:p>
            <a:r>
              <a:rPr lang="ko-KR" altLang="en-US" sz="4000" b="1" dirty="0" smtClean="0"/>
              <a:t>궁극적으로는</a:t>
            </a:r>
            <a:endParaRPr lang="en-US" altLang="ko-KR" sz="4000" b="1" dirty="0" smtClean="0"/>
          </a:p>
          <a:p>
            <a:endParaRPr lang="en-US" altLang="ko-KR" sz="4000" b="1" dirty="0"/>
          </a:p>
          <a:p>
            <a:r>
              <a:rPr lang="ko-KR" altLang="en-US" sz="4000" b="1" dirty="0" smtClean="0"/>
              <a:t>속도의 향상을 가져옵니다</a:t>
            </a:r>
            <a:r>
              <a:rPr lang="en-US" altLang="ko-KR" sz="4000" b="1" dirty="0" smtClean="0"/>
              <a:t>.</a:t>
            </a:r>
            <a:endParaRPr lang="ko-KR" alt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36911723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/>
              <a:t>What does the virtual DOM do?</a:t>
            </a:r>
            <a:br>
              <a:rPr lang="en-US" altLang="ko-KR" b="1" dirty="0"/>
            </a:b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i="1" dirty="0"/>
              <a:t>It’s expensive to update the </a:t>
            </a:r>
            <a:r>
              <a:rPr lang="en-US" altLang="ko-KR" b="1" i="1" dirty="0" smtClean="0"/>
              <a:t>DOM</a:t>
            </a:r>
          </a:p>
          <a:p>
            <a:endParaRPr lang="en-US" altLang="ko-KR" b="1" i="1" dirty="0"/>
          </a:p>
          <a:p>
            <a:r>
              <a:rPr lang="ko-KR" altLang="en-US" b="1" dirty="0" smtClean="0"/>
              <a:t>실제 돔을 업데이트 </a:t>
            </a:r>
            <a:r>
              <a:rPr lang="ko-KR" altLang="en-US" b="1" dirty="0" err="1" smtClean="0"/>
              <a:t>하는것은</a:t>
            </a:r>
            <a:r>
              <a:rPr lang="ko-KR" altLang="en-US" b="1" dirty="0" smtClean="0"/>
              <a:t> </a:t>
            </a:r>
            <a:endParaRPr lang="en-US" altLang="ko-KR" b="1" dirty="0" smtClean="0"/>
          </a:p>
          <a:p>
            <a:pPr marL="0" indent="0">
              <a:buNone/>
            </a:pPr>
            <a:r>
              <a:rPr lang="ko-KR" altLang="en-US" b="1" dirty="0" smtClean="0"/>
              <a:t>비용이 많이 든다</a:t>
            </a:r>
            <a:r>
              <a:rPr lang="en-US" altLang="ko-KR" b="1" dirty="0" smtClean="0"/>
              <a:t>.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3386679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smtClean="0"/>
              <a:t>비유</a:t>
            </a:r>
            <a:r>
              <a:rPr lang="en-US" altLang="ko-KR" b="1" dirty="0" smtClean="0"/>
              <a:t>?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7162425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620688"/>
            <a:ext cx="2466975" cy="1419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4005064"/>
            <a:ext cx="3810000" cy="2533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2284" y="466403"/>
            <a:ext cx="3810000" cy="2533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2284" y="4005064"/>
            <a:ext cx="3810000" cy="2533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제목 1"/>
          <p:cNvSpPr>
            <a:spLocks noGrp="1"/>
          </p:cNvSpPr>
          <p:nvPr>
            <p:ph type="title"/>
          </p:nvPr>
        </p:nvSpPr>
        <p:spPr>
          <a:xfrm>
            <a:off x="318120" y="2067769"/>
            <a:ext cx="3965848" cy="1143000"/>
          </a:xfrm>
        </p:spPr>
        <p:txBody>
          <a:bodyPr>
            <a:normAutofit fontScale="90000"/>
          </a:bodyPr>
          <a:lstStyle/>
          <a:p>
            <a:r>
              <a:rPr lang="en-US" altLang="ko-KR" b="1" dirty="0" smtClean="0"/>
              <a:t>In Memory DOM</a:t>
            </a:r>
            <a:endParaRPr lang="ko-KR" altLang="en-US" b="1" dirty="0"/>
          </a:p>
        </p:txBody>
      </p:sp>
      <p:cxnSp>
        <p:nvCxnSpPr>
          <p:cNvPr id="5" name="직선 화살표 연결선 4"/>
          <p:cNvCxnSpPr/>
          <p:nvPr/>
        </p:nvCxnSpPr>
        <p:spPr>
          <a:xfrm>
            <a:off x="2915816" y="1484784"/>
            <a:ext cx="1728192" cy="0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/>
          <p:cNvCxnSpPr>
            <a:endCxn id="8" idx="1"/>
          </p:cNvCxnSpPr>
          <p:nvPr/>
        </p:nvCxnSpPr>
        <p:spPr>
          <a:xfrm flipV="1">
            <a:off x="4133528" y="5271889"/>
            <a:ext cx="608756" cy="17934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3898" y="1017302"/>
            <a:ext cx="746233" cy="625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4167" y="1799915"/>
            <a:ext cx="746233" cy="625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4167" y="5229200"/>
            <a:ext cx="746233" cy="625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7" name="직선 화살표 연결선 16"/>
          <p:cNvCxnSpPr/>
          <p:nvPr/>
        </p:nvCxnSpPr>
        <p:spPr>
          <a:xfrm>
            <a:off x="1763688" y="4623817"/>
            <a:ext cx="0" cy="648072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/>
          <p:cNvCxnSpPr/>
          <p:nvPr/>
        </p:nvCxnSpPr>
        <p:spPr>
          <a:xfrm>
            <a:off x="1549052" y="369230"/>
            <a:ext cx="0" cy="648072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제목 1"/>
          <p:cNvSpPr txBox="1">
            <a:spLocks/>
          </p:cNvSpPr>
          <p:nvPr/>
        </p:nvSpPr>
        <p:spPr>
          <a:xfrm>
            <a:off x="0" y="6296025"/>
            <a:ext cx="5833492" cy="5715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400" b="1" dirty="0" smtClean="0"/>
              <a:t>실제의 </a:t>
            </a:r>
            <a:r>
              <a:rPr lang="en-US" altLang="ko-KR" sz="2400" b="1" dirty="0" smtClean="0"/>
              <a:t>DOM</a:t>
            </a:r>
            <a:r>
              <a:rPr lang="ko-KR" altLang="en-US" sz="2400" b="1" dirty="0" smtClean="0"/>
              <a:t>에서 탐색하여 위치를 잡음</a:t>
            </a:r>
            <a:endParaRPr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163703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74499" y="2564904"/>
            <a:ext cx="403244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0" b="1" dirty="0" smtClean="0"/>
              <a:t>끝</a:t>
            </a:r>
            <a:endParaRPr lang="ko-KR" altLang="en-US" sz="10000" b="1" dirty="0"/>
          </a:p>
        </p:txBody>
      </p:sp>
    </p:spTree>
    <p:extLst>
      <p:ext uri="{BB962C8B-B14F-4D97-AF65-F5344CB8AC3E}">
        <p14:creationId xmlns:p14="http://schemas.microsoft.com/office/powerpoint/2010/main" val="1552954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212</Words>
  <Application>Microsoft Office PowerPoint</Application>
  <PresentationFormat>화면 슬라이드 쇼(4:3)</PresentationFormat>
  <Paragraphs>58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3" baseType="lpstr">
      <vt:lpstr>맑은 고딕</vt:lpstr>
      <vt:lpstr>Arial</vt:lpstr>
      <vt:lpstr>Office 테마</vt:lpstr>
      <vt:lpstr>리액트 시작하기 전 기본 개념</vt:lpstr>
      <vt:lpstr>1. DOM 2. Virtual DOM</vt:lpstr>
      <vt:lpstr>1. DOM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2. Virtual DOM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What does the virtual DOM do? </vt:lpstr>
      <vt:lpstr>비유?</vt:lpstr>
      <vt:lpstr>In Memory DOM</vt:lpstr>
      <vt:lpstr>PowerPoint 프레젠테이션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시작하기</dc:title>
  <dc:creator>Microsoft Corporation</dc:creator>
  <cp:lastModifiedBy>lok</cp:lastModifiedBy>
  <cp:revision>30</cp:revision>
  <dcterms:created xsi:type="dcterms:W3CDTF">2006-10-05T04:04:58Z</dcterms:created>
  <dcterms:modified xsi:type="dcterms:W3CDTF">2021-02-09T05:51:14Z</dcterms:modified>
</cp:coreProperties>
</file>