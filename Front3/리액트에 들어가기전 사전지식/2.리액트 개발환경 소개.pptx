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71" r:id="rId4"/>
    <p:sldId id="266" r:id="rId5"/>
    <p:sldId id="274" r:id="rId6"/>
    <p:sldId id="275" r:id="rId7"/>
    <p:sldId id="272" r:id="rId8"/>
    <p:sldId id="281" r:id="rId9"/>
    <p:sldId id="282" r:id="rId10"/>
    <p:sldId id="280" r:id="rId11"/>
    <p:sldId id="283" r:id="rId12"/>
    <p:sldId id="278" r:id="rId13"/>
    <p:sldId id="260" r:id="rId1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2634" y="8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 smtClean="0"/>
              <a:t>리액트</a:t>
            </a:r>
            <a:r>
              <a:rPr lang="ko-KR" altLang="en-US" b="1" dirty="0" smtClean="0"/>
              <a:t> 개발 환경 소개</a:t>
            </a:r>
            <a:endParaRPr lang="ko-KR" altLang="en-US" b="1" dirty="0"/>
          </a:p>
        </p:txBody>
      </p:sp>
      <p:sp>
        <p:nvSpPr>
          <p:cNvPr id="4" name="부제목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4465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3568" y="260648"/>
            <a:ext cx="7772400" cy="1470025"/>
          </a:xfrm>
        </p:spPr>
        <p:txBody>
          <a:bodyPr/>
          <a:lstStyle/>
          <a:p>
            <a:r>
              <a:rPr lang="ko-KR" altLang="en-US" b="1" dirty="0" err="1" smtClean="0"/>
              <a:t>리액트</a:t>
            </a:r>
            <a:r>
              <a:rPr lang="ko-KR" altLang="en-US" b="1" dirty="0" smtClean="0"/>
              <a:t> 개발 환경 </a:t>
            </a:r>
            <a:r>
              <a:rPr lang="en-US" altLang="ko-KR" b="1" dirty="0" smtClean="0"/>
              <a:t>3</a:t>
            </a:r>
            <a:r>
              <a:rPr lang="ko-KR" altLang="en-US" b="1" dirty="0" smtClean="0"/>
              <a:t>가지</a:t>
            </a:r>
            <a:endParaRPr lang="ko-KR" altLang="en-US" b="1" dirty="0"/>
          </a:p>
        </p:txBody>
      </p:sp>
      <p:sp>
        <p:nvSpPr>
          <p:cNvPr id="4" name="부제목 3"/>
          <p:cNvSpPr>
            <a:spLocks noGrp="1"/>
          </p:cNvSpPr>
          <p:nvPr>
            <p:ph type="subTitle" idx="1"/>
          </p:nvPr>
        </p:nvSpPr>
        <p:spPr>
          <a:xfrm>
            <a:off x="249288" y="2016422"/>
            <a:ext cx="8643192" cy="4724945"/>
          </a:xfrm>
        </p:spPr>
        <p:txBody>
          <a:bodyPr>
            <a:noAutofit/>
          </a:bodyPr>
          <a:lstStyle/>
          <a:p>
            <a:pPr marL="514350" indent="-514350">
              <a:buAutoNum type="arabicPeriod"/>
            </a:pPr>
            <a:r>
              <a:rPr lang="ko-KR" altLang="en-US" sz="3600" b="1" dirty="0" smtClean="0">
                <a:solidFill>
                  <a:srgbClr val="FF0000"/>
                </a:solidFill>
              </a:rPr>
              <a:t>코드 </a:t>
            </a:r>
            <a:r>
              <a:rPr lang="ko-KR" altLang="en-US" sz="3600" b="1" dirty="0" err="1" smtClean="0">
                <a:solidFill>
                  <a:srgbClr val="FF0000"/>
                </a:solidFill>
              </a:rPr>
              <a:t>샌드박스</a:t>
            </a:r>
            <a:endParaRPr lang="en-US" altLang="ko-KR" sz="3600" b="1" dirty="0" smtClean="0">
              <a:solidFill>
                <a:srgbClr val="FF0000"/>
              </a:solidFill>
            </a:endParaRPr>
          </a:p>
          <a:p>
            <a:pPr marL="514350" indent="-514350">
              <a:buAutoNum type="arabicPeriod"/>
            </a:pPr>
            <a:endParaRPr lang="en-US" altLang="ko-KR" sz="3600" b="1" dirty="0" smtClean="0">
              <a:solidFill>
                <a:srgbClr val="FF0000"/>
              </a:solidFill>
            </a:endParaRPr>
          </a:p>
          <a:p>
            <a:r>
              <a:rPr lang="en-US" altLang="ko-KR" sz="3600" b="1" dirty="0" smtClean="0">
                <a:solidFill>
                  <a:srgbClr val="FF0000"/>
                </a:solidFill>
              </a:rPr>
              <a:t>2. </a:t>
            </a:r>
            <a:r>
              <a:rPr lang="en-US" altLang="ko-KR" sz="3600" b="1" dirty="0" smtClean="0">
                <a:solidFill>
                  <a:srgbClr val="FF0000"/>
                </a:solidFill>
              </a:rPr>
              <a:t>create-react-app</a:t>
            </a:r>
          </a:p>
          <a:p>
            <a:r>
              <a:rPr lang="en-US" altLang="ko-KR" sz="3600" b="1" dirty="0" smtClean="0">
                <a:solidFill>
                  <a:srgbClr val="FF0000"/>
                </a:solidFill>
              </a:rPr>
              <a:t>(</a:t>
            </a:r>
            <a:r>
              <a:rPr lang="ko-KR" altLang="en-US" sz="3600" b="1" dirty="0" smtClean="0">
                <a:solidFill>
                  <a:srgbClr val="FF0000"/>
                </a:solidFill>
              </a:rPr>
              <a:t>부분적으로 </a:t>
            </a:r>
            <a:r>
              <a:rPr lang="ko-KR" altLang="en-US" sz="3600" b="1" dirty="0" err="1" smtClean="0">
                <a:solidFill>
                  <a:srgbClr val="FF0000"/>
                </a:solidFill>
              </a:rPr>
              <a:t>리액트</a:t>
            </a:r>
            <a:r>
              <a:rPr lang="ko-KR" altLang="en-US" sz="3600" b="1" dirty="0" smtClean="0">
                <a:solidFill>
                  <a:srgbClr val="FF0000"/>
                </a:solidFill>
              </a:rPr>
              <a:t> 추가하기</a:t>
            </a:r>
            <a:r>
              <a:rPr lang="en-US" altLang="ko-KR" sz="3600" b="1" dirty="0" smtClean="0">
                <a:solidFill>
                  <a:srgbClr val="FF0000"/>
                </a:solidFill>
              </a:rPr>
              <a:t>)</a:t>
            </a:r>
          </a:p>
          <a:p>
            <a:endParaRPr lang="en-US" altLang="ko-KR" sz="3600" b="1" dirty="0" smtClean="0">
              <a:solidFill>
                <a:srgbClr val="FF0000"/>
              </a:solidFill>
            </a:endParaRPr>
          </a:p>
          <a:p>
            <a:r>
              <a:rPr lang="en-US" altLang="ko-KR" sz="3600" b="1" dirty="0" smtClean="0">
                <a:solidFill>
                  <a:srgbClr val="FF0000"/>
                </a:solidFill>
              </a:rPr>
              <a:t>3. </a:t>
            </a:r>
            <a:r>
              <a:rPr lang="en-US" altLang="ko-KR" sz="3600" b="1" dirty="0" smtClean="0">
                <a:solidFill>
                  <a:srgbClr val="FF0000"/>
                </a:solidFill>
              </a:rPr>
              <a:t>react </a:t>
            </a:r>
            <a:r>
              <a:rPr lang="ko-KR" altLang="en-US" sz="3600" b="1" dirty="0" smtClean="0">
                <a:solidFill>
                  <a:srgbClr val="FF0000"/>
                </a:solidFill>
              </a:rPr>
              <a:t>라이브러리 다운로드 후 적용</a:t>
            </a:r>
            <a:endParaRPr lang="en-US" altLang="ko-KR" sz="3600" b="1" dirty="0" smtClean="0">
              <a:solidFill>
                <a:srgbClr val="FF0000"/>
              </a:solidFill>
            </a:endParaRPr>
          </a:p>
          <a:p>
            <a:r>
              <a:rPr lang="en-US" altLang="ko-KR" sz="3600" b="1" dirty="0">
                <a:solidFill>
                  <a:srgbClr val="FF0000"/>
                </a:solidFill>
              </a:rPr>
              <a:t>(</a:t>
            </a:r>
            <a:r>
              <a:rPr lang="ko-KR" altLang="en-US" sz="3600" b="1" dirty="0" smtClean="0">
                <a:solidFill>
                  <a:srgbClr val="FF0000"/>
                </a:solidFill>
              </a:rPr>
              <a:t>처음부터 </a:t>
            </a:r>
            <a:r>
              <a:rPr lang="ko-KR" altLang="en-US" sz="3600" b="1" dirty="0" err="1" smtClean="0">
                <a:solidFill>
                  <a:srgbClr val="FF0000"/>
                </a:solidFill>
              </a:rPr>
              <a:t>리액트로</a:t>
            </a:r>
            <a:r>
              <a:rPr lang="ko-KR" altLang="en-US" sz="3600" b="1" dirty="0" smtClean="0">
                <a:solidFill>
                  <a:srgbClr val="FF0000"/>
                </a:solidFill>
              </a:rPr>
              <a:t> 만들기</a:t>
            </a:r>
            <a:r>
              <a:rPr lang="en-US" altLang="ko-KR" sz="3600" b="1" dirty="0" smtClean="0">
                <a:solidFill>
                  <a:srgbClr val="FF0000"/>
                </a:solidFill>
              </a:rPr>
              <a:t>)</a:t>
            </a:r>
            <a:endParaRPr lang="ko-KR" altLang="en-US" sz="3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19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smtClean="0"/>
              <a:t>1. </a:t>
            </a:r>
            <a:r>
              <a:rPr lang="ko-KR" altLang="en-US" b="1" dirty="0" smtClean="0"/>
              <a:t>코드 </a:t>
            </a:r>
            <a:r>
              <a:rPr lang="ko-KR" altLang="en-US" b="1" dirty="0" err="1" smtClean="0"/>
              <a:t>샌드</a:t>
            </a:r>
            <a:r>
              <a:rPr lang="ko-KR" altLang="en-US" b="1" dirty="0" smtClean="0"/>
              <a:t> 박스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 smtClean="0"/>
              <a:t>(code sandbox)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99092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4"/>
            <a:ext cx="8892480" cy="37900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93283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7812360" cy="6099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29161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4517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20316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smtClean="0"/>
              <a:t>2. </a:t>
            </a:r>
            <a:r>
              <a:rPr lang="en-US" altLang="ko-KR" b="1" dirty="0" err="1"/>
              <a:t>n</a:t>
            </a:r>
            <a:r>
              <a:rPr lang="en-US" altLang="ko-KR" b="1" dirty="0" err="1" smtClean="0"/>
              <a:t>pm</a:t>
            </a:r>
            <a:r>
              <a:rPr lang="en-US" altLang="ko-KR" b="1" dirty="0" smtClean="0"/>
              <a:t> </a:t>
            </a:r>
            <a:r>
              <a:rPr lang="en-US" altLang="ko-KR" b="1" dirty="0" err="1" smtClean="0"/>
              <a:t>creat</a:t>
            </a:r>
            <a:r>
              <a:rPr lang="en-US" altLang="ko-KR" b="1" dirty="0" smtClean="0"/>
              <a:t>-react-app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289241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/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 err="1" smtClean="0">
                <a:solidFill>
                  <a:srgbClr val="FF0000"/>
                </a:solidFill>
              </a:rPr>
              <a:t>NodeJS</a:t>
            </a:r>
            <a:r>
              <a:rPr lang="ko-KR" altLang="en-US" b="1" dirty="0" smtClean="0">
                <a:solidFill>
                  <a:srgbClr val="FF0000"/>
                </a:solidFill>
              </a:rPr>
              <a:t>를 사용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5217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C9362A6-20E9-4148-852B-FA1B6949A1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821329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038F027-3C08-4796-89F4-0099005E6111}"/>
              </a:ext>
            </a:extLst>
          </p:cNvPr>
          <p:cNvCxnSpPr/>
          <p:nvPr/>
        </p:nvCxnSpPr>
        <p:spPr>
          <a:xfrm>
            <a:off x="867772" y="910664"/>
            <a:ext cx="2020711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9EF06258-19F2-4FEF-94C0-FF194BFD6EEF}"/>
              </a:ext>
            </a:extLst>
          </p:cNvPr>
          <p:cNvCxnSpPr>
            <a:cxnSpLocks/>
          </p:cNvCxnSpPr>
          <p:nvPr/>
        </p:nvCxnSpPr>
        <p:spPr>
          <a:xfrm>
            <a:off x="867772" y="1306132"/>
            <a:ext cx="1800935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3DC6190A-9ED7-4183-AB2D-C79C9E386230}"/>
              </a:ext>
            </a:extLst>
          </p:cNvPr>
          <p:cNvCxnSpPr>
            <a:cxnSpLocks/>
          </p:cNvCxnSpPr>
          <p:nvPr/>
        </p:nvCxnSpPr>
        <p:spPr>
          <a:xfrm>
            <a:off x="1979712" y="1556792"/>
            <a:ext cx="2592288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888484" y="448999"/>
            <a:ext cx="36557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sz="2400" b="1" dirty="0" smtClean="0">
                <a:solidFill>
                  <a:srgbClr val="FF0000"/>
                </a:solidFill>
              </a:rPr>
              <a:t>디렉토리 생성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68707" y="910664"/>
            <a:ext cx="36557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solidFill>
                  <a:srgbClr val="FF0000"/>
                </a:solidFill>
              </a:rPr>
              <a:t>2. </a:t>
            </a:r>
            <a:r>
              <a:rPr lang="ko-KR" altLang="en-US" sz="2400" b="1" dirty="0" err="1" smtClean="0">
                <a:solidFill>
                  <a:srgbClr val="FF0000"/>
                </a:solidFill>
              </a:rPr>
              <a:t>작업위치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 변경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3488" y="1334754"/>
            <a:ext cx="36557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solidFill>
                  <a:srgbClr val="FF0000"/>
                </a:solidFill>
              </a:rPr>
              <a:t>3. </a:t>
            </a:r>
            <a:r>
              <a:rPr lang="ko-KR" altLang="en-US" sz="2400" b="1" dirty="0" err="1" smtClean="0">
                <a:solidFill>
                  <a:srgbClr val="FF0000"/>
                </a:solidFill>
              </a:rPr>
              <a:t>리액트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 프로젝트 생성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81615" y="2248735"/>
            <a:ext cx="77775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err="1" smtClean="0">
                <a:solidFill>
                  <a:srgbClr val="FF0000"/>
                </a:solidFill>
              </a:rPr>
              <a:t>npx</a:t>
            </a:r>
            <a:r>
              <a:rPr lang="en-US" altLang="ko-KR" sz="3200" b="1" dirty="0" smtClean="0">
                <a:solidFill>
                  <a:srgbClr val="FF0000"/>
                </a:solidFill>
              </a:rPr>
              <a:t> create-react-app </a:t>
            </a:r>
            <a:r>
              <a:rPr lang="ko-KR" altLang="en-US" sz="3200" b="1" dirty="0" smtClean="0">
                <a:solidFill>
                  <a:srgbClr val="FF0000"/>
                </a:solidFill>
              </a:rPr>
              <a:t>프로젝트 명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01083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smtClean="0"/>
              <a:t>3. </a:t>
            </a:r>
            <a:r>
              <a:rPr lang="ko-KR" altLang="en-US" b="1" dirty="0" err="1" smtClean="0"/>
              <a:t>리액트</a:t>
            </a:r>
            <a:r>
              <a:rPr lang="ko-KR" altLang="en-US" b="1" dirty="0" smtClean="0"/>
              <a:t> </a:t>
            </a:r>
            <a:r>
              <a:rPr lang="ko-KR" altLang="en-US" b="1" dirty="0" smtClean="0"/>
              <a:t>라이브러리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8415744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230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59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956376" cy="5488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3717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74499" y="2564904"/>
            <a:ext cx="403244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0" b="1" dirty="0" smtClean="0"/>
              <a:t>끝</a:t>
            </a:r>
            <a:endParaRPr lang="ko-KR" altLang="en-US" sz="10000" b="1" dirty="0"/>
          </a:p>
        </p:txBody>
      </p:sp>
    </p:spTree>
    <p:extLst>
      <p:ext uri="{BB962C8B-B14F-4D97-AF65-F5344CB8AC3E}">
        <p14:creationId xmlns:p14="http://schemas.microsoft.com/office/powerpoint/2010/main" val="1552954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63</Words>
  <Application>Microsoft Office PowerPoint</Application>
  <PresentationFormat>화면 슬라이드 쇼(4:3)</PresentationFormat>
  <Paragraphs>18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리액트 개발 환경 소개</vt:lpstr>
      <vt:lpstr>리액트 개발 환경 3가지</vt:lpstr>
      <vt:lpstr>1. 코드 샌드 박스 (code sandbox)</vt:lpstr>
      <vt:lpstr>PowerPoint 프레젠테이션</vt:lpstr>
      <vt:lpstr>PowerPoint 프레젠테이션</vt:lpstr>
      <vt:lpstr>PowerPoint 프레젠테이션</vt:lpstr>
      <vt:lpstr>2. npm creat-react-app</vt:lpstr>
      <vt:lpstr>PowerPoint 프레젠테이션</vt:lpstr>
      <vt:lpstr>PowerPoint 프레젠테이션</vt:lpstr>
      <vt:lpstr>3. 리액트 라이브러리</vt:lpstr>
      <vt:lpstr>PowerPoint 프레젠테이션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시작하기</dc:title>
  <dc:creator>Microsoft Corporation</dc:creator>
  <cp:lastModifiedBy>lok</cp:lastModifiedBy>
  <cp:revision>25</cp:revision>
  <dcterms:created xsi:type="dcterms:W3CDTF">2006-10-05T04:04:58Z</dcterms:created>
  <dcterms:modified xsi:type="dcterms:W3CDTF">2021-02-09T05:55:19Z</dcterms:modified>
</cp:coreProperties>
</file>