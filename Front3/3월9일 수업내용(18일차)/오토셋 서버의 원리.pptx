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0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C66A1-4815-4A2E-8D1F-6A50351BC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E0750C-D976-4FE9-8102-6107E5E5B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3DDCA-27DA-4394-99E3-FE630EA8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061E1-ACA5-4702-8CB5-C29F4D74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ABCB9-DE26-4C7D-9B70-A7AD8E97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07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9E68A-BA6D-4580-920A-B1CB6015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F62FE4-D37F-4709-834D-7064B096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C95412-BBAA-4972-9FCE-924A6880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8B519-9D02-4701-A389-912C4745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531B1-3831-471C-A609-F36DA382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23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1BB1C-185F-44A5-B633-00076A1F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FDA5EF-F7A7-46E4-AF86-243C88400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1CC655-9CF0-44D9-9CB2-F2476866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B77FD6-11FD-4A07-BC79-19C84866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761914-8A2D-4566-A06F-7A1CE0CE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44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AF6E9-F805-425C-B856-E8EFB2C1D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23B1D-971A-4E0B-816E-A89C05C92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EC3FDD-9B50-4B7B-811B-1DEF36D5B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FC7B44-D929-4A56-A410-5C08DC2C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7FE49C-D084-4084-927A-15F9D45B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9620A6-6F2B-4126-ABEE-9A01BFD6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28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811CB-B406-4A71-ACFE-E53B3D0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0DA667-FA16-4D1D-8AB8-68951F918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2F65E-ADCD-4064-BC3B-7610A3A4D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CD9F49-5E35-4B01-B8D6-858C53E98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D9803D-B173-4CA0-B4A7-079D45812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C0A76A-0F0D-41A7-BC4D-45FD3A95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74FD49-2665-4F5B-8BB8-1E3A62E50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BFB45A-C619-40B3-A901-3CA2E827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80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86664-0A4B-4297-9A80-F170072D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C50FD7-443C-41C1-B2C9-1D7714DA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8ADA53-D599-4924-A78E-BF627FC8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D6192E-AA77-4A29-805B-B32ADCD6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38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7F3F31-AB8D-465C-8979-9220A62F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716A2E-7D59-44CA-85ED-824AD52E8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EBF06D-9B6C-48EC-8D6F-7C22BB85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24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E2702-5108-4189-909A-3E4B538B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CBF414-F3B4-4B91-AF59-AA1AD3014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08E7C6-3BA4-41E5-B0CF-B6FC654AB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CA7141-94B4-469D-A5A5-595E5DB81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647537-7802-4F64-80DA-D65686FA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378C55-7555-4283-800D-E7ED3E9B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758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A9020-2391-4DA7-9814-13214CA8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BBC17E-F326-4F11-88D2-F9030E75E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8C068C-A3BF-4B36-9C81-D860FAA0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BF4FB-B229-44D0-A88B-00212918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E901B3-87C2-4BC3-989D-5C0DDFE4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4919B1-6451-44CC-95C6-35DBBB51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71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F0BE7-F5F2-4FE6-A2EA-3F69EBA8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735094-3719-483D-A3FF-61AB85636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12BCB8-D880-4DB1-8DE6-9B1B0AA5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A708A-C741-4A83-8E41-EDAE0BFF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80C186-FCC5-45D4-859C-BD0C9903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063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B34C3E-61C4-4493-8CAF-494DC5BE1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C39A94-ECE0-4903-A0CE-2639B43CC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373ED-87FD-47FF-99A0-2C8EB6CB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FB7CDA-55D5-447D-9C61-38F87641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A0806-14AA-4828-9E92-92C9045C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3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E719E0-283A-44D1-B09E-27A9AB5BE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99BF88-77ED-4F5C-9443-8B461FABB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B6FBE-32E0-488E-892E-97744F494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E2E5E-E197-4B6B-9620-DA44BE8D6A7E}" type="datetimeFigureOut">
              <a:rPr lang="ko-KR" altLang="en-US" smtClean="0"/>
              <a:t>2020-06-23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9CF0E7-D60A-4C1A-944E-4240554DC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FC93AC-EBF7-4B4E-9C51-44F2D839F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BE198-381A-457C-B7FD-A4A5CB4838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655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33273-776E-4E89-AB43-B62062F269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b="1" dirty="0" err="1"/>
              <a:t>오토셋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(</a:t>
            </a:r>
            <a:r>
              <a:rPr lang="ko-KR" altLang="en-US" sz="5400" b="1" dirty="0"/>
              <a:t>서버</a:t>
            </a:r>
            <a:r>
              <a:rPr lang="en-US" altLang="ko-KR" sz="5400" b="1" dirty="0"/>
              <a:t>) </a:t>
            </a:r>
            <a:r>
              <a:rPr lang="ko-KR" altLang="en-US" sz="5400" b="1" dirty="0"/>
              <a:t>원리 이해하기</a:t>
            </a:r>
          </a:p>
        </p:txBody>
      </p:sp>
    </p:spTree>
    <p:extLst>
      <p:ext uri="{BB962C8B-B14F-4D97-AF65-F5344CB8AC3E}">
        <p14:creationId xmlns:p14="http://schemas.microsoft.com/office/powerpoint/2010/main" val="154751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12A81-654E-4F50-878E-5C099E29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오토셋은 서버다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0E206-E216-417F-8048-81ADBE1EE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클라이언트의 요청을 처리 </a:t>
            </a:r>
            <a:r>
              <a:rPr lang="ko-KR" altLang="en-US" b="1" dirty="0" err="1"/>
              <a:t>하는것이</a:t>
            </a:r>
            <a:r>
              <a:rPr lang="ko-KR" altLang="en-US" b="1" dirty="0"/>
              <a:t> 서버</a:t>
            </a:r>
          </a:p>
        </p:txBody>
      </p:sp>
    </p:spTree>
    <p:extLst>
      <p:ext uri="{BB962C8B-B14F-4D97-AF65-F5344CB8AC3E}">
        <p14:creationId xmlns:p14="http://schemas.microsoft.com/office/powerpoint/2010/main" val="8728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12A81-654E-4F50-878E-5C099E29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서버는 종류가 많아요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0E206-E216-417F-8048-81ADBE1EE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3600" b="1" dirty="0" err="1"/>
              <a:t>오토셋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가볍고 간편한 개인 </a:t>
            </a:r>
            <a:r>
              <a:rPr lang="ko-KR" altLang="en-US" sz="3600" b="1" dirty="0" err="1"/>
              <a:t>서버용</a:t>
            </a:r>
            <a:r>
              <a:rPr lang="en-US" altLang="ko-KR" sz="3600" b="1" dirty="0"/>
              <a:t>)</a:t>
            </a:r>
          </a:p>
          <a:p>
            <a:r>
              <a:rPr lang="ko-KR" altLang="en-US" sz="3600" b="1" dirty="0"/>
              <a:t>아파치 </a:t>
            </a:r>
            <a:r>
              <a:rPr lang="ko-KR" altLang="en-US" sz="3600" b="1" dirty="0" err="1"/>
              <a:t>톰캣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일반적인 업체의 웹 개발 환경</a:t>
            </a:r>
            <a:r>
              <a:rPr lang="en-US" altLang="ko-KR" sz="3600" b="1" dirty="0"/>
              <a:t>)</a:t>
            </a:r>
          </a:p>
          <a:p>
            <a:r>
              <a:rPr lang="ko-KR" altLang="en-US" sz="3600" b="1" dirty="0"/>
              <a:t>아마존 </a:t>
            </a:r>
            <a:r>
              <a:rPr lang="en-US" altLang="ko-KR" sz="3600" b="1" dirty="0"/>
              <a:t>AWS (</a:t>
            </a:r>
            <a:r>
              <a:rPr lang="ko-KR" altLang="en-US" sz="3600" b="1" dirty="0"/>
              <a:t>배달의 민족</a:t>
            </a:r>
            <a:r>
              <a:rPr lang="en-US" altLang="ko-KR" sz="3600" b="1" dirty="0"/>
              <a:t>)</a:t>
            </a:r>
          </a:p>
          <a:p>
            <a:r>
              <a:rPr lang="ko-KR" altLang="en-US" sz="3600" b="1" dirty="0"/>
              <a:t>등등</a:t>
            </a:r>
            <a:r>
              <a:rPr lang="en-US" altLang="ko-KR" sz="3600" b="1" dirty="0"/>
              <a:t>…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6672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WS 서버 환경 구축">
            <a:extLst>
              <a:ext uri="{FF2B5EF4-FFF2-40B4-BE49-F238E27FC236}">
                <a16:creationId xmlns:a16="http://schemas.microsoft.com/office/drawing/2014/main" id="{715172FC-BAE6-45F2-95E1-96B440983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68" y="3429000"/>
            <a:ext cx="5167975" cy="3138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omcat &amp; Apache">
            <a:extLst>
              <a:ext uri="{FF2B5EF4-FFF2-40B4-BE49-F238E27FC236}">
                <a16:creationId xmlns:a16="http://schemas.microsoft.com/office/drawing/2014/main" id="{5E10FE69-B21B-4036-BDDE-C0E479D4B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57" y="3008141"/>
            <a:ext cx="3559629" cy="355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8C14C3-D3F9-4889-8F78-99175B3D6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1" y="722142"/>
            <a:ext cx="4861153" cy="173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6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컴퓨터 일러스트 PNG, AI 무료 다운로드 (2020년) - 리틀딥">
            <a:extLst>
              <a:ext uri="{FF2B5EF4-FFF2-40B4-BE49-F238E27FC236}">
                <a16:creationId xmlns:a16="http://schemas.microsoft.com/office/drawing/2014/main" id="{BCBDDBCA-DC79-4E0B-B4E0-8A1B66491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37" y="1655616"/>
            <a:ext cx="2560782" cy="2560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컴퓨터 일러스트 PNG, AI 무료 다운로드 (2020년) - 리틀딥">
            <a:extLst>
              <a:ext uri="{FF2B5EF4-FFF2-40B4-BE49-F238E27FC236}">
                <a16:creationId xmlns:a16="http://schemas.microsoft.com/office/drawing/2014/main" id="{23BDBD36-4146-4220-B511-5DE023A01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528" y="1655616"/>
            <a:ext cx="2560782" cy="2560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B14C125-44BF-4340-BB12-D78A46C2C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2619"/>
            <a:ext cx="2428875" cy="866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55EFA3-D707-4A3F-8D1E-CD01A32C58C9}"/>
              </a:ext>
            </a:extLst>
          </p:cNvPr>
          <p:cNvSpPr txBox="1"/>
          <p:nvPr/>
        </p:nvSpPr>
        <p:spPr>
          <a:xfrm>
            <a:off x="2867891" y="1760365"/>
            <a:ext cx="5015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http://192.168.0.21/autoset_server_test</a:t>
            </a:r>
            <a:endParaRPr lang="ko-KR" altLang="en-US" sz="2000" b="1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005B9D7-0514-4986-98ED-30E903511985}"/>
              </a:ext>
            </a:extLst>
          </p:cNvPr>
          <p:cNvCxnSpPr/>
          <p:nvPr/>
        </p:nvCxnSpPr>
        <p:spPr>
          <a:xfrm>
            <a:off x="2946400" y="2687782"/>
            <a:ext cx="275243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4A9EC71-EA14-447B-A23D-3E887630345A}"/>
              </a:ext>
            </a:extLst>
          </p:cNvPr>
          <p:cNvCxnSpPr>
            <a:cxnSpLocks/>
          </p:cNvCxnSpPr>
          <p:nvPr/>
        </p:nvCxnSpPr>
        <p:spPr>
          <a:xfrm flipH="1">
            <a:off x="2946401" y="3415145"/>
            <a:ext cx="275243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FB5894E-6325-473F-96DE-3565CE73E163}"/>
              </a:ext>
            </a:extLst>
          </p:cNvPr>
          <p:cNvSpPr txBox="1"/>
          <p:nvPr/>
        </p:nvSpPr>
        <p:spPr>
          <a:xfrm>
            <a:off x="2867891" y="3839285"/>
            <a:ext cx="5015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autoset_server_test.html</a:t>
            </a:r>
            <a:endParaRPr lang="ko-KR" altLang="en-US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5A97D-99D2-4D13-B777-38135FF0D37B}"/>
              </a:ext>
            </a:extLst>
          </p:cNvPr>
          <p:cNvSpPr txBox="1"/>
          <p:nvPr/>
        </p:nvSpPr>
        <p:spPr>
          <a:xfrm>
            <a:off x="360218" y="1711921"/>
            <a:ext cx="2078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/>
              <a:t>클라이언트</a:t>
            </a:r>
            <a:endParaRPr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261C68-1724-47F4-BF3A-D3CCBBC23684}"/>
              </a:ext>
            </a:extLst>
          </p:cNvPr>
          <p:cNvSpPr txBox="1"/>
          <p:nvPr/>
        </p:nvSpPr>
        <p:spPr>
          <a:xfrm>
            <a:off x="9239828" y="1760365"/>
            <a:ext cx="2078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서버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1A922A-21DE-46A4-B795-E645B36BE917}"/>
              </a:ext>
            </a:extLst>
          </p:cNvPr>
          <p:cNvSpPr txBox="1"/>
          <p:nvPr/>
        </p:nvSpPr>
        <p:spPr>
          <a:xfrm>
            <a:off x="7317798" y="3879886"/>
            <a:ext cx="4351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서버내부 위치의 파일을 전송합니다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8854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BF92845-513D-4573-8274-04DFAE52E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48175" cy="41338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79DE156-3D53-45FF-88C7-5F1201445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418" y="0"/>
            <a:ext cx="565785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5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12A81-654E-4F50-878E-5C099E29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ajax</a:t>
            </a:r>
            <a:r>
              <a:rPr lang="ko-KR" altLang="en-US" b="1" dirty="0"/>
              <a:t>를 하기 위해선</a:t>
            </a:r>
            <a:r>
              <a:rPr lang="en-US" altLang="ko-KR" b="1" dirty="0"/>
              <a:t>…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0E206-E216-417F-8048-81ADBE1EE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서버를 사용할 수밖에 없다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왜냐면</a:t>
            </a:r>
            <a:r>
              <a:rPr lang="en-US" altLang="ko-KR" b="1" dirty="0"/>
              <a:t>? http </a:t>
            </a:r>
            <a:r>
              <a:rPr lang="ko-KR" altLang="en-US" b="1" dirty="0"/>
              <a:t>통신을 이용하는 것이 </a:t>
            </a:r>
            <a:r>
              <a:rPr lang="en-US" altLang="ko-KR" b="1" dirty="0"/>
              <a:t>ajax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0834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FCF7629-C6E1-452A-B124-0D5028A59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36770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35F10D4-BEA0-46D5-BF53-0958635C0628}"/>
              </a:ext>
            </a:extLst>
          </p:cNvPr>
          <p:cNvCxnSpPr/>
          <p:nvPr/>
        </p:nvCxnSpPr>
        <p:spPr>
          <a:xfrm>
            <a:off x="1709057" y="304800"/>
            <a:ext cx="103849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C8FC6BB-F66A-4EE2-95BC-D678D260C6EE}"/>
              </a:ext>
            </a:extLst>
          </p:cNvPr>
          <p:cNvSpPr txBox="1"/>
          <p:nvPr/>
        </p:nvSpPr>
        <p:spPr>
          <a:xfrm>
            <a:off x="119742" y="4672504"/>
            <a:ext cx="9002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이건 그냥 브라우저로 파일을 열어본 것 </a:t>
            </a:r>
            <a:r>
              <a:rPr lang="en-US" altLang="ko-KR" sz="2400" b="1" dirty="0">
                <a:solidFill>
                  <a:srgbClr val="FF0000"/>
                </a:solidFill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</a:rPr>
              <a:t>통신을 한 것이 아님</a:t>
            </a:r>
            <a:r>
              <a:rPr lang="en-US" altLang="ko-KR" sz="2400" b="1" dirty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64C9A-75C2-4BF8-9C0B-E10428E8F363}"/>
              </a:ext>
            </a:extLst>
          </p:cNvPr>
          <p:cNvSpPr txBox="1"/>
          <p:nvPr/>
        </p:nvSpPr>
        <p:spPr>
          <a:xfrm>
            <a:off x="119741" y="5554247"/>
            <a:ext cx="10417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HTML </a:t>
            </a:r>
            <a:r>
              <a:rPr lang="ko-KR" altLang="en-US" sz="2400" b="1" dirty="0">
                <a:solidFill>
                  <a:srgbClr val="FF0000"/>
                </a:solidFill>
              </a:rPr>
              <a:t>파일을 </a:t>
            </a:r>
            <a:r>
              <a:rPr lang="ko-KR" altLang="en-US" sz="2400" b="1" dirty="0" err="1">
                <a:solidFill>
                  <a:srgbClr val="FF0000"/>
                </a:solidFill>
              </a:rPr>
              <a:t>읽을수</a:t>
            </a:r>
            <a:r>
              <a:rPr lang="ko-KR" altLang="en-US" sz="2400" b="1" dirty="0">
                <a:solidFill>
                  <a:srgbClr val="FF0000"/>
                </a:solidFill>
              </a:rPr>
              <a:t> 있는 크롬 브라우저가 그냥 파일만 </a:t>
            </a:r>
            <a:r>
              <a:rPr lang="ko-KR" altLang="en-US" sz="2400" b="1" dirty="0" err="1">
                <a:solidFill>
                  <a:srgbClr val="FF0000"/>
                </a:solidFill>
              </a:rPr>
              <a:t>읽어들였을</a:t>
            </a:r>
            <a:r>
              <a:rPr lang="ko-KR" altLang="en-US" sz="2400" b="1" dirty="0">
                <a:solidFill>
                  <a:srgbClr val="FF0000"/>
                </a:solidFill>
              </a:rPr>
              <a:t> 뿐</a:t>
            </a:r>
          </a:p>
        </p:txBody>
      </p:sp>
    </p:spTree>
    <p:extLst>
      <p:ext uri="{BB962C8B-B14F-4D97-AF65-F5344CB8AC3E}">
        <p14:creationId xmlns:p14="http://schemas.microsoft.com/office/powerpoint/2010/main" val="12349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E386781-CA93-4C2A-B74C-89C8873E6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643257" cy="631203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2715130-6AD7-411C-9D42-C4F28F2D177E}"/>
              </a:ext>
            </a:extLst>
          </p:cNvPr>
          <p:cNvCxnSpPr>
            <a:cxnSpLocks/>
          </p:cNvCxnSpPr>
          <p:nvPr/>
        </p:nvCxnSpPr>
        <p:spPr>
          <a:xfrm>
            <a:off x="1904999" y="381000"/>
            <a:ext cx="29935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26BFEE-6E74-447E-906E-EB9281022BAD}"/>
              </a:ext>
            </a:extLst>
          </p:cNvPr>
          <p:cNvSpPr txBox="1"/>
          <p:nvPr/>
        </p:nvSpPr>
        <p:spPr>
          <a:xfrm>
            <a:off x="5987142" y="130469"/>
            <a:ext cx="6204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이건 </a:t>
            </a:r>
            <a:r>
              <a:rPr lang="en-US" altLang="ko-KR" sz="2400" b="1" dirty="0">
                <a:solidFill>
                  <a:srgbClr val="FF0000"/>
                </a:solidFill>
              </a:rPr>
              <a:t>http </a:t>
            </a:r>
            <a:r>
              <a:rPr lang="ko-KR" altLang="en-US" sz="2400" b="1" dirty="0">
                <a:solidFill>
                  <a:srgbClr val="FF0000"/>
                </a:solidFill>
              </a:rPr>
              <a:t>프로토콜을 이용하여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>
                <a:solidFill>
                  <a:srgbClr val="FF0000"/>
                </a:solidFill>
              </a:rPr>
              <a:t>서버에 요청하여 결과를 </a:t>
            </a:r>
            <a:r>
              <a:rPr lang="ko-KR" altLang="en-US" sz="2400" b="1" dirty="0" err="1">
                <a:solidFill>
                  <a:srgbClr val="FF0000"/>
                </a:solidFill>
              </a:rPr>
              <a:t>받은것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</a:rPr>
              <a:t>일종의 통신</a:t>
            </a:r>
            <a:r>
              <a:rPr lang="en-US" altLang="ko-KR" sz="2400" b="1" dirty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77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115</Words>
  <Application>Microsoft Office PowerPoint</Application>
  <PresentationFormat>와이드스크린</PresentationFormat>
  <Paragraphs>22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오토셋 (서버) 원리 이해하기</vt:lpstr>
      <vt:lpstr>오토셋은 서버다.</vt:lpstr>
      <vt:lpstr>서버는 종류가 많아요</vt:lpstr>
      <vt:lpstr>PowerPoint 프레젠테이션</vt:lpstr>
      <vt:lpstr>PowerPoint 프레젠테이션</vt:lpstr>
      <vt:lpstr>PowerPoint 프레젠테이션</vt:lpstr>
      <vt:lpstr>ajax를 하기 위해선…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오토셋 (서버) 원리 이해하기</dc:title>
  <dc:creator>s</dc:creator>
  <cp:lastModifiedBy>s</cp:lastModifiedBy>
  <cp:revision>9</cp:revision>
  <dcterms:created xsi:type="dcterms:W3CDTF">2020-06-23T07:49:55Z</dcterms:created>
  <dcterms:modified xsi:type="dcterms:W3CDTF">2020-06-23T08:07:28Z</dcterms:modified>
</cp:coreProperties>
</file>