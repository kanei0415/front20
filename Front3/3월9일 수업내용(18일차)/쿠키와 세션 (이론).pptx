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4" r:id="rId4"/>
    <p:sldId id="269" r:id="rId5"/>
    <p:sldId id="276" r:id="rId6"/>
    <p:sldId id="270" r:id="rId7"/>
    <p:sldId id="277" r:id="rId8"/>
    <p:sldId id="278" r:id="rId9"/>
    <p:sldId id="268" r:id="rId10"/>
    <p:sldId id="265" r:id="rId11"/>
    <p:sldId id="279" r:id="rId12"/>
    <p:sldId id="26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C369F-DDE4-48CE-8784-0970804C2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CF2370-9D21-4F8B-9D7E-A6CDFE791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64FC9-815F-40ED-B254-3B5EE26A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9F9E9-EF3A-4810-A8C2-7D46C513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61914-87E5-444F-BC2F-160DE30A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1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9C091-B457-4877-ABEE-646D1D21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A3771E-C34E-4810-B09C-DE28B426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A8C305-911E-4F86-A082-A92798D4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737DE-E7B1-4A30-9A26-8F001ABD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F943C4-824D-42E8-8E9F-F795D589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89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57CF0-087C-46F6-86D4-B24854A6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C1111-D510-46F7-AB59-978E8834E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74366-C847-432B-90D0-F82ED358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5285C-9BE8-4584-98A4-54650374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BE3A8-CABD-4270-9612-1486242A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7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50F51-A765-416C-865E-81EB09FA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B6510-1CE2-4E70-80BE-E52650A63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DBCFD-D781-46DB-B49F-9D65D96D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3F8C33-B97E-4837-8203-F598BC99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4A0C31-ED2A-422B-91B7-D377BC96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D9746-9FBF-42BE-803A-509C547C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0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B20EB-E9C4-4612-9BEA-32976965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40D7C-FF6A-4807-93F6-701D6875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6B767-E24D-461B-B723-AE430EDE5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BE3F02-F7D4-4373-AC44-C93668F53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9F7358-DBA6-44BB-A4B9-9C0974BC4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F7DB0D-228F-42DA-BE28-9FE72C38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222E3E-44FE-46AC-BDF3-A9FB14FC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09660E-1081-46F6-99BB-9A235E13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6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4FB4C-0181-4DF9-9118-B02C56CB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57D273-32C7-42BB-B88F-EF2E9134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763F3E-4E13-4342-AE7D-0375305A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96155E-7DD9-4D46-853E-444C64F5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57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A476CC-5566-450E-9543-769AFEA5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FF5779-D3E8-44F4-B627-E07985C9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4E334-4A1B-49A7-9D74-24B82EF3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61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41B16-60DD-48D2-9DBE-3A33D260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92A05-83F2-4C9D-9F33-8CE8325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0BB2F2-FE5B-4EBA-91D0-54E9382D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F9AD70-C434-45B1-8602-A646E8DC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314B8-475D-4738-B948-3D776C8C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61E3D4-C6FC-4A7A-9085-16287625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87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0F77C-F503-42B7-9EA0-BB5CCA93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215D91-A661-4C45-ABEC-DBCB6ECE6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6518DB-215E-434C-8950-B0C7444DA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11D620-E04A-4614-AA08-A7D8154F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5C1B4-5240-4DF9-B77C-97B291A4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B9164-0FA9-4137-9C2C-85A9D7BF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1E5CE-BAA6-4DAD-8C11-3D64F306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8A483E-08CE-4910-BBD6-0E0F6A229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46FF0-911E-4859-B97B-5E8086A3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F4D95-5F6E-4C94-94F1-33DD90B8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C8268-239C-424C-A7A7-233E5A02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7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A505F6-3A2C-4259-89C3-E30BAB2C2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956127-08F0-49DD-9E60-0D2001057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7348B-6F76-453D-B212-4E875955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08741-D59A-45CE-84A3-9B74ACE2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CBC3B-79F8-48E8-94D6-E5D6FA32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87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B2B9EE-25B8-421D-AD52-1773C659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96D6B-9DAE-4349-A4AE-AD6ACE273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C992C-CA77-4087-B905-65BB0158D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D3F3C-7550-48A9-9B79-F29F549680A7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CF06B-E488-46B0-AEC0-F9C3E8B3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9B90E-7D7C-4274-9722-85F61AA5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C1E46-75D4-415D-9FDF-5A409EFEB1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04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쿠키와 세션</a:t>
            </a:r>
          </a:p>
        </p:txBody>
      </p:sp>
    </p:spTree>
    <p:extLst>
      <p:ext uri="{BB962C8B-B14F-4D97-AF65-F5344CB8AC3E}">
        <p14:creationId xmlns:p14="http://schemas.microsoft.com/office/powerpoint/2010/main" val="295529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쿠키 </a:t>
            </a:r>
            <a:r>
              <a:rPr lang="en-US" altLang="ko-KR" b="1" dirty="0"/>
              <a:t>(Cookie)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0975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B958AE9-E62E-433E-A64F-8DB97A7D4168}"/>
              </a:ext>
            </a:extLst>
          </p:cNvPr>
          <p:cNvSpPr/>
          <p:nvPr/>
        </p:nvSpPr>
        <p:spPr>
          <a:xfrm>
            <a:off x="73890" y="150290"/>
            <a:ext cx="1191490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b="1" dirty="0">
                <a:latin typeface="AppleSDGothicNeo"/>
              </a:rPr>
              <a:t>쿠키는 클라이언트</a:t>
            </a:r>
            <a:r>
              <a:rPr lang="en-US" altLang="ko-KR" sz="4000" b="1" dirty="0">
                <a:latin typeface="AppleSDGothicNeo"/>
              </a:rPr>
              <a:t>(</a:t>
            </a:r>
            <a:r>
              <a:rPr lang="ko-KR" altLang="en-US" sz="4000" b="1" dirty="0">
                <a:latin typeface="AppleSDGothicNeo"/>
              </a:rPr>
              <a:t>브라우저</a:t>
            </a:r>
            <a:r>
              <a:rPr lang="en-US" altLang="ko-KR" sz="4000" b="1" dirty="0">
                <a:latin typeface="AppleSDGothicNeo"/>
              </a:rPr>
              <a:t>) </a:t>
            </a:r>
            <a:r>
              <a:rPr lang="ko-KR" altLang="en-US" sz="4000" b="1" dirty="0">
                <a:latin typeface="AppleSDGothicNeo"/>
              </a:rPr>
              <a:t>로컬에 저장되는 </a:t>
            </a:r>
            <a:endParaRPr lang="en-US" altLang="ko-KR" sz="4000" b="1" dirty="0">
              <a:latin typeface="AppleSDGothicNeo"/>
            </a:endParaRPr>
          </a:p>
          <a:p>
            <a:endParaRPr lang="en-US" altLang="ko-KR" sz="4000" b="1" dirty="0">
              <a:latin typeface="AppleSDGothicNeo"/>
            </a:endParaRPr>
          </a:p>
          <a:p>
            <a:r>
              <a:rPr lang="ko-KR" altLang="en-US" sz="4000" b="1" dirty="0">
                <a:latin typeface="AppleSDGothicNeo"/>
              </a:rPr>
              <a:t>키와 값이 들어있는 작은 데이터 파일입니다</a:t>
            </a:r>
            <a:r>
              <a:rPr lang="en-US" altLang="ko-KR" sz="4000" b="1" dirty="0">
                <a:latin typeface="AppleSDGothicNeo"/>
              </a:rPr>
              <a:t>.</a:t>
            </a:r>
            <a:endParaRPr lang="ko-KR" altLang="en-US" sz="40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A93BFE-A0D3-44E4-9A0C-31914A59DBDF}"/>
              </a:ext>
            </a:extLst>
          </p:cNvPr>
          <p:cNvSpPr/>
          <p:nvPr/>
        </p:nvSpPr>
        <p:spPr>
          <a:xfrm>
            <a:off x="0" y="3687901"/>
            <a:ext cx="119149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b="1" dirty="0"/>
              <a:t>키 </a:t>
            </a:r>
            <a:r>
              <a:rPr lang="en-US" altLang="ko-KR" sz="4000" b="1" dirty="0"/>
              <a:t>: </a:t>
            </a:r>
            <a:r>
              <a:rPr lang="ko-KR" altLang="en-US" sz="4000" b="1" dirty="0"/>
              <a:t>값</a:t>
            </a:r>
            <a:endParaRPr lang="en-US" altLang="ko-KR" sz="4000" b="1" dirty="0"/>
          </a:p>
          <a:p>
            <a:r>
              <a:rPr lang="en-US" altLang="ko-KR" sz="4000" b="1" dirty="0"/>
              <a:t>“</a:t>
            </a:r>
            <a:r>
              <a:rPr lang="en-US" altLang="ko-KR" sz="4000" b="1" dirty="0" err="1"/>
              <a:t>mykey</a:t>
            </a:r>
            <a:r>
              <a:rPr lang="en-US" altLang="ko-KR" sz="4000" b="1" dirty="0"/>
              <a:t>”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: “manager”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1360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91BC5-743D-4AD4-8469-345DD2A0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쿠키의 동작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0FF50-D3B7-48C4-8781-103EF6C5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ko-KR" altLang="en-US" sz="2400" b="1" dirty="0"/>
          </a:p>
          <a:p>
            <a:r>
              <a:rPr lang="ko-KR" altLang="en-US" sz="2400" b="1" dirty="0"/>
              <a:t>클라이언트가 페이지를 요청</a:t>
            </a:r>
            <a:endParaRPr lang="en-US" altLang="ko-KR" sz="2400" b="1" dirty="0"/>
          </a:p>
          <a:p>
            <a:endParaRPr lang="ko-KR" altLang="en-US" sz="2400" b="1" dirty="0"/>
          </a:p>
          <a:p>
            <a:r>
              <a:rPr lang="ko-KR" altLang="en-US" sz="2400" b="1" dirty="0"/>
              <a:t>서버에서 쿠키를 생성</a:t>
            </a:r>
            <a:endParaRPr lang="en-US" altLang="ko-KR" sz="2400" b="1" dirty="0"/>
          </a:p>
          <a:p>
            <a:endParaRPr lang="ko-KR" altLang="en-US" sz="2400" b="1" dirty="0"/>
          </a:p>
          <a:p>
            <a:r>
              <a:rPr lang="en-US" altLang="ko-KR" sz="2400" b="1" dirty="0"/>
              <a:t>HTTP </a:t>
            </a:r>
            <a:r>
              <a:rPr lang="ko-KR" altLang="en-US" sz="2400" b="1" dirty="0"/>
              <a:t>헤더에 쿠키를 포함 시켜 응답</a:t>
            </a:r>
            <a:endParaRPr lang="en-US" altLang="ko-KR" sz="2400" b="1" dirty="0"/>
          </a:p>
          <a:p>
            <a:endParaRPr lang="ko-KR" altLang="en-US" sz="2400" b="1" dirty="0"/>
          </a:p>
          <a:p>
            <a:r>
              <a:rPr lang="ko-KR" altLang="en-US" sz="2400" b="1" dirty="0"/>
              <a:t>브라우저가 종료되어도 쿠키 만료 기간이 있다면 </a:t>
            </a:r>
            <a:r>
              <a:rPr lang="ko-KR" altLang="en-US" sz="2400" b="1" dirty="0">
                <a:solidFill>
                  <a:srgbClr val="FF0000"/>
                </a:solidFill>
              </a:rPr>
              <a:t>클라이언트에서 보관</a:t>
            </a:r>
            <a:r>
              <a:rPr lang="ko-KR" altLang="en-US" sz="2400" b="1" dirty="0"/>
              <a:t>하고 있음</a:t>
            </a:r>
            <a:endParaRPr lang="en-US" altLang="ko-KR" sz="2400" b="1" dirty="0"/>
          </a:p>
          <a:p>
            <a:endParaRPr lang="ko-KR" altLang="en-US" sz="2400" b="1" dirty="0"/>
          </a:p>
          <a:p>
            <a:r>
              <a:rPr lang="ko-KR" altLang="en-US" sz="2400" b="1" dirty="0"/>
              <a:t>같은 요청을 할 경우 </a:t>
            </a:r>
            <a:r>
              <a:rPr lang="en-US" altLang="ko-KR" sz="2400" b="1" dirty="0"/>
              <a:t>HTTP </a:t>
            </a:r>
            <a:r>
              <a:rPr lang="ko-KR" altLang="en-US" sz="2400" b="1" dirty="0"/>
              <a:t>헤더에 쿠키를 함께 보냄</a:t>
            </a:r>
            <a:endParaRPr lang="en-US" altLang="ko-KR" sz="2400" b="1" dirty="0"/>
          </a:p>
          <a:p>
            <a:endParaRPr lang="ko-KR" altLang="en-US" sz="2400" b="1" dirty="0"/>
          </a:p>
          <a:p>
            <a:r>
              <a:rPr lang="ko-KR" altLang="en-US" sz="2400" b="1" dirty="0"/>
              <a:t>서버에서 쿠키를 읽어 이전 상태 정보를 변경 할 필요가 있을 때 쿠키를 업데이트 하여 변경된 쿠키를 </a:t>
            </a:r>
            <a:r>
              <a:rPr lang="en-US" altLang="ko-KR" sz="2400" b="1" dirty="0"/>
              <a:t>HTTP </a:t>
            </a:r>
            <a:r>
              <a:rPr lang="ko-KR" altLang="en-US" sz="2400" b="1" dirty="0"/>
              <a:t>헤더에 포함시켜 응답</a:t>
            </a:r>
          </a:p>
        </p:txBody>
      </p:sp>
    </p:spTree>
    <p:extLst>
      <p:ext uri="{BB962C8B-B14F-4D97-AF65-F5344CB8AC3E}">
        <p14:creationId xmlns:p14="http://schemas.microsoft.com/office/powerpoint/2010/main" val="43483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6A212-3D35-4D6A-B7F8-2C7B342A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937" y="1106567"/>
            <a:ext cx="2139860" cy="3119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726E5F-83CB-4925-BD18-9B1A3E48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3" y="1302327"/>
            <a:ext cx="2481711" cy="272843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42C566B-FB2B-44C2-8308-6A575B19A1AC}"/>
              </a:ext>
            </a:extLst>
          </p:cNvPr>
          <p:cNvCxnSpPr/>
          <p:nvPr/>
        </p:nvCxnSpPr>
        <p:spPr>
          <a:xfrm>
            <a:off x="5124534" y="1302327"/>
            <a:ext cx="4378037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6824A1-307A-45A3-8A98-20604306B816}"/>
              </a:ext>
            </a:extLst>
          </p:cNvPr>
          <p:cNvCxnSpPr>
            <a:cxnSpLocks/>
          </p:cNvCxnSpPr>
          <p:nvPr/>
        </p:nvCxnSpPr>
        <p:spPr>
          <a:xfrm flipH="1">
            <a:off x="5124535" y="3849585"/>
            <a:ext cx="4487552" cy="0"/>
          </a:xfrm>
          <a:prstGeom prst="straightConnector1">
            <a:avLst/>
          </a:prstGeom>
          <a:ln w="1270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95FB31-FEAE-45B3-8D36-D659AD0CC1B1}"/>
              </a:ext>
            </a:extLst>
          </p:cNvPr>
          <p:cNvSpPr txBox="1"/>
          <p:nvPr/>
        </p:nvSpPr>
        <p:spPr>
          <a:xfrm>
            <a:off x="5048333" y="0"/>
            <a:ext cx="665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http://www.hello.com/index.html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9353F-8EBC-4717-8848-956E3B74CF83}"/>
              </a:ext>
            </a:extLst>
          </p:cNvPr>
          <p:cNvSpPr txBox="1"/>
          <p:nvPr/>
        </p:nvSpPr>
        <p:spPr>
          <a:xfrm>
            <a:off x="5318717" y="2593423"/>
            <a:ext cx="437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index.html</a:t>
            </a:r>
            <a:r>
              <a:rPr lang="ko-KR" altLang="en-US" sz="2800" b="1" dirty="0">
                <a:solidFill>
                  <a:srgbClr val="FF0000"/>
                </a:solidFill>
              </a:rPr>
              <a:t>에 </a:t>
            </a:r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>
                <a:solidFill>
                  <a:srgbClr val="FF0000"/>
                </a:solidFill>
              </a:rPr>
              <a:t>쿠키를 포함하여 응답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53C94E-3B79-40C4-A463-3FD424A3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395" y="1499253"/>
            <a:ext cx="2094139" cy="21534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52028-6353-4804-8278-1413A36E11D3}"/>
              </a:ext>
            </a:extLst>
          </p:cNvPr>
          <p:cNvSpPr txBox="1"/>
          <p:nvPr/>
        </p:nvSpPr>
        <p:spPr>
          <a:xfrm>
            <a:off x="3007534" y="4232014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크롬 브라우저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C62270-B716-4A85-899D-42E7CDF7E8AA}"/>
              </a:ext>
            </a:extLst>
          </p:cNvPr>
          <p:cNvSpPr txBox="1"/>
          <p:nvPr/>
        </p:nvSpPr>
        <p:spPr>
          <a:xfrm>
            <a:off x="9890937" y="644902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쿠키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F7426-C91E-48ED-905C-BD37EE52CE7B}"/>
              </a:ext>
            </a:extLst>
          </p:cNvPr>
          <p:cNvSpPr txBox="1"/>
          <p:nvPr/>
        </p:nvSpPr>
        <p:spPr>
          <a:xfrm>
            <a:off x="2984674" y="3652660"/>
            <a:ext cx="21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쿠키 보관</a:t>
            </a:r>
          </a:p>
        </p:txBody>
      </p:sp>
    </p:spTree>
    <p:extLst>
      <p:ext uri="{BB962C8B-B14F-4D97-AF65-F5344CB8AC3E}">
        <p14:creationId xmlns:p14="http://schemas.microsoft.com/office/powerpoint/2010/main" val="192231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91BC5-743D-4AD4-8469-345DD2A0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쿠키의 동작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0FF50-D3B7-48C4-8781-103EF6C5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쿠키를 사용하려면 서버기능이 있어야 합니다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ko-KR" altLang="en-US" sz="2400" b="1" dirty="0"/>
              <a:t>지금까지는 우리에게 서버는 없었고 브라우저만 있었습니다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8409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B4232A-F94C-4B9C-9284-64B00C1E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6177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8894950-82CA-47D9-A3C8-DEC131D6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23452"/>
            <a:ext cx="11988800" cy="1325563"/>
          </a:xfrm>
        </p:spPr>
        <p:txBody>
          <a:bodyPr/>
          <a:lstStyle/>
          <a:p>
            <a:r>
              <a:rPr lang="ko-KR" altLang="en-US" b="1" dirty="0"/>
              <a:t>쿠키를 사용하려면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서버를 이용하여 </a:t>
            </a:r>
            <a:r>
              <a:rPr lang="en-US" altLang="ko-KR" b="1" dirty="0"/>
              <a:t>http </a:t>
            </a:r>
            <a:r>
              <a:rPr lang="ko-KR" altLang="en-US" b="1" dirty="0"/>
              <a:t>통신을 </a:t>
            </a:r>
            <a:r>
              <a:rPr lang="ko-KR" altLang="en-US" b="1" dirty="0" err="1"/>
              <a:t>해야합니다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0716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C3FEC-B599-4D56-8686-832391C0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6" y="1057852"/>
            <a:ext cx="11988800" cy="3735821"/>
          </a:xfrm>
        </p:spPr>
        <p:txBody>
          <a:bodyPr>
            <a:normAutofit/>
          </a:bodyPr>
          <a:lstStyle/>
          <a:p>
            <a:r>
              <a:rPr lang="ko-KR" altLang="en-US" b="1" dirty="0"/>
              <a:t>그래서 간단하게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로컬 서버를 설치하고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테스트를 해볼 수 있습니다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777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세션 </a:t>
            </a:r>
            <a:r>
              <a:rPr lang="en-US" altLang="ko-KR" b="1" dirty="0"/>
              <a:t>(Session)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771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46CF54E-6ABF-4925-BA33-E4B3ADD02682}"/>
              </a:ext>
            </a:extLst>
          </p:cNvPr>
          <p:cNvSpPr/>
          <p:nvPr/>
        </p:nvSpPr>
        <p:spPr>
          <a:xfrm>
            <a:off x="90311" y="372239"/>
            <a:ext cx="1196622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inherit"/>
              </a:rPr>
              <a:t>1. </a:t>
            </a:r>
            <a:r>
              <a:rPr lang="ko-KR" altLang="en-US" sz="2800" b="1" dirty="0">
                <a:latin typeface="inherit"/>
              </a:rPr>
              <a:t>공통점 </a:t>
            </a:r>
            <a:r>
              <a:rPr lang="en-US" altLang="ko-KR" sz="2800" b="1" dirty="0">
                <a:latin typeface="inherit"/>
              </a:rPr>
              <a:t>: </a:t>
            </a:r>
            <a:r>
              <a:rPr lang="ko-KR" altLang="en-US" sz="2800" b="1" dirty="0">
                <a:latin typeface="inherit"/>
              </a:rPr>
              <a:t>웹 통신간 유지하려는 정보</a:t>
            </a:r>
            <a:endParaRPr lang="en-US" altLang="ko-KR" sz="2800" b="1" dirty="0">
              <a:latin typeface="inherit"/>
            </a:endParaRPr>
          </a:p>
          <a:p>
            <a:r>
              <a:rPr lang="en-US" altLang="ko-KR" sz="2800" b="1" dirty="0">
                <a:latin typeface="inherit"/>
              </a:rPr>
              <a:t>(ex:</a:t>
            </a:r>
            <a:r>
              <a:rPr lang="ko-KR" altLang="en-US" sz="2800" b="1" dirty="0">
                <a:latin typeface="inherit"/>
              </a:rPr>
              <a:t>로그인 정보</a:t>
            </a:r>
            <a:r>
              <a:rPr lang="en-US" altLang="ko-KR" sz="2800" b="1" dirty="0">
                <a:latin typeface="inherit"/>
              </a:rPr>
              <a:t>,  </a:t>
            </a:r>
            <a:r>
              <a:rPr lang="ko-KR" altLang="en-US" sz="2800" b="1" dirty="0">
                <a:latin typeface="inherit"/>
              </a:rPr>
              <a:t>팝업 창 정보</a:t>
            </a:r>
            <a:r>
              <a:rPr lang="en-US" altLang="ko-KR" sz="2800" b="1" dirty="0">
                <a:latin typeface="inherit"/>
              </a:rPr>
              <a:t>)</a:t>
            </a:r>
            <a:r>
              <a:rPr lang="ko-KR" altLang="en-US" sz="2800" b="1" dirty="0">
                <a:latin typeface="inherit"/>
              </a:rPr>
              <a:t>를 저장하기 위해 사용하는 것</a:t>
            </a:r>
            <a:r>
              <a:rPr lang="en-US" altLang="ko-KR" sz="2800" b="1" dirty="0">
                <a:latin typeface="inherit"/>
              </a:rPr>
              <a:t/>
            </a:r>
            <a:br>
              <a:rPr lang="en-US" altLang="ko-KR" sz="2800" b="1" dirty="0">
                <a:latin typeface="inherit"/>
              </a:rPr>
            </a:br>
            <a:endParaRPr lang="ko-KR" altLang="en-US" sz="2800" b="1" dirty="0">
              <a:latin typeface="LexiSaebomR"/>
            </a:endParaRPr>
          </a:p>
          <a:p>
            <a:r>
              <a:rPr lang="en-US" altLang="ko-KR" sz="2800" b="1" dirty="0">
                <a:latin typeface="inherit"/>
              </a:rPr>
              <a:t>2. </a:t>
            </a:r>
            <a:r>
              <a:rPr lang="ko-KR" altLang="en-US" sz="2800" b="1" dirty="0">
                <a:latin typeface="inherit"/>
              </a:rPr>
              <a:t>차이점 </a:t>
            </a:r>
            <a:r>
              <a:rPr lang="en-US" altLang="ko-KR" sz="2800" b="1" dirty="0">
                <a:latin typeface="inherit"/>
              </a:rPr>
              <a:t>: </a:t>
            </a:r>
            <a:r>
              <a:rPr lang="ko-KR" altLang="en-US" sz="2800" b="1" dirty="0">
                <a:latin typeface="inherit"/>
              </a:rPr>
              <a:t>저장위치</a:t>
            </a:r>
            <a:r>
              <a:rPr lang="en-US" altLang="ko-KR" sz="2800" b="1" dirty="0">
                <a:latin typeface="inherit"/>
              </a:rPr>
              <a:t>, </a:t>
            </a:r>
            <a:r>
              <a:rPr lang="ko-KR" altLang="en-US" sz="2800" b="1" dirty="0">
                <a:latin typeface="inherit"/>
              </a:rPr>
              <a:t>저장형식</a:t>
            </a:r>
            <a:r>
              <a:rPr lang="en-US" altLang="ko-KR" sz="2800" b="1" dirty="0">
                <a:latin typeface="inherit"/>
              </a:rPr>
              <a:t>, </a:t>
            </a:r>
            <a:r>
              <a:rPr lang="ko-KR" altLang="en-US" sz="2800" b="1" dirty="0">
                <a:latin typeface="inherit"/>
              </a:rPr>
              <a:t>용량제한</a:t>
            </a:r>
            <a:r>
              <a:rPr lang="en-US" altLang="ko-KR" sz="2800" b="1" dirty="0">
                <a:latin typeface="inherit"/>
              </a:rPr>
              <a:t>, </a:t>
            </a:r>
            <a:r>
              <a:rPr lang="ko-KR" altLang="en-US" sz="2800" b="1" dirty="0">
                <a:latin typeface="inherit"/>
              </a:rPr>
              <a:t>만료시점 등 </a:t>
            </a:r>
            <a:endParaRPr lang="en-US" altLang="ko-KR" sz="2800" b="1" dirty="0">
              <a:latin typeface="inherit"/>
            </a:endParaRPr>
          </a:p>
          <a:p>
            <a:endParaRPr lang="en-US" altLang="ko-KR" sz="2800" b="1" dirty="0">
              <a:latin typeface="inherit"/>
            </a:endParaRPr>
          </a:p>
          <a:p>
            <a:r>
              <a:rPr lang="ko-KR" altLang="en-US" sz="2800" b="1" dirty="0">
                <a:latin typeface="inherit"/>
              </a:rPr>
              <a:t>쿠키 </a:t>
            </a:r>
            <a:r>
              <a:rPr lang="en-US" altLang="ko-KR" sz="2800" b="1" dirty="0">
                <a:latin typeface="inherit"/>
              </a:rPr>
              <a:t>: </a:t>
            </a:r>
            <a:r>
              <a:rPr lang="ko-KR" altLang="en-US" sz="2800" b="1" dirty="0">
                <a:latin typeface="inherit"/>
              </a:rPr>
              <a:t>개인 </a:t>
            </a:r>
            <a:r>
              <a:rPr lang="en-US" altLang="ko-KR" sz="2800" b="1" dirty="0">
                <a:latin typeface="inherit"/>
              </a:rPr>
              <a:t>PC</a:t>
            </a:r>
            <a:r>
              <a:rPr lang="ko-KR" altLang="en-US" sz="2800" b="1" dirty="0">
                <a:latin typeface="inherit"/>
              </a:rPr>
              <a:t>에 저장됨</a:t>
            </a:r>
            <a:r>
              <a:rPr lang="en-US" altLang="ko-KR" sz="2800" b="1" dirty="0">
                <a:latin typeface="inherit"/>
              </a:rPr>
              <a:t>.</a:t>
            </a:r>
            <a:endParaRPr lang="ko-KR" altLang="en-US" sz="2800" b="1" dirty="0">
              <a:latin typeface="LexiSaebomR"/>
            </a:endParaRPr>
          </a:p>
          <a:p>
            <a:r>
              <a:rPr lang="ko-KR" altLang="en-US" sz="2800" b="1" dirty="0">
                <a:latin typeface="inherit"/>
              </a:rPr>
              <a:t>세션 </a:t>
            </a:r>
            <a:r>
              <a:rPr lang="en-US" altLang="ko-KR" sz="2800" b="1" dirty="0">
                <a:latin typeface="inherit"/>
              </a:rPr>
              <a:t>: </a:t>
            </a:r>
            <a:r>
              <a:rPr lang="ko-KR" altLang="en-US" sz="2800" b="1" dirty="0">
                <a:latin typeface="inherit"/>
              </a:rPr>
              <a:t>접속중인 웹 서버에 저장됨</a:t>
            </a:r>
            <a:r>
              <a:rPr lang="en-US" altLang="ko-KR" sz="2800" b="1" dirty="0">
                <a:latin typeface="inherit"/>
              </a:rPr>
              <a:t>.</a:t>
            </a:r>
            <a:endParaRPr lang="ko-KR" altLang="en-US" sz="2800" b="1" dirty="0">
              <a:latin typeface="LexiSaebomR"/>
            </a:endParaRPr>
          </a:p>
          <a:p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5063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5657AF-7A09-4439-8422-BABF6CB0394B}"/>
              </a:ext>
            </a:extLst>
          </p:cNvPr>
          <p:cNvSpPr/>
          <p:nvPr/>
        </p:nvSpPr>
        <p:spPr>
          <a:xfrm>
            <a:off x="180622" y="464235"/>
            <a:ext cx="107357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latin typeface="NanumGothic"/>
              </a:rPr>
              <a:t>- </a:t>
            </a:r>
            <a:r>
              <a:rPr lang="ko-KR" altLang="en-US" sz="3200" b="1" dirty="0">
                <a:latin typeface="NanumGothic"/>
              </a:rPr>
              <a:t>세션은 휘발성 데이터로</a:t>
            </a:r>
            <a:r>
              <a:rPr lang="en-US" altLang="ko-KR" sz="3200" b="1" dirty="0">
                <a:latin typeface="NanumGothic"/>
              </a:rPr>
              <a:t>, </a:t>
            </a:r>
          </a:p>
          <a:p>
            <a:endParaRPr lang="en-US" altLang="ko-KR" sz="3200" b="1" dirty="0">
              <a:latin typeface="NanumGothic"/>
            </a:endParaRPr>
          </a:p>
          <a:p>
            <a:r>
              <a:rPr lang="ko-KR" altLang="en-US" sz="3200" b="1" dirty="0">
                <a:latin typeface="NanumGothic"/>
              </a:rPr>
              <a:t>브라우저를 종료하는 순간 모든 데이터가 삭제된다</a:t>
            </a:r>
            <a:r>
              <a:rPr lang="en-US" altLang="ko-KR" sz="3200" b="1" dirty="0">
                <a:latin typeface="NanumGothic"/>
              </a:rPr>
              <a:t>.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2548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E612-14AD-447E-B43E-2645F055C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49638"/>
          </a:xfrm>
        </p:spPr>
        <p:txBody>
          <a:bodyPr>
            <a:normAutofit/>
          </a:bodyPr>
          <a:lstStyle/>
          <a:p>
            <a:r>
              <a:rPr lang="ko-KR" altLang="en-US" sz="88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18410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64</Words>
  <Application>Microsoft Office PowerPoint</Application>
  <PresentationFormat>와이드스크린</PresentationFormat>
  <Paragraphs>43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AppleSDGothicNeo</vt:lpstr>
      <vt:lpstr>inherit</vt:lpstr>
      <vt:lpstr>LexiSaebomR</vt:lpstr>
      <vt:lpstr>NanumGothic</vt:lpstr>
      <vt:lpstr>맑은 고딕</vt:lpstr>
      <vt:lpstr>Arial</vt:lpstr>
      <vt:lpstr>Office 테마</vt:lpstr>
      <vt:lpstr>쿠키와 세션</vt:lpstr>
      <vt:lpstr>쿠키 (Cookie)</vt:lpstr>
      <vt:lpstr>PowerPoint 프레젠테이션</vt:lpstr>
      <vt:lpstr>쿠키의 동작 방식</vt:lpstr>
      <vt:lpstr>PowerPoint 프레젠테이션</vt:lpstr>
      <vt:lpstr>쿠키의 동작 방식</vt:lpstr>
      <vt:lpstr>쿠키를 사용하려면  서버를 이용하여 http 통신을 해야합니다.</vt:lpstr>
      <vt:lpstr>그래서 간단하게  로컬 서버를 설치하고  테스트를 해볼 수 있습니다.</vt:lpstr>
      <vt:lpstr>세션 (Session)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제이쿼리 UI플러그인</dc:title>
  <dc:creator>s</dc:creator>
  <cp:lastModifiedBy>Windows 사용자</cp:lastModifiedBy>
  <cp:revision>24</cp:revision>
  <dcterms:created xsi:type="dcterms:W3CDTF">2020-06-11T00:20:24Z</dcterms:created>
  <dcterms:modified xsi:type="dcterms:W3CDTF">2021-03-09T11:51:16Z</dcterms:modified>
</cp:coreProperties>
</file>