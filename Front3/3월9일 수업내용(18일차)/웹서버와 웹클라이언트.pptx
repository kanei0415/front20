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4" r:id="rId5"/>
    <p:sldId id="272" r:id="rId6"/>
    <p:sldId id="273" r:id="rId7"/>
    <p:sldId id="274" r:id="rId8"/>
    <p:sldId id="265" r:id="rId9"/>
    <p:sldId id="270" r:id="rId10"/>
    <p:sldId id="271" r:id="rId11"/>
    <p:sldId id="275" r:id="rId12"/>
    <p:sldId id="276" r:id="rId13"/>
    <p:sldId id="283" r:id="rId14"/>
    <p:sldId id="284" r:id="rId15"/>
    <p:sldId id="285" r:id="rId16"/>
    <p:sldId id="280" r:id="rId17"/>
    <p:sldId id="277" r:id="rId18"/>
    <p:sldId id="282" r:id="rId19"/>
    <p:sldId id="278" r:id="rId20"/>
    <p:sldId id="269" r:id="rId21"/>
    <p:sldId id="286" r:id="rId22"/>
    <p:sldId id="288" r:id="rId23"/>
    <p:sldId id="287" r:id="rId24"/>
    <p:sldId id="290" r:id="rId25"/>
    <p:sldId id="291" r:id="rId26"/>
    <p:sldId id="266" r:id="rId27"/>
    <p:sldId id="292" r:id="rId28"/>
    <p:sldId id="289" r:id="rId29"/>
    <p:sldId id="261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C369F-DDE4-48CE-8784-0970804C2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CF2370-9D21-4F8B-9D7E-A6CDFE791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64FC9-815F-40ED-B254-3B5EE26A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9F9E9-EF3A-4810-A8C2-7D46C513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61914-87E5-444F-BC2F-160DE30A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1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9C091-B457-4877-ABEE-646D1D21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A3771E-C34E-4810-B09C-DE28B426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A8C305-911E-4F86-A082-A92798D4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737DE-E7B1-4A30-9A26-8F001ABD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F943C4-824D-42E8-8E9F-F795D58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89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57CF0-087C-46F6-86D4-B24854A6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C1111-D510-46F7-AB59-978E8834E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74366-C847-432B-90D0-F82ED358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5285C-9BE8-4584-98A4-54650374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BE3A8-CABD-4270-9612-1486242A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7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50F51-A765-416C-865E-81EB09FA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B6510-1CE2-4E70-80BE-E52650A63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DBCFD-D781-46DB-B49F-9D65D96D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3F8C33-B97E-4837-8203-F598BC99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4A0C31-ED2A-422B-91B7-D377BC96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D9746-9FBF-42BE-803A-509C547C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0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B20EB-E9C4-4612-9BEA-32976965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40D7C-FF6A-4807-93F6-701D6875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6B767-E24D-461B-B723-AE430EDE5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BE3F02-F7D4-4373-AC44-C93668F53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9F7358-DBA6-44BB-A4B9-9C0974BC4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F7DB0D-228F-42DA-BE28-9FE72C38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222E3E-44FE-46AC-BDF3-A9FB14FC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09660E-1081-46F6-99BB-9A235E13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6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4FB4C-0181-4DF9-9118-B02C56CB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57D273-32C7-42BB-B88F-EF2E9134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763F3E-4E13-4342-AE7D-0375305A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96155E-7DD9-4D46-853E-444C64F5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57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A476CC-5566-450E-9543-769AFEA5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FF5779-D3E8-44F4-B627-E07985C9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4E334-4A1B-49A7-9D74-24B82EF3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61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41B16-60DD-48D2-9DBE-3A33D260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92A05-83F2-4C9D-9F33-8CE8325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0BB2F2-FE5B-4EBA-91D0-54E9382D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F9AD70-C434-45B1-8602-A646E8DC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314B8-475D-4738-B948-3D776C8C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61E3D4-C6FC-4A7A-9085-16287625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87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0F77C-F503-42B7-9EA0-BB5CCA93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15D91-A661-4C45-ABEC-DBCB6ECE6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6518DB-215E-434C-8950-B0C7444D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11D620-E04A-4614-AA08-A7D8154F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5C1B4-5240-4DF9-B77C-97B291A4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B9164-0FA9-4137-9C2C-85A9D7BF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1E5CE-BAA6-4DAD-8C11-3D64F306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8A483E-08CE-4910-BBD6-0E0F6A229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46FF0-911E-4859-B97B-5E8086A3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F4D95-5F6E-4C94-94F1-33DD90B8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C8268-239C-424C-A7A7-233E5A02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7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A505F6-3A2C-4259-89C3-E30BAB2C2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956127-08F0-49DD-9E60-0D2001057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7348B-6F76-453D-B212-4E875955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08741-D59A-45CE-84A3-9B74ACE2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CBC3B-79F8-48E8-94D6-E5D6FA32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87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B2B9EE-25B8-421D-AD52-1773C659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96D6B-9DAE-4349-A4AE-AD6ACE273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C992C-CA77-4087-B905-65BB0158D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CF06B-E488-46B0-AEC0-F9C3E8B3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9B90E-7D7C-4274-9722-85F61AA5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04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웹 서버와 웹 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295529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서버와 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230975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4488873"/>
          </a:xfrm>
        </p:spPr>
        <p:txBody>
          <a:bodyPr>
            <a:normAutofit/>
          </a:bodyPr>
          <a:lstStyle/>
          <a:p>
            <a:r>
              <a:rPr lang="ko-KR" altLang="en-US" b="1" dirty="0"/>
              <a:t>서버 </a:t>
            </a:r>
            <a:r>
              <a:rPr lang="en-US" altLang="ko-KR" b="1" dirty="0"/>
              <a:t>(Server) : </a:t>
            </a:r>
            <a:r>
              <a:rPr lang="ko-KR" altLang="en-US" b="1" dirty="0"/>
              <a:t>제공자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클라이언트 </a:t>
            </a:r>
            <a:r>
              <a:rPr lang="en-US" altLang="ko-KR" b="1" dirty="0"/>
              <a:t>(Client) : </a:t>
            </a:r>
            <a:r>
              <a:rPr lang="ko-KR" altLang="en-US" b="1" dirty="0"/>
              <a:t>고객</a:t>
            </a:r>
          </a:p>
        </p:txBody>
      </p:sp>
    </p:spTree>
    <p:extLst>
      <p:ext uri="{BB962C8B-B14F-4D97-AF65-F5344CB8AC3E}">
        <p14:creationId xmlns:p14="http://schemas.microsoft.com/office/powerpoint/2010/main" val="25771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765" y="279978"/>
            <a:ext cx="2896032" cy="42224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1" y="279978"/>
            <a:ext cx="3723843" cy="409405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4221018" y="1302327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4221019" y="3849585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4221018" y="279978"/>
            <a:ext cx="2329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서비스 요청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6433457" y="3008415"/>
            <a:ext cx="2275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서비스 제공</a:t>
            </a:r>
          </a:p>
        </p:txBody>
      </p:sp>
    </p:spTree>
    <p:extLst>
      <p:ext uri="{BB962C8B-B14F-4D97-AF65-F5344CB8AC3E}">
        <p14:creationId xmlns:p14="http://schemas.microsoft.com/office/powerpoint/2010/main" val="101360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웹 브라우저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(web browser)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7720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browse</a:t>
            </a:r>
            <a:br>
              <a:rPr lang="en-US" altLang="ko-KR" b="1" dirty="0"/>
            </a:br>
            <a:r>
              <a:rPr lang="en-US" altLang="ko-KR" b="1" dirty="0"/>
              <a:t>:</a:t>
            </a:r>
            <a:r>
              <a:rPr lang="ko-KR" altLang="en-US" b="1" dirty="0"/>
              <a:t>둘러보다</a:t>
            </a:r>
            <a:r>
              <a:rPr lang="en-US" altLang="ko-KR" b="1" dirty="0"/>
              <a:t>, </a:t>
            </a:r>
            <a:r>
              <a:rPr lang="ko-KR" altLang="en-US" b="1" dirty="0"/>
              <a:t>훑어보다</a:t>
            </a:r>
          </a:p>
        </p:txBody>
      </p:sp>
    </p:spTree>
    <p:extLst>
      <p:ext uri="{BB962C8B-B14F-4D97-AF65-F5344CB8AC3E}">
        <p14:creationId xmlns:p14="http://schemas.microsoft.com/office/powerpoint/2010/main" val="63420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browser</a:t>
            </a:r>
            <a:br>
              <a:rPr lang="en-US" altLang="ko-KR" b="1" dirty="0"/>
            </a:br>
            <a:r>
              <a:rPr lang="en-US" altLang="ko-KR" b="1" dirty="0"/>
              <a:t>:</a:t>
            </a:r>
            <a:r>
              <a:rPr lang="ko-KR" altLang="en-US" b="1" dirty="0"/>
              <a:t>둘러보는 행위자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:</a:t>
            </a:r>
            <a:r>
              <a:rPr lang="ko-KR" altLang="en-US" b="1" dirty="0"/>
              <a:t>훑어보는 행위자</a:t>
            </a:r>
          </a:p>
        </p:txBody>
      </p:sp>
    </p:spTree>
    <p:extLst>
      <p:ext uri="{BB962C8B-B14F-4D97-AF65-F5344CB8AC3E}">
        <p14:creationId xmlns:p14="http://schemas.microsoft.com/office/powerpoint/2010/main" val="55020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D2A7FA9-C6B6-4830-93EB-5330BF6A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60" y="319087"/>
            <a:ext cx="4260397" cy="4380974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74FB3EC-94B8-41E7-BBE9-0BF8A80A7B50}"/>
              </a:ext>
            </a:extLst>
          </p:cNvPr>
          <p:cNvSpPr txBox="1">
            <a:spLocks/>
          </p:cNvSpPr>
          <p:nvPr/>
        </p:nvSpPr>
        <p:spPr>
          <a:xfrm>
            <a:off x="4740730" y="319087"/>
            <a:ext cx="7364184" cy="4380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웹 브라우저</a:t>
            </a:r>
            <a:endParaRPr lang="en-US" altLang="ko-KR" b="1" dirty="0"/>
          </a:p>
          <a:p>
            <a:r>
              <a:rPr lang="en-US" altLang="ko-KR" b="1" dirty="0"/>
              <a:t>: </a:t>
            </a:r>
            <a:r>
              <a:rPr lang="ko-KR" altLang="en-US" b="1" dirty="0"/>
              <a:t>웹 페이지를 </a:t>
            </a:r>
            <a:endParaRPr lang="en-US" altLang="ko-KR" b="1" dirty="0"/>
          </a:p>
          <a:p>
            <a:r>
              <a:rPr lang="ko-KR" altLang="en-US" b="1" dirty="0"/>
              <a:t>훑어보는 프로그램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: </a:t>
            </a:r>
            <a:r>
              <a:rPr lang="ko-KR" altLang="en-US" b="1" dirty="0"/>
              <a:t>웹 페이지를 </a:t>
            </a:r>
            <a:endParaRPr lang="en-US" altLang="ko-KR" b="1" dirty="0"/>
          </a:p>
          <a:p>
            <a:r>
              <a:rPr lang="ko-KR" altLang="en-US" b="1" dirty="0"/>
              <a:t>열어주는 프로그램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0F201-A890-43C0-B957-84AF630F293F}"/>
              </a:ext>
            </a:extLst>
          </p:cNvPr>
          <p:cNvSpPr txBox="1"/>
          <p:nvPr/>
        </p:nvSpPr>
        <p:spPr>
          <a:xfrm>
            <a:off x="344260" y="5029200"/>
            <a:ext cx="3988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solidFill>
                  <a:srgbClr val="FF0000"/>
                </a:solidFill>
              </a:rPr>
              <a:t>크롬 브라우저</a:t>
            </a:r>
          </a:p>
        </p:txBody>
      </p:sp>
    </p:spTree>
    <p:extLst>
      <p:ext uri="{BB962C8B-B14F-4D97-AF65-F5344CB8AC3E}">
        <p14:creationId xmlns:p14="http://schemas.microsoft.com/office/powerpoint/2010/main" val="21506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웹 서버와 웹 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423185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937" y="1106567"/>
            <a:ext cx="2139860" cy="311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3" y="1302327"/>
            <a:ext cx="2481711" cy="272843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5124534" y="1302327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5124535" y="3849585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5124534" y="279978"/>
            <a:ext cx="2329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서비스 요청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7336973" y="3008415"/>
            <a:ext cx="2275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서비스 제공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53C94E-3B79-40C4-A463-3FD424A3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395" y="1499253"/>
            <a:ext cx="2094139" cy="21534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52028-6353-4804-8278-1413A36E11D3}"/>
              </a:ext>
            </a:extLst>
          </p:cNvPr>
          <p:cNvSpPr txBox="1"/>
          <p:nvPr/>
        </p:nvSpPr>
        <p:spPr>
          <a:xfrm>
            <a:off x="3030395" y="3963994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크롬 브라우저</a:t>
            </a:r>
          </a:p>
        </p:txBody>
      </p:sp>
    </p:spTree>
    <p:extLst>
      <p:ext uri="{BB962C8B-B14F-4D97-AF65-F5344CB8AC3E}">
        <p14:creationId xmlns:p14="http://schemas.microsoft.com/office/powerpoint/2010/main" val="264777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222523"/>
          </a:xfrm>
        </p:spPr>
        <p:txBody>
          <a:bodyPr>
            <a:normAutofit/>
          </a:bodyPr>
          <a:lstStyle/>
          <a:p>
            <a:r>
              <a:rPr lang="ko-KR" altLang="en-US" b="1" dirty="0"/>
              <a:t>우리가 인터넷을 한다는 것은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브라우저</a:t>
            </a:r>
            <a:r>
              <a:rPr lang="en-US" altLang="ko-KR" b="1" dirty="0"/>
              <a:t>(</a:t>
            </a:r>
            <a:r>
              <a:rPr lang="ko-KR" altLang="en-US" b="1" dirty="0"/>
              <a:t>크롬</a:t>
            </a:r>
            <a:r>
              <a:rPr lang="en-US" altLang="ko-KR" b="1" dirty="0"/>
              <a:t>, </a:t>
            </a:r>
            <a:r>
              <a:rPr lang="ko-KR" altLang="en-US" b="1" dirty="0"/>
              <a:t>익스플로러</a:t>
            </a:r>
            <a:r>
              <a:rPr lang="en-US" altLang="ko-KR" b="1" dirty="0"/>
              <a:t>)</a:t>
            </a:r>
            <a:r>
              <a:rPr lang="ko-KR" altLang="en-US" b="1" dirty="0"/>
              <a:t>를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이용하여 서버 컴퓨터에 저장된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웹페이지를 요청하고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/>
              <a:t>읽어들이는</a:t>
            </a:r>
            <a:r>
              <a:rPr lang="ko-KR" altLang="en-US" b="1" dirty="0"/>
              <a:t> 것입니다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557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937" y="1106567"/>
            <a:ext cx="2139860" cy="311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3" y="1302327"/>
            <a:ext cx="2481711" cy="272843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5124534" y="1302327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5124535" y="3849585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5048333" y="0"/>
            <a:ext cx="665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http://www.hello.com/index.html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5234050" y="3008415"/>
            <a:ext cx="437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index.html </a:t>
            </a:r>
            <a:r>
              <a:rPr lang="ko-KR" altLang="en-US" sz="2800" b="1" dirty="0">
                <a:solidFill>
                  <a:srgbClr val="FF0000"/>
                </a:solidFill>
              </a:rPr>
              <a:t>파일 받으세요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53C94E-3B79-40C4-A463-3FD424A3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395" y="1499253"/>
            <a:ext cx="2094139" cy="21534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52028-6353-4804-8278-1413A36E11D3}"/>
              </a:ext>
            </a:extLst>
          </p:cNvPr>
          <p:cNvSpPr txBox="1"/>
          <p:nvPr/>
        </p:nvSpPr>
        <p:spPr>
          <a:xfrm>
            <a:off x="3030395" y="3963994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크롬 브라우저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133494-E635-45A1-8A15-AE436BAAF78E}"/>
              </a:ext>
            </a:extLst>
          </p:cNvPr>
          <p:cNvCxnSpPr>
            <a:cxnSpLocks/>
          </p:cNvCxnSpPr>
          <p:nvPr/>
        </p:nvCxnSpPr>
        <p:spPr>
          <a:xfrm>
            <a:off x="5048333" y="523220"/>
            <a:ext cx="594623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286F9B-71A2-4FEC-83D0-DBCDF9AA1ADF}"/>
              </a:ext>
            </a:extLst>
          </p:cNvPr>
          <p:cNvSpPr txBox="1"/>
          <p:nvPr/>
        </p:nvSpPr>
        <p:spPr>
          <a:xfrm>
            <a:off x="4878883" y="610337"/>
            <a:ext cx="7151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www.hello.com</a:t>
            </a:r>
            <a:r>
              <a:rPr lang="ko-KR" altLang="en-US" sz="2400" b="1" dirty="0">
                <a:solidFill>
                  <a:srgbClr val="FF0000"/>
                </a:solidFill>
              </a:rPr>
              <a:t>의 </a:t>
            </a:r>
            <a:r>
              <a:rPr lang="en-US" altLang="ko-KR" sz="2400" b="1" dirty="0">
                <a:solidFill>
                  <a:srgbClr val="FF0000"/>
                </a:solidFill>
              </a:rPr>
              <a:t>index.html </a:t>
            </a:r>
            <a:r>
              <a:rPr lang="ko-KR" altLang="en-US" sz="2400" b="1" dirty="0">
                <a:solidFill>
                  <a:srgbClr val="FF0000"/>
                </a:solidFill>
              </a:rPr>
              <a:t>파일을 요청합니다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31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6" y="567190"/>
            <a:ext cx="11713030" cy="6007781"/>
          </a:xfrm>
        </p:spPr>
        <p:txBody>
          <a:bodyPr>
            <a:normAutofit/>
          </a:bodyPr>
          <a:lstStyle/>
          <a:p>
            <a:r>
              <a:rPr lang="ko-KR" altLang="en-US" b="1" dirty="0"/>
              <a:t>사실 컴퓨터의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모든 데이터는 숫자이기 때문에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클라이언트가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www.hello.com</a:t>
            </a:r>
            <a:r>
              <a:rPr lang="ko-KR" altLang="en-US" b="1" dirty="0"/>
              <a:t>의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정보를 요청한다고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/>
              <a:t>이것만으로</a:t>
            </a:r>
            <a:r>
              <a:rPr lang="ko-KR" altLang="en-US" b="1" dirty="0"/>
              <a:t> 어떻게 찾습니까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8621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6" y="567190"/>
            <a:ext cx="11713030" cy="6007781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www.hello.com</a:t>
            </a:r>
            <a:r>
              <a:rPr lang="ko-KR" altLang="en-US" b="1" dirty="0"/>
              <a:t>은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원래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IP</a:t>
            </a:r>
            <a:r>
              <a:rPr lang="ko-KR" altLang="en-US" b="1" dirty="0"/>
              <a:t>주소를 글자로 </a:t>
            </a:r>
            <a:r>
              <a:rPr lang="ko-KR" altLang="en-US" b="1" dirty="0" err="1"/>
              <a:t>바꾼것일</a:t>
            </a:r>
            <a:r>
              <a:rPr lang="ko-KR" altLang="en-US" b="1" dirty="0"/>
              <a:t> 뿐입니다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사용자가 </a:t>
            </a:r>
            <a:r>
              <a:rPr lang="en-US" altLang="ko-KR" b="1" dirty="0"/>
              <a:t>IP</a:t>
            </a:r>
            <a:r>
              <a:rPr lang="ko-KR" altLang="en-US" b="1" dirty="0"/>
              <a:t>주소를 외워서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사용하려고 한다면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얼마나 불편할까요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70408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6" y="567190"/>
            <a:ext cx="11713030" cy="6007781"/>
          </a:xfrm>
        </p:spPr>
        <p:txBody>
          <a:bodyPr>
            <a:normAutofit/>
          </a:bodyPr>
          <a:lstStyle/>
          <a:p>
            <a:r>
              <a:rPr lang="en-US" altLang="ko-KR" b="1" dirty="0"/>
              <a:t>WWW.NAVER.COM </a:t>
            </a:r>
            <a:r>
              <a:rPr lang="ko-KR" altLang="en-US" b="1" dirty="0"/>
              <a:t>대신에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아이피 주소 </a:t>
            </a:r>
            <a:r>
              <a:rPr lang="en-US" altLang="ko-KR" b="1" dirty="0"/>
              <a:t>123.223.545.245</a:t>
            </a:r>
            <a:r>
              <a:rPr lang="ko-KR" altLang="en-US" b="1" dirty="0"/>
              <a:t>를 이용하여 접속하려고 한다면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얼마나 불편할까요</a:t>
            </a:r>
            <a:r>
              <a:rPr lang="en-US" altLang="ko-KR" b="1" dirty="0"/>
              <a:t>?</a:t>
            </a:r>
            <a:br>
              <a:rPr lang="en-US" altLang="ko-KR" b="1" dirty="0"/>
            </a:b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1503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좀 더 자세히</a:t>
            </a:r>
          </a:p>
        </p:txBody>
      </p:sp>
    </p:spTree>
    <p:extLst>
      <p:ext uri="{BB962C8B-B14F-4D97-AF65-F5344CB8AC3E}">
        <p14:creationId xmlns:p14="http://schemas.microsoft.com/office/powerpoint/2010/main" val="2952057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937" y="1106567"/>
            <a:ext cx="2139860" cy="311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3" y="1302327"/>
            <a:ext cx="2481711" cy="272843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5124534" y="1302327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5124535" y="3849585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5048333" y="0"/>
            <a:ext cx="665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http://192.168.155.230/index.html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5234050" y="3008415"/>
            <a:ext cx="437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index.html </a:t>
            </a:r>
            <a:r>
              <a:rPr lang="ko-KR" altLang="en-US" sz="2800" b="1" dirty="0"/>
              <a:t>파일 받아라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53C94E-3B79-40C4-A463-3FD424A3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395" y="1499253"/>
            <a:ext cx="2094139" cy="21534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52028-6353-4804-8278-1413A36E11D3}"/>
              </a:ext>
            </a:extLst>
          </p:cNvPr>
          <p:cNvSpPr txBox="1"/>
          <p:nvPr/>
        </p:nvSpPr>
        <p:spPr>
          <a:xfrm>
            <a:off x="3030395" y="3963994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크롬 브라우저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32E105-2180-4D01-8810-8B3747C3C488}"/>
              </a:ext>
            </a:extLst>
          </p:cNvPr>
          <p:cNvCxnSpPr>
            <a:cxnSpLocks/>
          </p:cNvCxnSpPr>
          <p:nvPr/>
        </p:nvCxnSpPr>
        <p:spPr>
          <a:xfrm>
            <a:off x="5048333" y="523220"/>
            <a:ext cx="594623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EEA9F6-FE19-4920-9EFB-8B74D96321D3}"/>
              </a:ext>
            </a:extLst>
          </p:cNvPr>
          <p:cNvSpPr txBox="1"/>
          <p:nvPr/>
        </p:nvSpPr>
        <p:spPr>
          <a:xfrm>
            <a:off x="5026070" y="637628"/>
            <a:ext cx="260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자세한 의미는</a:t>
            </a:r>
            <a:r>
              <a:rPr lang="en-US" altLang="ko-KR" sz="2400" b="1" dirty="0">
                <a:solidFill>
                  <a:srgbClr val="FF0000"/>
                </a:solidFill>
              </a:rPr>
              <a:t>?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665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411019" y="653143"/>
            <a:ext cx="10833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/>
              <a:t>http://192.168.155.230/index.html</a:t>
            </a:r>
            <a:endParaRPr lang="ko-KR" altLang="en-US" sz="4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32E105-2180-4D01-8810-8B3747C3C488}"/>
              </a:ext>
            </a:extLst>
          </p:cNvPr>
          <p:cNvCxnSpPr>
            <a:cxnSpLocks/>
          </p:cNvCxnSpPr>
          <p:nvPr/>
        </p:nvCxnSpPr>
        <p:spPr>
          <a:xfrm>
            <a:off x="411019" y="1568249"/>
            <a:ext cx="101263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EEA9F6-FE19-4920-9EFB-8B74D96321D3}"/>
              </a:ext>
            </a:extLst>
          </p:cNvPr>
          <p:cNvSpPr txBox="1"/>
          <p:nvPr/>
        </p:nvSpPr>
        <p:spPr>
          <a:xfrm>
            <a:off x="411018" y="2090172"/>
            <a:ext cx="115523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Hyper Text Transfer Protocol</a:t>
            </a:r>
            <a:r>
              <a:rPr lang="ko-KR" altLang="en-US" sz="2800" b="1" dirty="0">
                <a:solidFill>
                  <a:srgbClr val="FF0000"/>
                </a:solidFill>
              </a:rPr>
              <a:t>을 사용하여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>
                <a:solidFill>
                  <a:srgbClr val="FF0000"/>
                </a:solidFill>
              </a:rPr>
              <a:t> 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>
                <a:solidFill>
                  <a:srgbClr val="FF0000"/>
                </a:solidFill>
              </a:rPr>
              <a:t>IP</a:t>
            </a:r>
            <a:r>
              <a:rPr lang="ko-KR" altLang="en-US" sz="2800" b="1" dirty="0">
                <a:solidFill>
                  <a:srgbClr val="FF0000"/>
                </a:solidFill>
              </a:rPr>
              <a:t>주소 </a:t>
            </a:r>
            <a:r>
              <a:rPr lang="en-US" altLang="ko-KR" sz="2800" b="1" dirty="0">
                <a:solidFill>
                  <a:srgbClr val="FF0000"/>
                </a:solidFill>
              </a:rPr>
              <a:t>192.168.155.230 </a:t>
            </a:r>
            <a:r>
              <a:rPr lang="ko-KR" altLang="en-US" sz="2800" b="1" dirty="0">
                <a:solidFill>
                  <a:srgbClr val="FF0000"/>
                </a:solidFill>
              </a:rPr>
              <a:t>에 접속하여 </a:t>
            </a:r>
            <a:r>
              <a:rPr lang="en-US" altLang="ko-KR" sz="2800" b="1" dirty="0">
                <a:solidFill>
                  <a:srgbClr val="FF0000"/>
                </a:solidFill>
              </a:rPr>
              <a:t>index.html </a:t>
            </a:r>
            <a:r>
              <a:rPr lang="ko-KR" altLang="en-US" sz="2800" b="1" dirty="0">
                <a:solidFill>
                  <a:srgbClr val="FF0000"/>
                </a:solidFill>
              </a:rPr>
              <a:t>파일을 요청한다</a:t>
            </a:r>
            <a:r>
              <a:rPr lang="en-US" altLang="ko-KR" sz="2800" b="1" dirty="0">
                <a:solidFill>
                  <a:srgbClr val="FF0000"/>
                </a:solidFill>
              </a:rPr>
              <a:t>.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82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DNS</a:t>
            </a:r>
            <a:br>
              <a:rPr lang="en-US" altLang="ko-KR" b="1" dirty="0"/>
            </a:br>
            <a:r>
              <a:rPr lang="en-US" altLang="ko-KR" b="1" dirty="0"/>
              <a:t>(Domain Name System)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4279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E7EB01-D07B-41B9-9191-EFFA997696CB}"/>
              </a:ext>
            </a:extLst>
          </p:cNvPr>
          <p:cNvSpPr/>
          <p:nvPr/>
        </p:nvSpPr>
        <p:spPr>
          <a:xfrm>
            <a:off x="217713" y="349906"/>
            <a:ext cx="1171302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400" b="1" dirty="0">
                <a:latin typeface="Apple SD Gothic Neo"/>
              </a:rPr>
              <a:t>특정 컴퓨터의 주소를 찾기 위해</a:t>
            </a:r>
            <a:r>
              <a:rPr lang="en-US" altLang="ko-KR" sz="4400" b="1" dirty="0">
                <a:latin typeface="Apple SD Gothic Neo"/>
              </a:rPr>
              <a:t>, </a:t>
            </a:r>
          </a:p>
          <a:p>
            <a:endParaRPr lang="en-US" altLang="ko-KR" sz="4400" b="1" dirty="0">
              <a:latin typeface="Apple SD Gothic Neo"/>
            </a:endParaRPr>
          </a:p>
          <a:p>
            <a:r>
              <a:rPr lang="ko-KR" altLang="en-US" sz="4400" b="1" dirty="0">
                <a:latin typeface="Apple SD Gothic Neo"/>
              </a:rPr>
              <a:t>사람이 이해하기 쉬운 도메인 이름을 </a:t>
            </a:r>
            <a:endParaRPr lang="en-US" altLang="ko-KR" sz="4400" b="1" dirty="0">
              <a:latin typeface="Apple SD Gothic Neo"/>
            </a:endParaRPr>
          </a:p>
          <a:p>
            <a:endParaRPr lang="en-US" altLang="ko-KR" sz="4400" b="1" dirty="0">
              <a:latin typeface="Apple SD Gothic Neo"/>
            </a:endParaRPr>
          </a:p>
          <a:p>
            <a:r>
              <a:rPr lang="ko-KR" altLang="en-US" sz="4400" b="1" dirty="0">
                <a:latin typeface="Apple SD Gothic Neo"/>
              </a:rPr>
              <a:t>숫자로 된 식별 번호로 변환해 준다</a:t>
            </a:r>
            <a:r>
              <a:rPr lang="en-US" altLang="ko-KR" sz="4400" b="1" dirty="0">
                <a:latin typeface="Apple SD Gothic Neo"/>
              </a:rPr>
              <a:t>.</a:t>
            </a:r>
          </a:p>
          <a:p>
            <a:endParaRPr lang="en-US" altLang="ko-KR" sz="4400" b="1" dirty="0">
              <a:latin typeface="Apple SD Gothic Neo"/>
            </a:endParaRPr>
          </a:p>
          <a:p>
            <a:r>
              <a:rPr lang="en-US" altLang="ko-KR" sz="4400" b="1" dirty="0"/>
              <a:t>DNS</a:t>
            </a:r>
            <a:r>
              <a:rPr lang="ko-KR" altLang="en-US" sz="4400" b="1" dirty="0"/>
              <a:t>서버가 이 역할을 합니다</a:t>
            </a:r>
            <a:r>
              <a:rPr lang="en-US" altLang="ko-KR" sz="4400" b="1"/>
              <a:t>.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60742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411018" y="653143"/>
            <a:ext cx="11780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/>
              <a:t>http://www.helloworld.com/index.html</a:t>
            </a:r>
            <a:endParaRPr lang="ko-KR" altLang="en-US" sz="4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32E105-2180-4D01-8810-8B3747C3C488}"/>
              </a:ext>
            </a:extLst>
          </p:cNvPr>
          <p:cNvCxnSpPr>
            <a:cxnSpLocks/>
          </p:cNvCxnSpPr>
          <p:nvPr/>
        </p:nvCxnSpPr>
        <p:spPr>
          <a:xfrm>
            <a:off x="411019" y="1568249"/>
            <a:ext cx="101263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8C4721-AD59-482E-BEC2-FDD80A75896A}"/>
              </a:ext>
            </a:extLst>
          </p:cNvPr>
          <p:cNvSpPr txBox="1"/>
          <p:nvPr/>
        </p:nvSpPr>
        <p:spPr>
          <a:xfrm>
            <a:off x="411018" y="3013501"/>
            <a:ext cx="10833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/>
              <a:t>http://192.168.155.230/index.html</a:t>
            </a:r>
            <a:endParaRPr lang="ko-KR" altLang="en-US" sz="4800" b="1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AA8260F-E3DD-446F-9888-2C43877CF5CD}"/>
              </a:ext>
            </a:extLst>
          </p:cNvPr>
          <p:cNvCxnSpPr>
            <a:cxnSpLocks/>
          </p:cNvCxnSpPr>
          <p:nvPr/>
        </p:nvCxnSpPr>
        <p:spPr>
          <a:xfrm>
            <a:off x="411018" y="3928607"/>
            <a:ext cx="101263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893AED-C0FA-40DF-8A71-380C93028834}"/>
              </a:ext>
            </a:extLst>
          </p:cNvPr>
          <p:cNvSpPr txBox="1"/>
          <p:nvPr/>
        </p:nvSpPr>
        <p:spPr>
          <a:xfrm>
            <a:off x="411018" y="1936932"/>
            <a:ext cx="11552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</a:rPr>
              <a:t>을 아래와 같이 변환해줍니다</a:t>
            </a:r>
            <a:r>
              <a:rPr lang="en-US" altLang="ko-KR" sz="4000" b="1" dirty="0">
                <a:solidFill>
                  <a:srgbClr val="FF0000"/>
                </a:solidFill>
              </a:rPr>
              <a:t>.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70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E7EB01-D07B-41B9-9191-EFFA997696CB}"/>
              </a:ext>
            </a:extLst>
          </p:cNvPr>
          <p:cNvSpPr/>
          <p:nvPr/>
        </p:nvSpPr>
        <p:spPr>
          <a:xfrm>
            <a:off x="217713" y="349906"/>
            <a:ext cx="1171302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400" b="1" dirty="0">
                <a:latin typeface="Apple SD Gothic Neo"/>
              </a:rPr>
              <a:t>이전에 웹 호스팅했던 </a:t>
            </a:r>
            <a:endParaRPr lang="en-US" altLang="ko-KR" sz="4400" b="1" dirty="0">
              <a:latin typeface="Apple SD Gothic Neo"/>
            </a:endParaRPr>
          </a:p>
          <a:p>
            <a:endParaRPr lang="en-US" altLang="ko-KR" sz="4400" b="1" dirty="0">
              <a:latin typeface="Apple SD Gothic Neo"/>
            </a:endParaRPr>
          </a:p>
          <a:p>
            <a:r>
              <a:rPr lang="ko-KR" altLang="en-US" sz="4400" b="1" dirty="0">
                <a:latin typeface="Apple SD Gothic Neo"/>
              </a:rPr>
              <a:t>홈페이지를 생각해본다면</a:t>
            </a:r>
            <a:r>
              <a:rPr lang="en-US" altLang="ko-KR" sz="4400" b="1" dirty="0">
                <a:latin typeface="Apple SD Gothic Neo"/>
              </a:rPr>
              <a:t>…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883353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627" y="1629788"/>
            <a:ext cx="2139860" cy="311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4" y="2166262"/>
            <a:ext cx="1695898" cy="1864496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4144820" y="1885674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4144821" y="4432932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4068620" y="583347"/>
            <a:ext cx="5587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http://fortpower.dothome.co.kr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4232737" y="2841520"/>
            <a:ext cx="4378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서버 컴퓨터가 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>
                <a:solidFill>
                  <a:srgbClr val="FF0000"/>
                </a:solidFill>
              </a:rPr>
              <a:t>내부에 파일을 찾아서 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>
                <a:solidFill>
                  <a:srgbClr val="FF0000"/>
                </a:solidFill>
              </a:rPr>
              <a:t>응답해줌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53C94E-3B79-40C4-A463-3FD424A3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911" y="2317208"/>
            <a:ext cx="1519596" cy="15626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52028-6353-4804-8278-1413A36E11D3}"/>
              </a:ext>
            </a:extLst>
          </p:cNvPr>
          <p:cNvSpPr txBox="1"/>
          <p:nvPr/>
        </p:nvSpPr>
        <p:spPr>
          <a:xfrm>
            <a:off x="2018024" y="3995683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크롬 브라우저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32E105-2180-4D01-8810-8B3747C3C488}"/>
              </a:ext>
            </a:extLst>
          </p:cNvPr>
          <p:cNvCxnSpPr>
            <a:cxnSpLocks/>
          </p:cNvCxnSpPr>
          <p:nvPr/>
        </p:nvCxnSpPr>
        <p:spPr>
          <a:xfrm>
            <a:off x="4068619" y="1106567"/>
            <a:ext cx="546726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EEA9F6-FE19-4920-9EFB-8B74D96321D3}"/>
              </a:ext>
            </a:extLst>
          </p:cNvPr>
          <p:cNvSpPr txBox="1"/>
          <p:nvPr/>
        </p:nvSpPr>
        <p:spPr>
          <a:xfrm>
            <a:off x="4046355" y="1220975"/>
            <a:ext cx="522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요청을 보내면</a:t>
            </a:r>
            <a:r>
              <a:rPr lang="en-US" altLang="ko-KR" sz="2400" b="1" dirty="0">
                <a:solidFill>
                  <a:srgbClr val="FF0000"/>
                </a:solidFill>
              </a:rPr>
              <a:t>.. 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041CC6-941E-42BD-B536-D6B886144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286375"/>
            <a:ext cx="5857875" cy="1571625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6D2A2BF-83DF-42B3-BFFE-5C2186CFCE10}"/>
              </a:ext>
            </a:extLst>
          </p:cNvPr>
          <p:cNvCxnSpPr>
            <a:stCxn id="3" idx="2"/>
          </p:cNvCxnSpPr>
          <p:nvPr/>
        </p:nvCxnSpPr>
        <p:spPr>
          <a:xfrm flipH="1">
            <a:off x="8044543" y="4749737"/>
            <a:ext cx="1711014" cy="164017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074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통합 예약 시스템도</a:t>
            </a:r>
            <a:r>
              <a:rPr lang="en-US" altLang="ko-KR" b="1" dirty="0"/>
              <a:t>…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25184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ACCFF1-FCDD-4A2D-803E-10231607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0" cy="639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45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4828A71-CCD2-4980-A625-6AF32BBF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1" y="381005"/>
            <a:ext cx="1695898" cy="186449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BEA6AC-9212-476A-9B45-901551097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568" y="531951"/>
            <a:ext cx="1519596" cy="1562603"/>
          </a:xfrm>
          <a:prstGeom prst="rect">
            <a:avLst/>
          </a:prstGeom>
        </p:spPr>
      </p:pic>
      <p:pic>
        <p:nvPicPr>
          <p:cNvPr id="1026" name="Picture 2" descr="아이콘 사업 사용자 비즈니스 - Pixabay의 무료 이미지">
            <a:extLst>
              <a:ext uri="{FF2B5EF4-FFF2-40B4-BE49-F238E27FC236}">
                <a16:creationId xmlns:a16="http://schemas.microsoft.com/office/drawing/2014/main" id="{5EED8488-F320-4FAC-A0D9-36E58DC02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61" y="3820885"/>
            <a:ext cx="1262459" cy="17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6991897-C433-4055-9155-FDA8F587C79B}"/>
              </a:ext>
            </a:extLst>
          </p:cNvPr>
          <p:cNvSpPr txBox="1">
            <a:spLocks/>
          </p:cNvSpPr>
          <p:nvPr/>
        </p:nvSpPr>
        <p:spPr>
          <a:xfrm>
            <a:off x="193861" y="2555762"/>
            <a:ext cx="4770025" cy="77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FF0000"/>
                </a:solidFill>
              </a:rPr>
              <a:t>https://yeyak.daegu.go.kr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1D56BA-2B27-4836-B6D5-1E2D834B1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569" y="531951"/>
            <a:ext cx="1278790" cy="1864496"/>
          </a:xfrm>
          <a:prstGeom prst="rect">
            <a:avLst/>
          </a:prstGeom>
        </p:spPr>
      </p:pic>
      <p:pic>
        <p:nvPicPr>
          <p:cNvPr id="1028" name="Picture 4" descr="이클립스(Eclipse) 다운로드 및 설치 방법 - 도라가이드">
            <a:extLst>
              <a:ext uri="{FF2B5EF4-FFF2-40B4-BE49-F238E27FC236}">
                <a16:creationId xmlns:a16="http://schemas.microsoft.com/office/drawing/2014/main" id="{52577C33-EB2F-4EAD-8598-4EF443D51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095" y="1182875"/>
            <a:ext cx="1641022" cy="91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DD96D6E-EF35-4551-8F64-A679C1568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095" y="2245501"/>
            <a:ext cx="3950905" cy="217981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2CD6552-05BD-4E46-BED5-ECE9E18631C3}"/>
              </a:ext>
            </a:extLst>
          </p:cNvPr>
          <p:cNvCxnSpPr/>
          <p:nvPr/>
        </p:nvCxnSpPr>
        <p:spPr>
          <a:xfrm>
            <a:off x="5301343" y="0"/>
            <a:ext cx="0" cy="68580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E25210B-EE54-4C1A-A67A-FBACC3DD413D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963886" y="1464199"/>
            <a:ext cx="869683" cy="147919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021AD37-8393-42F1-A7DF-024C10282E69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7112359" y="1464199"/>
            <a:ext cx="1128736" cy="187120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5BF7435-62D1-4B80-89A6-AD5666B8B42B}"/>
              </a:ext>
            </a:extLst>
          </p:cNvPr>
          <p:cNvCxnSpPr>
            <a:cxnSpLocks/>
          </p:cNvCxnSpPr>
          <p:nvPr/>
        </p:nvCxnSpPr>
        <p:spPr>
          <a:xfrm flipH="1" flipV="1">
            <a:off x="7112359" y="2396447"/>
            <a:ext cx="1041041" cy="165304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omcat &amp; Apache">
            <a:extLst>
              <a:ext uri="{FF2B5EF4-FFF2-40B4-BE49-F238E27FC236}">
                <a16:creationId xmlns:a16="http://schemas.microsoft.com/office/drawing/2014/main" id="{330D8048-073A-4E2B-9102-4D9312298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706" y="2650673"/>
            <a:ext cx="1556653" cy="15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AC4CEB92-D257-401F-B695-876E2B51F778}"/>
              </a:ext>
            </a:extLst>
          </p:cNvPr>
          <p:cNvSpPr txBox="1">
            <a:spLocks/>
          </p:cNvSpPr>
          <p:nvPr/>
        </p:nvSpPr>
        <p:spPr>
          <a:xfrm>
            <a:off x="5555706" y="4460694"/>
            <a:ext cx="4770025" cy="77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>
                <a:solidFill>
                  <a:srgbClr val="FF0000"/>
                </a:solidFill>
              </a:rPr>
              <a:t>서버는 아파치 </a:t>
            </a:r>
            <a:r>
              <a:rPr lang="ko-KR" altLang="en-US" sz="2800" b="1" dirty="0" err="1">
                <a:solidFill>
                  <a:srgbClr val="FF0000"/>
                </a:solidFill>
              </a:rPr>
              <a:t>톰캣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208FB21F-60E3-49E2-A413-54F55D5C37AF}"/>
              </a:ext>
            </a:extLst>
          </p:cNvPr>
          <p:cNvSpPr txBox="1">
            <a:spLocks/>
          </p:cNvSpPr>
          <p:nvPr/>
        </p:nvSpPr>
        <p:spPr>
          <a:xfrm>
            <a:off x="0" y="5938415"/>
            <a:ext cx="4770025" cy="77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>
                <a:solidFill>
                  <a:srgbClr val="0070C0"/>
                </a:solidFill>
              </a:rPr>
              <a:t>사용자</a:t>
            </a: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AB0511E6-A77E-41E9-9506-AA51F439F193}"/>
              </a:ext>
            </a:extLst>
          </p:cNvPr>
          <p:cNvSpPr txBox="1">
            <a:spLocks/>
          </p:cNvSpPr>
          <p:nvPr/>
        </p:nvSpPr>
        <p:spPr>
          <a:xfrm>
            <a:off x="5638801" y="5973615"/>
            <a:ext cx="6346368" cy="77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solidFill>
                  <a:srgbClr val="0070C0"/>
                </a:solidFill>
              </a:rPr>
              <a:t>XXX</a:t>
            </a:r>
            <a:r>
              <a:rPr lang="ko-KR" altLang="en-US" sz="4000" b="1" dirty="0">
                <a:solidFill>
                  <a:srgbClr val="0070C0"/>
                </a:solidFill>
              </a:rPr>
              <a:t>시스템 서버 컴퓨터</a:t>
            </a:r>
          </a:p>
        </p:txBody>
      </p:sp>
    </p:spTree>
    <p:extLst>
      <p:ext uri="{BB962C8B-B14F-4D97-AF65-F5344CB8AC3E}">
        <p14:creationId xmlns:p14="http://schemas.microsoft.com/office/powerpoint/2010/main" val="200971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2"/>
            <a:ext cx="11397343" cy="3689123"/>
          </a:xfrm>
        </p:spPr>
        <p:txBody>
          <a:bodyPr>
            <a:normAutofit/>
          </a:bodyPr>
          <a:lstStyle/>
          <a:p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간편하게 서버를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설치할 수 있는 </a:t>
            </a:r>
            <a:r>
              <a:rPr lang="en-US" altLang="ko-KR" b="1" dirty="0" err="1"/>
              <a:t>AutoSet</a:t>
            </a:r>
            <a:r>
              <a:rPr lang="ko-KR" altLang="en-US" b="1" dirty="0"/>
              <a:t>을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 smtClean="0"/>
              <a:t>사용할수</a:t>
            </a:r>
            <a:r>
              <a:rPr lang="ko-KR" altLang="en-US" b="1" dirty="0" smtClean="0"/>
              <a:t> 있습니다</a:t>
            </a:r>
            <a:r>
              <a:rPr lang="en-US" altLang="ko-KR" b="1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40511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42F6D27-3B27-4C4C-8702-310B3CB7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1" y="245608"/>
            <a:ext cx="7296150" cy="45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89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49638"/>
          </a:xfrm>
        </p:spPr>
        <p:txBody>
          <a:bodyPr>
            <a:normAutofit/>
          </a:bodyPr>
          <a:lstStyle/>
          <a:p>
            <a:r>
              <a:rPr lang="ko-KR" altLang="en-US" sz="88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18410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171</Words>
  <Application>Microsoft Office PowerPoint</Application>
  <PresentationFormat>와이드스크린</PresentationFormat>
  <Paragraphs>63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Apple SD Gothic Neo</vt:lpstr>
      <vt:lpstr>맑은 고딕</vt:lpstr>
      <vt:lpstr>Arial</vt:lpstr>
      <vt:lpstr>Office 테마</vt:lpstr>
      <vt:lpstr>웹 서버와 웹 클라이언트</vt:lpstr>
      <vt:lpstr>서버와 클라이언트</vt:lpstr>
      <vt:lpstr>서버 (Server) : 제공자 클라이언트 (Client) : 고객</vt:lpstr>
      <vt:lpstr>PowerPoint 프레젠테이션</vt:lpstr>
      <vt:lpstr>웹 브라우저 (web browser)</vt:lpstr>
      <vt:lpstr>browse :둘러보다, 훑어보다</vt:lpstr>
      <vt:lpstr>browser :둘러보는 행위자 :훑어보는 행위자</vt:lpstr>
      <vt:lpstr>PowerPoint 프레젠테이션</vt:lpstr>
      <vt:lpstr>웹 서버와 웹 클라이언트</vt:lpstr>
      <vt:lpstr>PowerPoint 프레젠테이션</vt:lpstr>
      <vt:lpstr>우리가 인터넷을 한다는 것은  브라우저(크롬, 익스플로러)를  이용하여 서버 컴퓨터에 저장된  웹페이지를 요청하고  읽어들이는 것입니다.</vt:lpstr>
      <vt:lpstr>PowerPoint 프레젠테이션</vt:lpstr>
      <vt:lpstr>사실 컴퓨터의  모든 데이터는 숫자이기 때문에  클라이언트가  www.hello.com의  정보를 요청한다고  이것만으로 어떻게 찾습니까?</vt:lpstr>
      <vt:lpstr> www.hello.com은  원래 IP주소를 글자로 바꾼것일 뿐입니다.  사용자가 IP주소를 외워서  사용하려고 한다면  얼마나 불편할까요?</vt:lpstr>
      <vt:lpstr>WWW.NAVER.COM 대신에 아이피 주소 123.223.545.245를 이용하여 접속하려고 한다면  얼마나 불편할까요? </vt:lpstr>
      <vt:lpstr>좀 더 자세히</vt:lpstr>
      <vt:lpstr>PowerPoint 프레젠테이션</vt:lpstr>
      <vt:lpstr>PowerPoint 프레젠테이션</vt:lpstr>
      <vt:lpstr>DNS (Domain Name System)</vt:lpstr>
      <vt:lpstr>PowerPoint 프레젠테이션</vt:lpstr>
      <vt:lpstr>PowerPoint 프레젠테이션</vt:lpstr>
      <vt:lpstr>PowerPoint 프레젠테이션</vt:lpstr>
      <vt:lpstr>PowerPoint 프레젠테이션</vt:lpstr>
      <vt:lpstr>통합 예약 시스템도…</vt:lpstr>
      <vt:lpstr>PowerPoint 프레젠테이션</vt:lpstr>
      <vt:lpstr>PowerPoint 프레젠테이션</vt:lpstr>
      <vt:lpstr> 간편하게 서버를  설치할 수 있는 AutoSet을  사용할수 있습니다.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제이쿼리 UI플러그인</dc:title>
  <dc:creator>s</dc:creator>
  <cp:lastModifiedBy>Windows 사용자</cp:lastModifiedBy>
  <cp:revision>24</cp:revision>
  <dcterms:created xsi:type="dcterms:W3CDTF">2020-06-11T00:20:24Z</dcterms:created>
  <dcterms:modified xsi:type="dcterms:W3CDTF">2021-03-09T11:51:43Z</dcterms:modified>
</cp:coreProperties>
</file>