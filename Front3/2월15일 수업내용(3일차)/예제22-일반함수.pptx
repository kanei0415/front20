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70" r:id="rId4"/>
    <p:sldId id="273" r:id="rId5"/>
    <p:sldId id="275" r:id="rId6"/>
    <p:sldId id="274" r:id="rId7"/>
    <p:sldId id="276" r:id="rId8"/>
    <p:sldId id="271" r:id="rId9"/>
    <p:sldId id="277" r:id="rId10"/>
    <p:sldId id="278" r:id="rId11"/>
    <p:sldId id="279" r:id="rId12"/>
    <p:sldId id="280" r:id="rId13"/>
    <p:sldId id="281" r:id="rId14"/>
    <p:sldId id="260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998" autoAdjust="0"/>
  </p:normalViewPr>
  <p:slideViewPr>
    <p:cSldViewPr>
      <p:cViewPr>
        <p:scale>
          <a:sx n="75" d="100"/>
          <a:sy n="75" d="100"/>
        </p:scale>
        <p:origin x="-1014" y="-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1BB70-7947-4DED-84E0-CC5525B97DBE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13E2C-1ECA-4524-8682-7A6921520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85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o.reactjs.org/docs/state-and-lifecycle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ko.reactjs.org/docs/handling-events.html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o.reactjs.org/docs/state-and-lifecycle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ko.reactjs.org/docs/handling-events.htm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보통 아래의 두 가지 목적을 위하여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this.state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객체를 할당하여 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지역 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state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초기화</a:t>
            </a:r>
          </a:p>
          <a:p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인스턴스에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이벤트 처리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메서드를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바인딩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13E2C-1ECA-4524-8682-7A6921520D8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388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보통 아래의 두 가지 목적을 위하여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this.state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객체를 할당하여 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지역 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state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초기화</a:t>
            </a:r>
          </a:p>
          <a:p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인스턴스에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이벤트 처리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메서드를</a:t>
            </a:r>
            <a:r>
              <a:rPr lang="ko-KR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바인딩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13E2C-1ECA-4524-8682-7A6921520D8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388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22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6" y="0"/>
            <a:ext cx="5570105" cy="603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00392" cy="503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321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43608" y="4797152"/>
            <a:ext cx="7803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super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는 부모클래스의 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생성자를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가리킨다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.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" y="0"/>
            <a:ext cx="7734275" cy="4605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635896" y="1412776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생성자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1403648" y="1935996"/>
            <a:ext cx="151216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15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2400" y="4797152"/>
            <a:ext cx="78039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생성자의 목적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en-US" altLang="ko-KR" sz="2800" b="1" dirty="0" smtClean="0">
                <a:solidFill>
                  <a:srgbClr val="FF0000"/>
                </a:solidFill>
              </a:rPr>
              <a:t>State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초기화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메서드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바인딩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" y="0"/>
            <a:ext cx="7734275" cy="4605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635896" y="1412776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생성자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59632" y="2060848"/>
            <a:ext cx="1944216" cy="10801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115616" y="3293368"/>
            <a:ext cx="6624736" cy="10801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45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019"/>
            <a:ext cx="7092280" cy="652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311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019"/>
            <a:ext cx="7092280" cy="652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043608" y="-22020"/>
            <a:ext cx="3672408" cy="136278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54820" y="1462334"/>
            <a:ext cx="3672408" cy="146261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932040" y="-22018"/>
            <a:ext cx="42119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상태값을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바꿀땐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en-US" altLang="ko-KR" sz="2800" b="1" dirty="0" err="1" smtClean="0">
                <a:solidFill>
                  <a:srgbClr val="FF0000"/>
                </a:solidFill>
              </a:rPr>
              <a:t>setState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함수를 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ko-KR" altLang="en-US" sz="2800" b="1" dirty="0" smtClean="0">
                <a:solidFill>
                  <a:srgbClr val="FF0000"/>
                </a:solidFill>
              </a:rPr>
              <a:t>사용해야 함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32040" y="1549903"/>
            <a:ext cx="42119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그렇지 않으면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en-US" altLang="ko-KR" sz="2800" b="1" dirty="0" smtClean="0">
                <a:solidFill>
                  <a:srgbClr val="FF0000"/>
                </a:solidFill>
              </a:rPr>
              <a:t>state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값이 바뀐걸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ko-KR" altLang="en-US" sz="2800" b="1" dirty="0" smtClean="0">
                <a:solidFill>
                  <a:srgbClr val="FF0000"/>
                </a:solidFill>
              </a:rPr>
              <a:t>제대로 인식하지 못함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087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372200" cy="6228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3213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" y="-1"/>
            <a:ext cx="8242718" cy="3166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633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92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1475656" y="1268760"/>
            <a:ext cx="6696744" cy="73130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99592" y="5013176"/>
            <a:ext cx="79928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값을 직접 대입해서</a:t>
            </a:r>
            <a:r>
              <a:rPr lang="ko-KR" altLang="en-US" sz="2800" b="1" dirty="0">
                <a:solidFill>
                  <a:srgbClr val="FF0000"/>
                </a:solidFill>
              </a:rPr>
              <a:t>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바꾸지 말고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en-US" altLang="ko-KR" sz="2800" b="1" dirty="0" err="1" smtClean="0">
                <a:solidFill>
                  <a:srgbClr val="FF0000"/>
                </a:solidFill>
              </a:rPr>
              <a:t>setState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함수를 쓰시오</a:t>
            </a:r>
            <a:endParaRPr lang="en-US" altLang="ko-KR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51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840"/>
            <a:ext cx="6444208" cy="5198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91680" y="3645024"/>
            <a:ext cx="69127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State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값이 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바뀐것을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인식하지 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ko-KR" altLang="en-US" sz="2800" b="1" dirty="0" smtClean="0">
                <a:solidFill>
                  <a:srgbClr val="FF0000"/>
                </a:solidFill>
              </a:rPr>
              <a:t>못하기 때문에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ko-KR" altLang="en-US" sz="2800" b="1" dirty="0" smtClean="0">
                <a:solidFill>
                  <a:srgbClr val="FF0000"/>
                </a:solidFill>
              </a:rPr>
              <a:t>다시 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렌더링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하지 않음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145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undef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34"/>
            <a:ext cx="9233014" cy="505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7504" y="5351090"/>
            <a:ext cx="8424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렌더링이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무엇인가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?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는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리액트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라이프사이클 표를 참조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610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812360" cy="4175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4217834"/>
            <a:ext cx="84249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render()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하면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en-US" altLang="ko-KR" sz="28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에서 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읽을수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있는 상태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899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98</Words>
  <Application>Microsoft Office PowerPoint</Application>
  <PresentationFormat>화면 슬라이드 쇼(4:3)</PresentationFormat>
  <Paragraphs>35</Paragraphs>
  <Slides>14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리액트 예제22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hb</cp:lastModifiedBy>
  <cp:revision>28</cp:revision>
  <dcterms:created xsi:type="dcterms:W3CDTF">2006-10-05T04:04:58Z</dcterms:created>
  <dcterms:modified xsi:type="dcterms:W3CDTF">2021-02-09T16:15:33Z</dcterms:modified>
</cp:coreProperties>
</file>