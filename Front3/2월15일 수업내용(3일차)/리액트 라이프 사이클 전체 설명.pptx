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65" r:id="rId6"/>
    <p:sldId id="266" r:id="rId7"/>
    <p:sldId id="267" r:id="rId8"/>
    <p:sldId id="268" r:id="rId9"/>
    <p:sldId id="273" r:id="rId10"/>
    <p:sldId id="269" r:id="rId11"/>
    <p:sldId id="270" r:id="rId12"/>
    <p:sldId id="271" r:id="rId13"/>
    <p:sldId id="272" r:id="rId14"/>
    <p:sldId id="258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7" d="100"/>
          <a:sy n="107" d="100"/>
        </p:scale>
        <p:origin x="-84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라이프 사이클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React Life Cycle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357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라이프 사이클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라이프 사이클</a:t>
            </a:r>
            <a:endParaRPr lang="en-US" altLang="ko-KR" b="1" dirty="0" smtClean="0"/>
          </a:p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생명주기</a:t>
            </a:r>
            <a:endParaRPr lang="en-US" altLang="ko-KR" b="1" dirty="0" smtClean="0"/>
          </a:p>
          <a:p>
            <a:r>
              <a:rPr lang="en-US" altLang="ko-KR" b="1" dirty="0" smtClean="0"/>
              <a:t>React Life Cycle</a:t>
            </a:r>
            <a:r>
              <a:rPr lang="ko-KR" altLang="en-US" b="1" dirty="0" smtClean="0"/>
              <a:t>이란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99452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23528" y="5044534"/>
            <a:ext cx="73448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/>
              <a:t>DOM</a:t>
            </a:r>
            <a:r>
              <a:rPr lang="ko-KR" altLang="en-US" b="1" dirty="0" smtClean="0"/>
              <a:t>에 올라갈 때 </a:t>
            </a:r>
            <a:r>
              <a:rPr lang="ko-KR" altLang="en-US" b="1" dirty="0" err="1" smtClean="0"/>
              <a:t>마운팅</a:t>
            </a:r>
            <a:r>
              <a:rPr lang="en-US" altLang="ko-KR" b="1" dirty="0" smtClean="0"/>
              <a:t>(Mounting)</a:t>
            </a:r>
          </a:p>
          <a:p>
            <a:endParaRPr lang="en-US" altLang="ko-KR" b="1" dirty="0"/>
          </a:p>
          <a:p>
            <a:r>
              <a:rPr lang="en-US" altLang="ko-KR" b="1" dirty="0" smtClean="0"/>
              <a:t>DOM</a:t>
            </a:r>
            <a:r>
              <a:rPr lang="ko-KR" altLang="en-US" b="1" dirty="0" smtClean="0"/>
              <a:t>에서 제거될 때 </a:t>
            </a:r>
            <a:r>
              <a:rPr lang="ko-KR" altLang="en-US" b="1" dirty="0" err="1" smtClean="0"/>
              <a:t>언마운트</a:t>
            </a:r>
            <a:r>
              <a:rPr lang="en-US" altLang="ko-KR" b="1" dirty="0" smtClean="0"/>
              <a:t>(</a:t>
            </a:r>
            <a:r>
              <a:rPr lang="en-US" altLang="ko-KR" b="1" dirty="0" err="1" smtClean="0"/>
              <a:t>Unmountng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2442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23528" y="5044534"/>
            <a:ext cx="73448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251520" y="5090700"/>
            <a:ext cx="792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"render phase". In the render phase, react is creating the Virtual DOM.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79512" y="1484784"/>
            <a:ext cx="1656184" cy="93610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30428" y="5733256"/>
            <a:ext cx="792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렌더</a:t>
            </a:r>
            <a:r>
              <a:rPr lang="ko-KR" altLang="en-US" b="1" dirty="0" smtClean="0">
                <a:solidFill>
                  <a:srgbClr val="FF0000"/>
                </a:solidFill>
              </a:rPr>
              <a:t> 단계에서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리액트는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가상돔을</a:t>
            </a:r>
            <a:r>
              <a:rPr lang="ko-KR" altLang="en-US" b="1" dirty="0" smtClean="0">
                <a:solidFill>
                  <a:srgbClr val="FF0000"/>
                </a:solidFill>
              </a:rPr>
              <a:t> 생성한다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426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23528" y="5044534"/>
            <a:ext cx="73448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251520" y="5090700"/>
            <a:ext cx="792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DOM</a:t>
            </a:r>
            <a:r>
              <a:rPr lang="ko-KR" altLang="en-US" b="1" dirty="0" smtClean="0">
                <a:solidFill>
                  <a:srgbClr val="FF0000"/>
                </a:solidFill>
              </a:rPr>
              <a:t>에서 읽을 수 있는 상태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20985" y="2924944"/>
            <a:ext cx="1656184" cy="93610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30428" y="5733256"/>
            <a:ext cx="7920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커밋</a:t>
            </a:r>
            <a:r>
              <a:rPr lang="ko-KR" altLang="en-US" b="1" dirty="0" smtClean="0">
                <a:solidFill>
                  <a:srgbClr val="FF0000"/>
                </a:solidFill>
              </a:rPr>
              <a:t> 직전 단계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커밋</a:t>
            </a:r>
            <a:r>
              <a:rPr lang="en-US" altLang="ko-KR" b="1" dirty="0" smtClean="0">
                <a:solidFill>
                  <a:srgbClr val="FF0000"/>
                </a:solidFill>
              </a:rPr>
              <a:t>? DB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커밋</a:t>
            </a:r>
            <a:r>
              <a:rPr lang="en-US" altLang="ko-KR" b="1" dirty="0" smtClean="0">
                <a:solidFill>
                  <a:srgbClr val="FF0000"/>
                </a:solidFill>
              </a:rPr>
              <a:t>,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git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커밋</a:t>
            </a:r>
            <a:r>
              <a:rPr lang="en-US" altLang="ko-KR" b="1" dirty="0" smtClean="0">
                <a:solidFill>
                  <a:srgbClr val="FF0000"/>
                </a:solidFill>
              </a:rPr>
              <a:t>…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커밋은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확정짓는것을</a:t>
            </a:r>
            <a:r>
              <a:rPr lang="ko-KR" altLang="en-US" b="1" dirty="0" smtClean="0">
                <a:solidFill>
                  <a:srgbClr val="FF0000"/>
                </a:solidFill>
              </a:rPr>
              <a:t> 말함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098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23528" y="5044534"/>
            <a:ext cx="73448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251520" y="5090700"/>
            <a:ext cx="792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DOM</a:t>
            </a:r>
            <a:r>
              <a:rPr lang="ko-KR" altLang="en-US" b="1" dirty="0" smtClean="0">
                <a:solidFill>
                  <a:srgbClr val="FF0000"/>
                </a:solidFill>
              </a:rPr>
              <a:t>을 이용하여 작업할 수 있음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20985" y="4005064"/>
            <a:ext cx="1656184" cy="93610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30428" y="5733256"/>
            <a:ext cx="7920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커밋</a:t>
            </a:r>
            <a:r>
              <a:rPr lang="ko-KR" altLang="en-US" b="1" dirty="0" smtClean="0">
                <a:solidFill>
                  <a:srgbClr val="FF0000"/>
                </a:solidFill>
              </a:rPr>
              <a:t> 단계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커밋은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확정짓는것을</a:t>
            </a:r>
            <a:r>
              <a:rPr lang="ko-KR" altLang="en-US" b="1" dirty="0" smtClean="0">
                <a:solidFill>
                  <a:srgbClr val="FF0000"/>
                </a:solidFill>
              </a:rPr>
              <a:t> 말함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686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07504" y="5044534"/>
            <a:ext cx="87849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err="1"/>
              <a:t>getDerivedStateFromProps</a:t>
            </a:r>
            <a:r>
              <a:rPr lang="en-US" altLang="ko-KR" b="1" dirty="0"/>
              <a:t>()</a:t>
            </a:r>
            <a:r>
              <a:rPr lang="ko-KR" altLang="en-US" b="1" dirty="0"/>
              <a:t>는 최초 </a:t>
            </a:r>
            <a:r>
              <a:rPr lang="ko-KR" altLang="en-US" b="1" dirty="0" err="1"/>
              <a:t>마운트</a:t>
            </a:r>
            <a:r>
              <a:rPr lang="ko-KR" altLang="en-US" b="1" dirty="0"/>
              <a:t> 시와 갱신 시 </a:t>
            </a:r>
            <a:endParaRPr lang="en-US" altLang="ko-KR" b="1" dirty="0" smtClean="0"/>
          </a:p>
          <a:p>
            <a:r>
              <a:rPr lang="ko-KR" altLang="en-US" b="1" dirty="0" smtClean="0"/>
              <a:t>모두에서</a:t>
            </a:r>
            <a:r>
              <a:rPr lang="ko-KR" altLang="en-US" b="1" dirty="0"/>
              <a:t> </a:t>
            </a:r>
            <a:r>
              <a:rPr lang="en-US" altLang="ko-KR" b="1" dirty="0"/>
              <a:t>render()</a:t>
            </a:r>
            <a:r>
              <a:rPr lang="ko-KR" altLang="en-US" b="1" dirty="0"/>
              <a:t> </a:t>
            </a:r>
            <a:r>
              <a:rPr lang="ko-KR" altLang="en-US" b="1" dirty="0" err="1"/>
              <a:t>메서드를</a:t>
            </a:r>
            <a:r>
              <a:rPr lang="ko-KR" altLang="en-US" b="1" dirty="0"/>
              <a:t> 호출하기 직전에 </a:t>
            </a:r>
            <a:r>
              <a:rPr lang="ko-KR" altLang="en-US" b="1" dirty="0" smtClean="0"/>
              <a:t>호출</a:t>
            </a:r>
            <a:endParaRPr lang="en-US" altLang="ko-KR" b="1" dirty="0" smtClean="0"/>
          </a:p>
          <a:p>
            <a:endParaRPr lang="en-US" altLang="ko-KR" b="1" dirty="0"/>
          </a:p>
          <a:p>
            <a:r>
              <a:rPr lang="en-US" altLang="ko-KR" b="1" dirty="0" smtClean="0"/>
              <a:t>state</a:t>
            </a:r>
            <a:r>
              <a:rPr lang="ko-KR" altLang="en-US" b="1" dirty="0"/>
              <a:t>를 갱신하기 위한 객체를 반환하거나</a:t>
            </a:r>
            <a:r>
              <a:rPr lang="en-US" altLang="ko-KR" b="1" dirty="0"/>
              <a:t>, </a:t>
            </a:r>
            <a:endParaRPr lang="en-US" altLang="ko-KR" b="1" dirty="0" smtClean="0"/>
          </a:p>
          <a:p>
            <a:r>
              <a:rPr lang="en-US" altLang="ko-KR" b="1" dirty="0" smtClean="0"/>
              <a:t>null</a:t>
            </a:r>
            <a:r>
              <a:rPr lang="ko-KR" altLang="en-US" b="1" dirty="0"/>
              <a:t>을 반환하여 아무 것도 갱신하지 않을 수 있습니다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2123728" y="1484784"/>
            <a:ext cx="2880320" cy="46805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038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07504" y="5044534"/>
            <a:ext cx="84249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err="1" smtClean="0"/>
              <a:t>상태값이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변할때</a:t>
            </a:r>
            <a:r>
              <a:rPr lang="ko-KR" altLang="en-US" b="1" dirty="0" smtClean="0"/>
              <a:t> 호출</a:t>
            </a:r>
            <a:endParaRPr lang="en-US" altLang="ko-KR" b="1" dirty="0" smtClean="0"/>
          </a:p>
          <a:p>
            <a:endParaRPr lang="en-US" altLang="ko-KR" b="1" dirty="0"/>
          </a:p>
          <a:p>
            <a:r>
              <a:rPr lang="en-US" altLang="ko-KR" b="1" dirty="0" smtClean="0"/>
              <a:t>false</a:t>
            </a:r>
            <a:r>
              <a:rPr lang="ko-KR" altLang="en-US" b="1" dirty="0" smtClean="0"/>
              <a:t>를 반환하여 </a:t>
            </a:r>
            <a:r>
              <a:rPr lang="ko-KR" altLang="en-US" b="1" dirty="0" err="1" smtClean="0"/>
              <a:t>렌더링</a:t>
            </a:r>
            <a:r>
              <a:rPr lang="ko-KR" altLang="en-US" b="1" dirty="0" smtClean="0"/>
              <a:t> 되지 않게 할 수 있음</a:t>
            </a:r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3923928" y="2061305"/>
            <a:ext cx="2232248" cy="46805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303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07504" y="5044534"/>
            <a:ext cx="84249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/>
              <a:t>false</a:t>
            </a:r>
            <a:r>
              <a:rPr lang="ko-KR" altLang="en-US" b="1" dirty="0" smtClean="0"/>
              <a:t>를 </a:t>
            </a:r>
            <a:r>
              <a:rPr lang="ko-KR" altLang="en-US" b="1" dirty="0" smtClean="0"/>
              <a:t>반환하면 </a:t>
            </a:r>
            <a:r>
              <a:rPr lang="en-US" altLang="ko-KR" b="1" dirty="0" smtClean="0"/>
              <a:t>X</a:t>
            </a:r>
            <a:r>
              <a:rPr lang="ko-KR" altLang="en-US" b="1" dirty="0" smtClean="0"/>
              <a:t>쪽으로 가서</a:t>
            </a:r>
            <a:endParaRPr lang="en-US" altLang="ko-KR" b="1" dirty="0" smtClean="0"/>
          </a:p>
          <a:p>
            <a:endParaRPr lang="en-US" altLang="ko-KR" b="1" dirty="0"/>
          </a:p>
          <a:p>
            <a:r>
              <a:rPr lang="ko-KR" altLang="en-US" b="1" dirty="0" err="1" smtClean="0"/>
              <a:t>렌더링</a:t>
            </a:r>
            <a:r>
              <a:rPr lang="ko-KR" altLang="en-US" b="1" dirty="0" smtClean="0"/>
              <a:t> 되지 않음 </a:t>
            </a:r>
            <a:r>
              <a:rPr lang="en-US" altLang="ko-KR" b="1" dirty="0" smtClean="0"/>
              <a:t>(DOM</a:t>
            </a:r>
            <a:r>
              <a:rPr lang="ko-KR" altLang="en-US" b="1" dirty="0" smtClean="0"/>
              <a:t>을 갱신하지 않는다는 말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100790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07504" y="5044534"/>
            <a:ext cx="8424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/>
              <a:t>DOM</a:t>
            </a:r>
            <a:r>
              <a:rPr lang="ko-KR" altLang="en-US" b="1" dirty="0" smtClean="0"/>
              <a:t>에서 변화가 일어나기 직전에 호출</a:t>
            </a:r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3923928" y="3140968"/>
            <a:ext cx="3240360" cy="50405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34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07504" y="5044534"/>
            <a:ext cx="421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smtClean="0"/>
              <a:t>컴포넌트가 </a:t>
            </a:r>
            <a:r>
              <a:rPr lang="ko-KR" altLang="en-US" b="1" dirty="0" err="1" smtClean="0"/>
              <a:t>마운트</a:t>
            </a:r>
            <a:r>
              <a:rPr lang="ko-KR" altLang="en-US" b="1" dirty="0" smtClean="0"/>
              <a:t> 되고 나서 호출</a:t>
            </a:r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2051720" y="4365104"/>
            <a:ext cx="1728192" cy="50405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159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07504" y="5044534"/>
            <a:ext cx="421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smtClean="0"/>
              <a:t>업데이트가 </a:t>
            </a:r>
            <a:r>
              <a:rPr lang="ko-KR" altLang="en-US" b="1" dirty="0"/>
              <a:t>일어난 직후에 호출됩니다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3923928" y="4365104"/>
            <a:ext cx="3240360" cy="50405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82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07504" y="5044534"/>
            <a:ext cx="421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smtClean="0"/>
              <a:t>컴포넌트가 </a:t>
            </a:r>
            <a:r>
              <a:rPr lang="ko-KR" altLang="en-US" b="1" dirty="0" err="1" smtClean="0"/>
              <a:t>언마운트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되기전에</a:t>
            </a:r>
            <a:r>
              <a:rPr lang="ko-KR" altLang="en-US" b="1" dirty="0" smtClean="0"/>
              <a:t> 실행</a:t>
            </a:r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7308304" y="4375922"/>
            <a:ext cx="1728192" cy="50405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336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30626"/>
          </a:xfrm>
        </p:spPr>
        <p:txBody>
          <a:bodyPr>
            <a:normAutofit/>
          </a:bodyPr>
          <a:lstStyle/>
          <a:p>
            <a:r>
              <a:rPr lang="ko-KR" altLang="en-US" sz="8000" b="1" dirty="0" smtClean="0"/>
              <a:t>끝</a:t>
            </a:r>
            <a:endParaRPr lang="ko-KR" alt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820939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150</Words>
  <Application>Microsoft Office PowerPoint</Application>
  <PresentationFormat>화면 슬라이드 쇼(4:3)</PresentationFormat>
  <Paragraphs>33</Paragraphs>
  <Slides>14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리액트 라이프 사이클</vt:lpstr>
      <vt:lpstr>리액트 라이프 사이클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라이프 사이클</dc:title>
  <dc:creator>Microsoft Corporation</dc:creator>
  <cp:lastModifiedBy>hb</cp:lastModifiedBy>
  <cp:revision>14</cp:revision>
  <dcterms:created xsi:type="dcterms:W3CDTF">2006-10-05T04:04:58Z</dcterms:created>
  <dcterms:modified xsi:type="dcterms:W3CDTF">2021-02-09T16:19:34Z</dcterms:modified>
</cp:coreProperties>
</file>