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83" r:id="rId3"/>
    <p:sldId id="286" r:id="rId4"/>
    <p:sldId id="285" r:id="rId5"/>
    <p:sldId id="275" r:id="rId6"/>
    <p:sldId id="276" r:id="rId7"/>
    <p:sldId id="287" r:id="rId8"/>
    <p:sldId id="288" r:id="rId9"/>
    <p:sldId id="277" r:id="rId10"/>
    <p:sldId id="293" r:id="rId11"/>
    <p:sldId id="289" r:id="rId12"/>
    <p:sldId id="290" r:id="rId13"/>
    <p:sldId id="291" r:id="rId14"/>
    <p:sldId id="292" r:id="rId15"/>
    <p:sldId id="294" r:id="rId16"/>
    <p:sldId id="280" r:id="rId17"/>
    <p:sldId id="281" r:id="rId18"/>
    <p:sldId id="295" r:id="rId19"/>
    <p:sldId id="279" r:id="rId20"/>
    <p:sldId id="278" r:id="rId21"/>
    <p:sldId id="269" r:id="rId22"/>
    <p:sldId id="274" r:id="rId23"/>
    <p:sldId id="282" r:id="rId24"/>
    <p:sldId id="260" r:id="rId2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043" autoAdjust="0"/>
  </p:normalViewPr>
  <p:slideViewPr>
    <p:cSldViewPr>
      <p:cViewPr>
        <p:scale>
          <a:sx n="96" d="100"/>
          <a:sy n="96" d="100"/>
        </p:scale>
        <p:origin x="-414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52C1B-A4D7-4EDF-9BB6-F5C681B229AD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C4C9B0-3AF3-4BAF-A171-7FF80FA485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4986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업데이트 되기 직전에 </a:t>
            </a:r>
            <a:r>
              <a:rPr lang="en-US" altLang="ko-K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snapshot(props &amp; states)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확보하는게 목적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C4C9B0-3AF3-4BAF-A171-7FF80FA4856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612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Three dot </a:t>
            </a:r>
            <a:r>
              <a:rPr lang="ko-KR" altLang="en-US" dirty="0" smtClean="0"/>
              <a:t>표기법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C4C9B0-3AF3-4BAF-A171-7FF80FA4856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031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Three dot </a:t>
            </a:r>
            <a:r>
              <a:rPr lang="ko-KR" altLang="en-US" dirty="0" smtClean="0"/>
              <a:t>표기법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C4C9B0-3AF3-4BAF-A171-7FF80FA4856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0315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Three dot </a:t>
            </a:r>
            <a:r>
              <a:rPr lang="ko-KR" altLang="en-US" dirty="0" smtClean="0"/>
              <a:t>표기법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C4C9B0-3AF3-4BAF-A171-7FF80FA4856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0315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React Ref</a:t>
            </a:r>
            <a:r>
              <a:rPr lang="ko-KR" altLang="en-US" dirty="0" smtClean="0"/>
              <a:t>는 특정한 </a:t>
            </a:r>
            <a:r>
              <a:rPr lang="en-US" altLang="ko-KR" dirty="0" smtClean="0"/>
              <a:t>DOM </a:t>
            </a:r>
            <a:r>
              <a:rPr lang="ko-KR" altLang="en-US" dirty="0" err="1" smtClean="0"/>
              <a:t>노드</a:t>
            </a:r>
            <a:r>
              <a:rPr lang="en-US" altLang="ko-KR" dirty="0" smtClean="0"/>
              <a:t>, </a:t>
            </a:r>
            <a:r>
              <a:rPr lang="ko-KR" altLang="en-US" dirty="0" smtClean="0"/>
              <a:t>혹은 컴포넌트 </a:t>
            </a:r>
            <a:r>
              <a:rPr lang="ko-KR" altLang="en-US" dirty="0" err="1" smtClean="0"/>
              <a:t>인스턴스에</a:t>
            </a:r>
            <a:r>
              <a:rPr lang="ko-KR" altLang="en-US" dirty="0" smtClean="0"/>
              <a:t> </a:t>
            </a:r>
            <a:r>
              <a:rPr lang="en-US" altLang="ko-KR" dirty="0" smtClean="0"/>
              <a:t>reference</a:t>
            </a:r>
            <a:r>
              <a:rPr lang="ko-KR" altLang="en-US" dirty="0" smtClean="0"/>
              <a:t>를 걸어주는 것입니다</a:t>
            </a:r>
            <a:r>
              <a:rPr lang="en-US" altLang="ko-KR" dirty="0" smtClean="0"/>
              <a:t>. Ref</a:t>
            </a:r>
            <a:r>
              <a:rPr lang="ko-KR" altLang="en-US" dirty="0" smtClean="0"/>
              <a:t>를 통해서 </a:t>
            </a:r>
            <a:r>
              <a:rPr lang="en-US" altLang="ko-KR" dirty="0" smtClean="0"/>
              <a:t>render </a:t>
            </a:r>
            <a:r>
              <a:rPr lang="ko-KR" altLang="en-US" dirty="0" err="1" smtClean="0"/>
              <a:t>메서드에서</a:t>
            </a:r>
            <a:r>
              <a:rPr lang="ko-KR" altLang="en-US" dirty="0" smtClean="0"/>
              <a:t> 만든 </a:t>
            </a:r>
            <a:r>
              <a:rPr lang="en-US" altLang="ko-KR" dirty="0" smtClean="0"/>
              <a:t>DOM </a:t>
            </a:r>
            <a:r>
              <a:rPr lang="ko-KR" altLang="en-US" dirty="0" err="1" smtClean="0"/>
              <a:t>노드나</a:t>
            </a:r>
            <a:r>
              <a:rPr lang="ko-KR" altLang="en-US" dirty="0" smtClean="0"/>
              <a:t> </a:t>
            </a:r>
            <a:r>
              <a:rPr lang="en-US" altLang="ko-KR" dirty="0" smtClean="0"/>
              <a:t>React </a:t>
            </a:r>
            <a:r>
              <a:rPr lang="ko-KR" altLang="en-US" dirty="0" smtClean="0"/>
              <a:t>요소에 접근해서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값을 얻거나 수정할 수 있습니다</a:t>
            </a:r>
            <a:r>
              <a:rPr lang="en-US" altLang="ko-KR" dirty="0" smtClean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C4C9B0-3AF3-4BAF-A171-7FF80FA48561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182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React Ref</a:t>
            </a:r>
            <a:r>
              <a:rPr lang="ko-KR" altLang="en-US" dirty="0" smtClean="0"/>
              <a:t>는 특정한 </a:t>
            </a:r>
            <a:r>
              <a:rPr lang="en-US" altLang="ko-KR" dirty="0" smtClean="0"/>
              <a:t>DOM </a:t>
            </a:r>
            <a:r>
              <a:rPr lang="ko-KR" altLang="en-US" dirty="0" err="1" smtClean="0"/>
              <a:t>노드</a:t>
            </a:r>
            <a:r>
              <a:rPr lang="en-US" altLang="ko-KR" dirty="0" smtClean="0"/>
              <a:t>, </a:t>
            </a:r>
            <a:r>
              <a:rPr lang="ko-KR" altLang="en-US" dirty="0" smtClean="0"/>
              <a:t>혹은 컴포넌트 </a:t>
            </a:r>
            <a:r>
              <a:rPr lang="ko-KR" altLang="en-US" dirty="0" err="1" smtClean="0"/>
              <a:t>인스턴스에</a:t>
            </a:r>
            <a:r>
              <a:rPr lang="ko-KR" altLang="en-US" dirty="0" smtClean="0"/>
              <a:t> </a:t>
            </a:r>
            <a:r>
              <a:rPr lang="en-US" altLang="ko-KR" dirty="0" smtClean="0"/>
              <a:t>reference</a:t>
            </a:r>
            <a:r>
              <a:rPr lang="ko-KR" altLang="en-US" dirty="0" smtClean="0"/>
              <a:t>를 걸어주는 것입니다</a:t>
            </a:r>
            <a:r>
              <a:rPr lang="en-US" altLang="ko-KR" dirty="0" smtClean="0"/>
              <a:t>. Ref</a:t>
            </a:r>
            <a:r>
              <a:rPr lang="ko-KR" altLang="en-US" dirty="0" smtClean="0"/>
              <a:t>를 통해서 </a:t>
            </a:r>
            <a:r>
              <a:rPr lang="en-US" altLang="ko-KR" dirty="0" smtClean="0"/>
              <a:t>render </a:t>
            </a:r>
            <a:r>
              <a:rPr lang="ko-KR" altLang="en-US" dirty="0" err="1" smtClean="0"/>
              <a:t>메서드에서</a:t>
            </a:r>
            <a:r>
              <a:rPr lang="ko-KR" altLang="en-US" dirty="0" smtClean="0"/>
              <a:t> 만든 </a:t>
            </a:r>
            <a:r>
              <a:rPr lang="en-US" altLang="ko-KR" dirty="0" smtClean="0"/>
              <a:t>DOM </a:t>
            </a:r>
            <a:r>
              <a:rPr lang="ko-KR" altLang="en-US" dirty="0" err="1" smtClean="0"/>
              <a:t>노드나</a:t>
            </a:r>
            <a:r>
              <a:rPr lang="ko-KR" altLang="en-US" dirty="0" smtClean="0"/>
              <a:t> </a:t>
            </a:r>
            <a:r>
              <a:rPr lang="en-US" altLang="ko-KR" dirty="0" smtClean="0"/>
              <a:t>React </a:t>
            </a:r>
            <a:r>
              <a:rPr lang="ko-KR" altLang="en-US" dirty="0" smtClean="0"/>
              <a:t>요소에 접근해서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값을 얻거나 수정할 수 있습니다</a:t>
            </a:r>
            <a:r>
              <a:rPr lang="en-US" altLang="ko-KR" dirty="0" smtClean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C4C9B0-3AF3-4BAF-A171-7FF80FA4856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1828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React Ref</a:t>
            </a:r>
            <a:r>
              <a:rPr lang="ko-KR" altLang="en-US" dirty="0" smtClean="0"/>
              <a:t>는 특정한 </a:t>
            </a:r>
            <a:r>
              <a:rPr lang="en-US" altLang="ko-KR" dirty="0" smtClean="0"/>
              <a:t>DOM </a:t>
            </a:r>
            <a:r>
              <a:rPr lang="ko-KR" altLang="en-US" dirty="0" err="1" smtClean="0"/>
              <a:t>노드</a:t>
            </a:r>
            <a:r>
              <a:rPr lang="en-US" altLang="ko-KR" dirty="0" smtClean="0"/>
              <a:t>, </a:t>
            </a:r>
            <a:r>
              <a:rPr lang="ko-KR" altLang="en-US" dirty="0" smtClean="0"/>
              <a:t>혹은 컴포넌트 </a:t>
            </a:r>
            <a:r>
              <a:rPr lang="ko-KR" altLang="en-US" dirty="0" err="1" smtClean="0"/>
              <a:t>인스턴스에</a:t>
            </a:r>
            <a:r>
              <a:rPr lang="ko-KR" altLang="en-US" dirty="0" smtClean="0"/>
              <a:t> </a:t>
            </a:r>
            <a:r>
              <a:rPr lang="en-US" altLang="ko-KR" dirty="0" smtClean="0"/>
              <a:t>reference</a:t>
            </a:r>
            <a:r>
              <a:rPr lang="ko-KR" altLang="en-US" dirty="0" smtClean="0"/>
              <a:t>를 걸어주는 것입니다</a:t>
            </a:r>
            <a:r>
              <a:rPr lang="en-US" altLang="ko-KR" dirty="0" smtClean="0"/>
              <a:t>. Ref</a:t>
            </a:r>
            <a:r>
              <a:rPr lang="ko-KR" altLang="en-US" dirty="0" smtClean="0"/>
              <a:t>를 통해서 </a:t>
            </a:r>
            <a:r>
              <a:rPr lang="en-US" altLang="ko-KR" dirty="0" smtClean="0"/>
              <a:t>render </a:t>
            </a:r>
            <a:r>
              <a:rPr lang="ko-KR" altLang="en-US" dirty="0" err="1" smtClean="0"/>
              <a:t>메서드에서</a:t>
            </a:r>
            <a:r>
              <a:rPr lang="ko-KR" altLang="en-US" dirty="0" smtClean="0"/>
              <a:t> 만든 </a:t>
            </a:r>
            <a:r>
              <a:rPr lang="en-US" altLang="ko-KR" dirty="0" smtClean="0"/>
              <a:t>DOM </a:t>
            </a:r>
            <a:r>
              <a:rPr lang="ko-KR" altLang="en-US" dirty="0" err="1" smtClean="0"/>
              <a:t>노드나</a:t>
            </a:r>
            <a:r>
              <a:rPr lang="ko-KR" altLang="en-US" dirty="0" smtClean="0"/>
              <a:t> </a:t>
            </a:r>
            <a:r>
              <a:rPr lang="en-US" altLang="ko-KR" dirty="0" smtClean="0"/>
              <a:t>React </a:t>
            </a:r>
            <a:r>
              <a:rPr lang="ko-KR" altLang="en-US" dirty="0" smtClean="0"/>
              <a:t>요소에 접근해서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값을 얻거나 수정할 수 있습니다</a:t>
            </a:r>
            <a:r>
              <a:rPr lang="en-US" altLang="ko-KR" dirty="0" smtClean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C4C9B0-3AF3-4BAF-A171-7FF80FA4856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1828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React Ref</a:t>
            </a:r>
            <a:r>
              <a:rPr lang="ko-KR" altLang="en-US" dirty="0" smtClean="0"/>
              <a:t>는 특정한 </a:t>
            </a:r>
            <a:r>
              <a:rPr lang="en-US" altLang="ko-KR" dirty="0" smtClean="0"/>
              <a:t>DOM </a:t>
            </a:r>
            <a:r>
              <a:rPr lang="ko-KR" altLang="en-US" dirty="0" err="1" smtClean="0"/>
              <a:t>노드</a:t>
            </a:r>
            <a:r>
              <a:rPr lang="en-US" altLang="ko-KR" dirty="0" smtClean="0"/>
              <a:t>, </a:t>
            </a:r>
            <a:r>
              <a:rPr lang="ko-KR" altLang="en-US" dirty="0" smtClean="0"/>
              <a:t>혹은 컴포넌트 </a:t>
            </a:r>
            <a:r>
              <a:rPr lang="ko-KR" altLang="en-US" dirty="0" err="1" smtClean="0"/>
              <a:t>인스턴스에</a:t>
            </a:r>
            <a:r>
              <a:rPr lang="ko-KR" altLang="en-US" dirty="0" smtClean="0"/>
              <a:t> </a:t>
            </a:r>
            <a:r>
              <a:rPr lang="en-US" altLang="ko-KR" dirty="0" smtClean="0"/>
              <a:t>reference</a:t>
            </a:r>
            <a:r>
              <a:rPr lang="ko-KR" altLang="en-US" dirty="0" smtClean="0"/>
              <a:t>를 걸어주는 것입니다</a:t>
            </a:r>
            <a:r>
              <a:rPr lang="en-US" altLang="ko-KR" dirty="0" smtClean="0"/>
              <a:t>. Ref</a:t>
            </a:r>
            <a:r>
              <a:rPr lang="ko-KR" altLang="en-US" dirty="0" smtClean="0"/>
              <a:t>를 통해서 </a:t>
            </a:r>
            <a:r>
              <a:rPr lang="en-US" altLang="ko-KR" dirty="0" smtClean="0"/>
              <a:t>render </a:t>
            </a:r>
            <a:r>
              <a:rPr lang="ko-KR" altLang="en-US" dirty="0" err="1" smtClean="0"/>
              <a:t>메서드에서</a:t>
            </a:r>
            <a:r>
              <a:rPr lang="ko-KR" altLang="en-US" dirty="0" smtClean="0"/>
              <a:t> 만든 </a:t>
            </a:r>
            <a:r>
              <a:rPr lang="en-US" altLang="ko-KR" dirty="0" smtClean="0"/>
              <a:t>DOM </a:t>
            </a:r>
            <a:r>
              <a:rPr lang="ko-KR" altLang="en-US" dirty="0" err="1" smtClean="0"/>
              <a:t>노드나</a:t>
            </a:r>
            <a:r>
              <a:rPr lang="ko-KR" altLang="en-US" dirty="0" smtClean="0"/>
              <a:t> </a:t>
            </a:r>
            <a:r>
              <a:rPr lang="en-US" altLang="ko-KR" dirty="0" smtClean="0"/>
              <a:t>React </a:t>
            </a:r>
            <a:r>
              <a:rPr lang="ko-KR" altLang="en-US" dirty="0" smtClean="0"/>
              <a:t>요소에 접근해서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값을 얻거나 수정할 수 있습니다</a:t>
            </a:r>
            <a:r>
              <a:rPr lang="en-US" altLang="ko-KR" dirty="0" smtClean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C4C9B0-3AF3-4BAF-A171-7FF80FA48561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182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/>
              <a:t>리액트</a:t>
            </a:r>
            <a:r>
              <a:rPr lang="ko-KR" altLang="en-US" b="1" dirty="0"/>
              <a:t> </a:t>
            </a:r>
            <a:r>
              <a:rPr lang="ko-KR" altLang="en-US" b="1" dirty="0" smtClean="0"/>
              <a:t>예제</a:t>
            </a:r>
            <a:r>
              <a:rPr lang="en-US" altLang="ko-KR" b="1" dirty="0" smtClean="0"/>
              <a:t>25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14465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err="1" smtClean="0"/>
              <a:t>getSnapshotBeforeUpdate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189109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79512" y="1412776"/>
            <a:ext cx="8784976" cy="2376264"/>
          </a:xfrm>
        </p:spPr>
        <p:txBody>
          <a:bodyPr>
            <a:normAutofit fontScale="90000"/>
          </a:bodyPr>
          <a:lstStyle/>
          <a:p>
            <a:r>
              <a:rPr lang="en-US" altLang="ko-KR" b="1" dirty="0" err="1" smtClean="0"/>
              <a:t>getSnapshotBeforeUpdate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/>
              <a:t>-</a:t>
            </a:r>
            <a:r>
              <a:rPr lang="ko-KR" altLang="en-US" b="1" dirty="0" err="1"/>
              <a:t>렌더링</a:t>
            </a:r>
            <a:r>
              <a:rPr lang="ko-KR" altLang="en-US" b="1" dirty="0"/>
              <a:t> 결과가 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ko-KR" altLang="en-US" b="1" dirty="0" smtClean="0"/>
              <a:t>실제 </a:t>
            </a:r>
            <a:r>
              <a:rPr lang="ko-KR" altLang="en-US" b="1" dirty="0"/>
              <a:t>돔에 반영되기 직전에 </a:t>
            </a:r>
            <a:r>
              <a:rPr lang="ko-KR" altLang="en-US" b="1" dirty="0" smtClean="0"/>
              <a:t>호출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63528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Administrator\OneDrive\바탕 화면\리액트_라이프사이클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31" y="0"/>
            <a:ext cx="9144000" cy="5008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직선 연결선 4"/>
          <p:cNvCxnSpPr/>
          <p:nvPr/>
        </p:nvCxnSpPr>
        <p:spPr>
          <a:xfrm>
            <a:off x="4355976" y="2420888"/>
            <a:ext cx="1584176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C:\Users\Administrator\OneDrive\바탕 화면\리액트_라이프사이클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31" y="0"/>
            <a:ext cx="9144000" cy="5008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7"/>
          <p:cNvSpPr/>
          <p:nvPr/>
        </p:nvSpPr>
        <p:spPr>
          <a:xfrm>
            <a:off x="107504" y="2996952"/>
            <a:ext cx="1800200" cy="947703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8"/>
          <p:cNvCxnSpPr/>
          <p:nvPr/>
        </p:nvCxnSpPr>
        <p:spPr>
          <a:xfrm>
            <a:off x="4788024" y="3573016"/>
            <a:ext cx="1584176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249289" y="5229200"/>
            <a:ext cx="86409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 err="1">
                <a:solidFill>
                  <a:srgbClr val="FF0000"/>
                </a:solidFill>
              </a:rPr>
              <a:t>렌더링</a:t>
            </a:r>
            <a:r>
              <a:rPr lang="ko-KR" altLang="en-US" sz="2800" b="1" dirty="0">
                <a:solidFill>
                  <a:srgbClr val="FF0000"/>
                </a:solidFill>
              </a:rPr>
              <a:t> 결과가 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실제 </a:t>
            </a:r>
            <a:r>
              <a:rPr lang="ko-KR" altLang="en-US" sz="2800" b="1" dirty="0">
                <a:solidFill>
                  <a:srgbClr val="FF0000"/>
                </a:solidFill>
              </a:rPr>
              <a:t>돔에 반영되기 직전에 호출</a:t>
            </a:r>
          </a:p>
        </p:txBody>
      </p:sp>
    </p:spTree>
    <p:extLst>
      <p:ext uri="{BB962C8B-B14F-4D97-AF65-F5344CB8AC3E}">
        <p14:creationId xmlns:p14="http://schemas.microsoft.com/office/powerpoint/2010/main" val="665007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3"/>
            <a:ext cx="4211960" cy="5800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0385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68" y="-16768"/>
            <a:ext cx="7646987" cy="658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733625" y="2780928"/>
            <a:ext cx="3528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</a:rPr>
              <a:t>현재 배열에 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id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추가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43808" y="2132856"/>
            <a:ext cx="3528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rgbClr val="FF0000"/>
                </a:solidFill>
              </a:rPr>
              <a:t>Three dot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표기법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43808" y="1732746"/>
            <a:ext cx="3528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</a:rPr>
              <a:t>배열의 원소들을 나열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7036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68" y="-16768"/>
            <a:ext cx="7646987" cy="658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627784" y="2780928"/>
            <a:ext cx="4788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rgbClr val="FF0000"/>
                </a:solidFill>
              </a:rPr>
              <a:t>three dot operator - spread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35696" y="1484784"/>
            <a:ext cx="4320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</a:rPr>
              <a:t>배열에 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1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값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2155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68" y="-16768"/>
            <a:ext cx="7646987" cy="658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629472" y="3241535"/>
            <a:ext cx="4320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rgbClr val="FF0000"/>
                </a:solidFill>
              </a:rPr>
              <a:t>DOM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업데이트가 일어나기 직전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55976" y="4293096"/>
            <a:ext cx="4320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</a:rPr>
              <a:t>이전 상태와 현재상태가 다르면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355976" y="4871592"/>
            <a:ext cx="4788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 smtClean="0">
                <a:solidFill>
                  <a:srgbClr val="FF0000"/>
                </a:solidFill>
              </a:rPr>
              <a:t>this.list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의 값들을 각각 분리해서 대입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35696" y="1484784"/>
            <a:ext cx="4320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</a:rPr>
              <a:t>배열에 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1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값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5594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61" y="8881"/>
            <a:ext cx="5581860" cy="666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99592" y="1772816"/>
            <a:ext cx="3672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현재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탑위치에</a:t>
            </a:r>
            <a:r>
              <a:rPr lang="ko-KR" altLang="en-US" b="1" dirty="0" smtClean="0">
                <a:solidFill>
                  <a:srgbClr val="FF0000"/>
                </a:solidFill>
              </a:rPr>
              <a:t> 차이만큼 더함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6588224" y="1484784"/>
            <a:ext cx="0" cy="2232248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>
            <a:off x="7740352" y="2060848"/>
            <a:ext cx="0" cy="1656184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2821" y="3717032"/>
            <a:ext cx="1440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현재 </a:t>
            </a:r>
            <a:endParaRPr lang="en-US" altLang="ko-KR" b="1" dirty="0" smtClean="0"/>
          </a:p>
          <a:p>
            <a:r>
              <a:rPr lang="ko-KR" altLang="en-US" b="1" dirty="0" smtClean="0"/>
              <a:t>스크롤 높이</a:t>
            </a:r>
            <a:endParaRPr lang="ko-KR" alt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7042981" y="3717032"/>
            <a:ext cx="1440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스냅샷 </a:t>
            </a:r>
            <a:endParaRPr lang="en-US" altLang="ko-KR" b="1" dirty="0" smtClean="0"/>
          </a:p>
          <a:p>
            <a:r>
              <a:rPr lang="ko-KR" altLang="en-US" b="1" dirty="0" smtClean="0"/>
              <a:t>스크롤 높이</a:t>
            </a:r>
            <a:endParaRPr lang="ko-KR" altLang="en-US" b="1" dirty="0"/>
          </a:p>
        </p:txBody>
      </p:sp>
      <p:cxnSp>
        <p:nvCxnSpPr>
          <p:cNvPr id="10" name="직선 화살표 연결선 9"/>
          <p:cNvCxnSpPr/>
          <p:nvPr/>
        </p:nvCxnSpPr>
        <p:spPr>
          <a:xfrm>
            <a:off x="7740352" y="1484784"/>
            <a:ext cx="0" cy="576064"/>
          </a:xfrm>
          <a:prstGeom prst="straightConnector1">
            <a:avLst/>
          </a:prstGeom>
          <a:ln w="50800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956376" y="1492419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차이</a:t>
            </a:r>
            <a:endParaRPr lang="ko-KR" alt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602822" y="5013176"/>
            <a:ext cx="34336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차이만큼 </a:t>
            </a:r>
            <a:r>
              <a:rPr lang="ko-KR" altLang="en-US" b="1" dirty="0" err="1" smtClean="0"/>
              <a:t>더한것을</a:t>
            </a:r>
            <a:endParaRPr lang="en-US" altLang="ko-KR" b="1" dirty="0" smtClean="0"/>
          </a:p>
          <a:p>
            <a:r>
              <a:rPr lang="ko-KR" altLang="en-US" b="1" dirty="0" smtClean="0"/>
              <a:t>현재의 최상위 스크롤 위치로</a:t>
            </a:r>
            <a:endParaRPr lang="en-US" altLang="ko-KR" b="1" dirty="0" smtClean="0"/>
          </a:p>
          <a:p>
            <a:endParaRPr lang="ko-KR" altLang="en-US" b="1" dirty="0"/>
          </a:p>
        </p:txBody>
      </p:sp>
      <p:sp>
        <p:nvSpPr>
          <p:cNvPr id="11" name="직사각형 10"/>
          <p:cNvSpPr/>
          <p:nvPr/>
        </p:nvSpPr>
        <p:spPr>
          <a:xfrm>
            <a:off x="755576" y="399753"/>
            <a:ext cx="3600400" cy="576064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4474282" y="372741"/>
            <a:ext cx="3194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rgbClr val="FF0000"/>
                </a:solidFill>
              </a:rPr>
              <a:t>snapshot </a:t>
            </a:r>
            <a:r>
              <a:rPr lang="ko-KR" altLang="en-US" sz="2400" b="1" dirty="0" err="1" smtClean="0">
                <a:solidFill>
                  <a:srgbClr val="FF0000"/>
                </a:solidFill>
              </a:rPr>
              <a:t>되고난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 후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7036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61" y="8881"/>
            <a:ext cx="5581860" cy="666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99592" y="1772816"/>
            <a:ext cx="3672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현재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탑위치에</a:t>
            </a:r>
            <a:r>
              <a:rPr lang="ko-KR" altLang="en-US" b="1" dirty="0" smtClean="0">
                <a:solidFill>
                  <a:srgbClr val="FF0000"/>
                </a:solidFill>
              </a:rPr>
              <a:t> 차이만큼 더함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6588224" y="1484784"/>
            <a:ext cx="0" cy="2232248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>
            <a:off x="7740352" y="2060848"/>
            <a:ext cx="0" cy="1656184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02821" y="3717032"/>
            <a:ext cx="1440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현재 </a:t>
            </a:r>
            <a:endParaRPr lang="en-US" altLang="ko-KR" b="1" dirty="0" smtClean="0"/>
          </a:p>
          <a:p>
            <a:r>
              <a:rPr lang="ko-KR" altLang="en-US" b="1" dirty="0" smtClean="0"/>
              <a:t>스크롤 높이</a:t>
            </a:r>
            <a:endParaRPr lang="ko-KR" alt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7042981" y="3717032"/>
            <a:ext cx="1440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스냅샷 </a:t>
            </a:r>
            <a:endParaRPr lang="en-US" altLang="ko-KR" b="1" dirty="0" smtClean="0"/>
          </a:p>
          <a:p>
            <a:r>
              <a:rPr lang="ko-KR" altLang="en-US" b="1" dirty="0" smtClean="0"/>
              <a:t>스크롤 높이</a:t>
            </a:r>
            <a:endParaRPr lang="ko-KR" altLang="en-US" b="1" dirty="0"/>
          </a:p>
        </p:txBody>
      </p:sp>
      <p:cxnSp>
        <p:nvCxnSpPr>
          <p:cNvPr id="10" name="직선 화살표 연결선 9"/>
          <p:cNvCxnSpPr/>
          <p:nvPr/>
        </p:nvCxnSpPr>
        <p:spPr>
          <a:xfrm>
            <a:off x="7740352" y="1484784"/>
            <a:ext cx="0" cy="576064"/>
          </a:xfrm>
          <a:prstGeom prst="straightConnector1">
            <a:avLst/>
          </a:prstGeom>
          <a:ln w="50800">
            <a:solidFill>
              <a:srgbClr val="0070C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956376" y="1492419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차이</a:t>
            </a:r>
            <a:endParaRPr lang="ko-KR" alt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602822" y="5013176"/>
            <a:ext cx="34336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차이만큼 </a:t>
            </a:r>
            <a:r>
              <a:rPr lang="ko-KR" altLang="en-US" b="1" dirty="0" err="1" smtClean="0"/>
              <a:t>더한것을</a:t>
            </a:r>
            <a:endParaRPr lang="en-US" altLang="ko-KR" b="1" dirty="0" smtClean="0"/>
          </a:p>
          <a:p>
            <a:r>
              <a:rPr lang="ko-KR" altLang="en-US" b="1" dirty="0" smtClean="0"/>
              <a:t>현재의 최상위 스크롤 위치로</a:t>
            </a:r>
            <a:endParaRPr lang="en-US" altLang="ko-KR" b="1" dirty="0" smtClean="0"/>
          </a:p>
          <a:p>
            <a:endParaRPr lang="ko-KR" altLang="en-US" b="1" dirty="0"/>
          </a:p>
        </p:txBody>
      </p:sp>
      <p:sp>
        <p:nvSpPr>
          <p:cNvPr id="11" name="직사각형 10"/>
          <p:cNvSpPr/>
          <p:nvPr/>
        </p:nvSpPr>
        <p:spPr>
          <a:xfrm>
            <a:off x="899592" y="1196752"/>
            <a:ext cx="4608512" cy="576064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5455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61" y="8881"/>
            <a:ext cx="5581860" cy="666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364396" y="1943543"/>
            <a:ext cx="1858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map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렌더링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55576" y="2312875"/>
            <a:ext cx="3456384" cy="1026245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141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61" y="8881"/>
            <a:ext cx="5581860" cy="666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1083699" y="3789040"/>
            <a:ext cx="1616093" cy="1152128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059832" y="3789040"/>
            <a:ext cx="60841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rgbClr val="FF0000"/>
                </a:solidFill>
              </a:rPr>
              <a:t>Ref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를 이용해서 </a:t>
            </a:r>
            <a:endParaRPr lang="en-US" altLang="ko-KR" sz="2400" b="1" dirty="0" smtClean="0">
              <a:solidFill>
                <a:srgbClr val="FF0000"/>
              </a:solidFill>
            </a:endParaRPr>
          </a:p>
          <a:p>
            <a:endParaRPr lang="en-US" altLang="ko-KR" sz="2400" b="1" dirty="0">
              <a:solidFill>
                <a:srgbClr val="FF0000"/>
              </a:solidFill>
            </a:endParaRPr>
          </a:p>
          <a:p>
            <a:r>
              <a:rPr lang="en-US" altLang="ko-KR" sz="2400" b="1" dirty="0" smtClean="0">
                <a:solidFill>
                  <a:srgbClr val="FF0000"/>
                </a:solidFill>
              </a:rPr>
              <a:t>DOM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이나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React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요소에 접근가능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40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61" y="8881"/>
            <a:ext cx="5581860" cy="666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1083699" y="3789040"/>
            <a:ext cx="1616093" cy="1152128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059832" y="3789040"/>
            <a:ext cx="6084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rgbClr val="FF0000"/>
                </a:solidFill>
              </a:rPr>
              <a:t>ref={ ref=&gt;{</a:t>
            </a:r>
            <a:r>
              <a:rPr lang="en-US" altLang="ko-KR" sz="2800" b="1" dirty="0" err="1" smtClean="0">
                <a:solidFill>
                  <a:srgbClr val="FF0000"/>
                </a:solidFill>
              </a:rPr>
              <a:t>this.list</a:t>
            </a:r>
            <a:r>
              <a:rPr lang="en-US" altLang="ko-KR" sz="2800" b="1" dirty="0" smtClean="0">
                <a:solidFill>
                  <a:srgbClr val="FF0000"/>
                </a:solidFill>
              </a:rPr>
              <a:t>=ref;} }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59832" y="4365104"/>
            <a:ext cx="25429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 smtClean="0">
                <a:solidFill>
                  <a:srgbClr val="FF0000"/>
                </a:solidFill>
              </a:rPr>
              <a:t>애로우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 함수 형태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7489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61" y="8881"/>
            <a:ext cx="5581860" cy="666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1083699" y="3789040"/>
            <a:ext cx="1616093" cy="1152128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3343872"/>
            <a:ext cx="5797674" cy="3225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059832" y="3789040"/>
            <a:ext cx="6084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FF0000"/>
                </a:solidFill>
              </a:rPr>
              <a:t>l</a:t>
            </a:r>
            <a:r>
              <a:rPr lang="en-US" altLang="ko-KR" sz="2800" b="1" dirty="0" smtClean="0">
                <a:solidFill>
                  <a:srgbClr val="FF0000"/>
                </a:solidFill>
              </a:rPr>
              <a:t>ist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에 </a:t>
            </a:r>
            <a:r>
              <a:rPr lang="en-US" altLang="ko-KR" sz="2800" b="1" dirty="0" smtClean="0">
                <a:solidFill>
                  <a:srgbClr val="FF0000"/>
                </a:solidFill>
              </a:rPr>
              <a:t>DOM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관련 정보가 있으므로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3779912" y="5013176"/>
            <a:ext cx="3816424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99155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61" y="8881"/>
            <a:ext cx="5581860" cy="666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1083699" y="3789040"/>
            <a:ext cx="1616093" cy="144016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3343872"/>
            <a:ext cx="5797674" cy="3225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059832" y="3789040"/>
            <a:ext cx="6084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rgbClr val="FF0000"/>
                </a:solidFill>
              </a:rPr>
              <a:t>Scroll (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스크롤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)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에 관한 정보도 들어있음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3779912" y="5013176"/>
            <a:ext cx="3816424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0321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92" y="0"/>
            <a:ext cx="7710760" cy="4840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331640" y="3088243"/>
            <a:ext cx="69847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rgbClr val="FF0000"/>
                </a:solidFill>
              </a:rPr>
              <a:t>//App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는 </a:t>
            </a:r>
            <a:r>
              <a:rPr lang="ko-KR" altLang="en-US" sz="2000" b="1" dirty="0" err="1" smtClean="0">
                <a:solidFill>
                  <a:srgbClr val="FF0000"/>
                </a:solidFill>
              </a:rPr>
              <a:t>애로우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 함수 형태로 스크롤 박스 컴포넌트만 포함 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3653" y="4840907"/>
            <a:ext cx="69847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rgbClr val="FF0000"/>
                </a:solidFill>
              </a:rPr>
              <a:t>//App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를 컴포넌트로 사용하면</a:t>
            </a:r>
            <a:endParaRPr lang="en-US" altLang="ko-KR" sz="2000" b="1" dirty="0" smtClean="0">
              <a:solidFill>
                <a:srgbClr val="FF0000"/>
              </a:solidFill>
            </a:endParaRPr>
          </a:p>
          <a:p>
            <a:r>
              <a:rPr lang="en-US" altLang="ko-KR" sz="2000" b="1" dirty="0" smtClean="0">
                <a:solidFill>
                  <a:srgbClr val="FF0000"/>
                </a:solidFill>
              </a:rPr>
              <a:t>//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결국 스크롤박스 컴포넌트를 </a:t>
            </a:r>
            <a:r>
              <a:rPr lang="ko-KR" altLang="en-US" sz="2000" b="1" dirty="0" err="1" smtClean="0">
                <a:solidFill>
                  <a:srgbClr val="FF0000"/>
                </a:solidFill>
              </a:rPr>
              <a:t>사용하는것과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 같음 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0211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04248" cy="6343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644008" y="1772816"/>
            <a:ext cx="2808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smtClean="0">
                <a:solidFill>
                  <a:srgbClr val="FF0000"/>
                </a:solidFill>
              </a:rPr>
              <a:t>리스트 목록의 디자인</a:t>
            </a:r>
            <a:endParaRPr lang="ko-KR" altLang="en-US" sz="20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0211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61" y="8881"/>
            <a:ext cx="5581860" cy="666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직선 연결선 4"/>
          <p:cNvCxnSpPr/>
          <p:nvPr/>
        </p:nvCxnSpPr>
        <p:spPr>
          <a:xfrm>
            <a:off x="1187624" y="4725144"/>
            <a:ext cx="1368152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992399" y="2780928"/>
            <a:ext cx="1491369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979712" y="2852936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row</a:t>
            </a:r>
            <a:r>
              <a:rPr lang="ko-KR" altLang="en-US" b="1" dirty="0" smtClean="0">
                <a:solidFill>
                  <a:srgbClr val="FF0000"/>
                </a:solidFill>
              </a:rPr>
              <a:t>는 각각의 요소 디자인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27784" y="4355812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List</a:t>
            </a:r>
            <a:r>
              <a:rPr lang="ko-KR" altLang="en-US" b="1" dirty="0" smtClean="0">
                <a:solidFill>
                  <a:srgbClr val="FF0000"/>
                </a:solidFill>
              </a:rPr>
              <a:t>는</a:t>
            </a:r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바깥 디자인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36635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6" y="-1"/>
            <a:ext cx="6775152" cy="6191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7036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635896" cy="6026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70364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AAB2781B-8FFF-42C5-B2E4-87FE13EB36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4" y="21291"/>
            <a:ext cx="6722486" cy="623710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370997" y="5427402"/>
            <a:ext cx="46805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0000"/>
                </a:solidFill>
              </a:rPr>
              <a:t>스크롤 탑의 높이가 증가되므로</a:t>
            </a:r>
            <a:endParaRPr lang="en-US" altLang="ko-KR" sz="2400" b="1" dirty="0" smtClean="0">
              <a:solidFill>
                <a:srgbClr val="FF0000"/>
              </a:solidFill>
            </a:endParaRPr>
          </a:p>
          <a:p>
            <a:r>
              <a:rPr lang="ko-KR" altLang="en-US" sz="2400" b="1" dirty="0" smtClean="0">
                <a:solidFill>
                  <a:srgbClr val="FF0000"/>
                </a:solidFill>
              </a:rPr>
              <a:t>스크롤이 내려감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4878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720" y="0"/>
            <a:ext cx="8034104" cy="4552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791310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12291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74499" y="2564904"/>
            <a:ext cx="40324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552954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310</Words>
  <Application>Microsoft Office PowerPoint</Application>
  <PresentationFormat>화면 슬라이드 쇼(4:3)</PresentationFormat>
  <Paragraphs>63</Paragraphs>
  <Slides>24</Slides>
  <Notes>8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5" baseType="lpstr">
      <vt:lpstr>Office 테마</vt:lpstr>
      <vt:lpstr>리액트 예제25</vt:lpstr>
      <vt:lpstr>getSnapshotBeforeUpdate</vt:lpstr>
      <vt:lpstr>getSnapshotBeforeUpdate  -렌더링 결과가  실제 돔에 반영되기 직전에 호출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시작하기</dc:title>
  <dc:creator>Microsoft Corporation</dc:creator>
  <cp:lastModifiedBy>hb</cp:lastModifiedBy>
  <cp:revision>45</cp:revision>
  <dcterms:created xsi:type="dcterms:W3CDTF">2006-10-05T04:04:58Z</dcterms:created>
  <dcterms:modified xsi:type="dcterms:W3CDTF">2021-02-09T16:39:18Z</dcterms:modified>
</cp:coreProperties>
</file>