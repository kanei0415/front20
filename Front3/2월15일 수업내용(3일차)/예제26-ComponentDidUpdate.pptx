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83" r:id="rId5"/>
    <p:sldId id="284" r:id="rId6"/>
    <p:sldId id="272" r:id="rId7"/>
    <p:sldId id="273" r:id="rId8"/>
    <p:sldId id="274" r:id="rId9"/>
    <p:sldId id="279" r:id="rId10"/>
    <p:sldId id="280" r:id="rId11"/>
    <p:sldId id="275" r:id="rId12"/>
    <p:sldId id="277" r:id="rId13"/>
    <p:sldId id="278" r:id="rId14"/>
    <p:sldId id="260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26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constructor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5842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componentDidMount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4581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4355976" y="2420888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07504" y="4002103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2195736" y="4797152"/>
            <a:ext cx="14401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122164" y="5200600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i="1" dirty="0" err="1">
                <a:solidFill>
                  <a:srgbClr val="FF0000"/>
                </a:solidFill>
              </a:rPr>
              <a:t>componentDidMount</a:t>
            </a:r>
            <a:r>
              <a:rPr lang="en-US" altLang="ko-KR" sz="2400" b="1" dirty="0">
                <a:solidFill>
                  <a:srgbClr val="FF0000"/>
                </a:solidFill>
              </a:rPr>
              <a:t>() </a:t>
            </a:r>
            <a:r>
              <a:rPr lang="ko-KR" altLang="en-US" sz="2400" b="1" dirty="0">
                <a:solidFill>
                  <a:srgbClr val="FF0000"/>
                </a:solidFill>
              </a:rPr>
              <a:t>는 컴포넌트가 </a:t>
            </a:r>
            <a:r>
              <a:rPr lang="ko-KR" altLang="en-US" sz="2400" b="1" dirty="0" err="1">
                <a:solidFill>
                  <a:srgbClr val="FF0000"/>
                </a:solidFill>
              </a:rPr>
              <a:t>마운트된</a:t>
            </a:r>
            <a:r>
              <a:rPr lang="ko-KR" altLang="en-US" sz="2400" b="1" dirty="0">
                <a:solidFill>
                  <a:srgbClr val="FF0000"/>
                </a:solidFill>
              </a:rPr>
              <a:t> 직후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즉 </a:t>
            </a:r>
            <a:r>
              <a:rPr lang="ko-KR" altLang="en-US" sz="2400" b="1" dirty="0" err="1">
                <a:solidFill>
                  <a:srgbClr val="FF0000"/>
                </a:solidFill>
              </a:rPr>
              <a:t>트리에</a:t>
            </a:r>
            <a:r>
              <a:rPr lang="ko-KR" altLang="en-US" sz="2400" b="1" dirty="0">
                <a:solidFill>
                  <a:srgbClr val="FF0000"/>
                </a:solidFill>
              </a:rPr>
              <a:t> 삽입된 직후에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호출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525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4355976" y="2420888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07504" y="4002103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2195736" y="4797152"/>
            <a:ext cx="14401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118220" y="5229199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가상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의 내용이 실제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 적용되고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작업도 가능한 상태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32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88024" cy="617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93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58" y="-20217"/>
            <a:ext cx="6377558" cy="657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47864" y="2524254"/>
            <a:ext cx="334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마운트</a:t>
            </a:r>
            <a:r>
              <a:rPr lang="ko-KR" altLang="en-US" b="1" dirty="0" smtClean="0">
                <a:solidFill>
                  <a:srgbClr val="FF0000"/>
                </a:solidFill>
              </a:rPr>
              <a:t> 후에 실행되는 함수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3678" y="4365104"/>
            <a:ext cx="606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10</a:t>
            </a:r>
            <a:r>
              <a:rPr lang="ko-KR" altLang="en-US" b="1" dirty="0" smtClean="0">
                <a:solidFill>
                  <a:srgbClr val="FF0000"/>
                </a:solidFill>
              </a:rPr>
              <a:t>보다 작을 경우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조건부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10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12"/>
            <a:ext cx="4644007" cy="67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73678" y="4365104"/>
            <a:ext cx="606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value</a:t>
            </a:r>
            <a:r>
              <a:rPr lang="ko-KR" altLang="en-US" b="1" dirty="0" smtClean="0">
                <a:solidFill>
                  <a:srgbClr val="FF0000"/>
                </a:solidFill>
              </a:rPr>
              <a:t>값이 이전과 다르면 콘솔 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10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499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613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44208" cy="615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613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" y="-1141"/>
            <a:ext cx="3986411" cy="645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10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92" y="0"/>
            <a:ext cx="7613228" cy="369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03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52" y="0"/>
            <a:ext cx="8197552" cy="565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033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48</Words>
  <Application>Microsoft Office PowerPoint</Application>
  <PresentationFormat>화면 슬라이드 쇼(4:3)</PresentationFormat>
  <Paragraphs>13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리액트 예제26</vt:lpstr>
      <vt:lpstr>constructor</vt:lpstr>
      <vt:lpstr>componentDidMount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31</cp:revision>
  <dcterms:created xsi:type="dcterms:W3CDTF">2006-10-05T04:04:58Z</dcterms:created>
  <dcterms:modified xsi:type="dcterms:W3CDTF">2020-08-19T01:58:47Z</dcterms:modified>
</cp:coreProperties>
</file>