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3" r:id="rId5"/>
    <p:sldId id="264" r:id="rId6"/>
    <p:sldId id="261" r:id="rId7"/>
    <p:sldId id="262" r:id="rId8"/>
    <p:sldId id="25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021C8A2-0373-4C38-8542-EDFE6FC37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23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79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47BC72-DB5D-485E-B437-4B075602A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8806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87BC41B-42E1-4536-91BF-0BE24980819C}"/>
              </a:ext>
            </a:extLst>
          </p:cNvPr>
          <p:cNvCxnSpPr>
            <a:cxnSpLocks/>
          </p:cNvCxnSpPr>
          <p:nvPr/>
        </p:nvCxnSpPr>
        <p:spPr>
          <a:xfrm>
            <a:off x="3086226" y="1297507"/>
            <a:ext cx="219697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5E7FBE0-8A8B-423C-ACBD-FFC9AABEA20E}"/>
              </a:ext>
            </a:extLst>
          </p:cNvPr>
          <p:cNvCxnSpPr>
            <a:cxnSpLocks/>
          </p:cNvCxnSpPr>
          <p:nvPr/>
        </p:nvCxnSpPr>
        <p:spPr>
          <a:xfrm>
            <a:off x="3645026" y="3797996"/>
            <a:ext cx="137853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283200" y="974341"/>
            <a:ext cx="2899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컴포넌트를 상속받은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Subject</a:t>
            </a:r>
            <a:r>
              <a:rPr lang="ko-KR" altLang="en-US" b="1" dirty="0" smtClean="0">
                <a:solidFill>
                  <a:srgbClr val="FF0000"/>
                </a:solidFill>
              </a:rPr>
              <a:t>클래스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3556" y="2827508"/>
            <a:ext cx="2899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컴포넌트를 상속받은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App</a:t>
            </a:r>
            <a:r>
              <a:rPr lang="ko-KR" altLang="en-US" b="1" dirty="0" smtClean="0">
                <a:solidFill>
                  <a:srgbClr val="FF0000"/>
                </a:solidFill>
              </a:rPr>
              <a:t>클래스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87BC41B-42E1-4536-91BF-0BE24980819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086226" y="3139770"/>
            <a:ext cx="1937330" cy="10904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85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47BC72-DB5D-485E-B437-4B075602A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8806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87BC41B-42E1-4536-91BF-0BE24980819C}"/>
              </a:ext>
            </a:extLst>
          </p:cNvPr>
          <p:cNvCxnSpPr>
            <a:cxnSpLocks/>
          </p:cNvCxnSpPr>
          <p:nvPr/>
        </p:nvCxnSpPr>
        <p:spPr>
          <a:xfrm>
            <a:off x="3086226" y="1297507"/>
            <a:ext cx="219697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5E7FBE0-8A8B-423C-ACBD-FFC9AABEA20E}"/>
              </a:ext>
            </a:extLst>
          </p:cNvPr>
          <p:cNvCxnSpPr>
            <a:cxnSpLocks/>
          </p:cNvCxnSpPr>
          <p:nvPr/>
        </p:nvCxnSpPr>
        <p:spPr>
          <a:xfrm>
            <a:off x="3645026" y="3797996"/>
            <a:ext cx="137853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3556" y="3474830"/>
            <a:ext cx="2899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Subject</a:t>
            </a:r>
            <a:r>
              <a:rPr lang="ko-KR" altLang="en-US" b="1" dirty="0" smtClean="0">
                <a:solidFill>
                  <a:srgbClr val="FF0000"/>
                </a:solidFill>
              </a:rPr>
              <a:t>클래스 렌더링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87BC41B-42E1-4536-91BF-0BE24980819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086226" y="3139770"/>
            <a:ext cx="1937330" cy="10904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482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47BC72-DB5D-485E-B437-4B075602A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8806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87BC41B-42E1-4536-91BF-0BE24980819C}"/>
              </a:ext>
            </a:extLst>
          </p:cNvPr>
          <p:cNvCxnSpPr>
            <a:cxnSpLocks/>
          </p:cNvCxnSpPr>
          <p:nvPr/>
        </p:nvCxnSpPr>
        <p:spPr>
          <a:xfrm>
            <a:off x="3086226" y="1297507"/>
            <a:ext cx="219697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5E7FBE0-8A8B-423C-ACBD-FFC9AABEA20E}"/>
              </a:ext>
            </a:extLst>
          </p:cNvPr>
          <p:cNvCxnSpPr>
            <a:cxnSpLocks/>
          </p:cNvCxnSpPr>
          <p:nvPr/>
        </p:nvCxnSpPr>
        <p:spPr>
          <a:xfrm>
            <a:off x="3645026" y="3797996"/>
            <a:ext cx="137853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404732" y="4496009"/>
            <a:ext cx="2899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App</a:t>
            </a:r>
            <a:r>
              <a:rPr lang="ko-KR" altLang="en-US" b="1" dirty="0" smtClean="0">
                <a:solidFill>
                  <a:srgbClr val="FF0000"/>
                </a:solidFill>
              </a:rPr>
              <a:t>클래스 </a:t>
            </a:r>
            <a:r>
              <a:rPr lang="en-US" altLang="ko-KR" b="1" dirty="0" smtClean="0">
                <a:solidFill>
                  <a:srgbClr val="FF0000"/>
                </a:solidFill>
              </a:rPr>
              <a:t>export (</a:t>
            </a:r>
            <a:r>
              <a:rPr lang="ko-KR" altLang="en-US" b="1" dirty="0" smtClean="0">
                <a:solidFill>
                  <a:srgbClr val="FF0000"/>
                </a:solidFill>
              </a:rPr>
              <a:t>수출</a:t>
            </a:r>
            <a:r>
              <a:rPr lang="en-US" altLang="ko-KR" b="1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87BC41B-42E1-4536-91BF-0BE24980819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086226" y="3139770"/>
            <a:ext cx="1937330" cy="10904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5E7FBE0-8A8B-423C-ACBD-FFC9AABEA20E}"/>
              </a:ext>
            </a:extLst>
          </p:cNvPr>
          <p:cNvCxnSpPr>
            <a:cxnSpLocks/>
          </p:cNvCxnSpPr>
          <p:nvPr/>
        </p:nvCxnSpPr>
        <p:spPr>
          <a:xfrm>
            <a:off x="3115779" y="4842493"/>
            <a:ext cx="1288953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376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B33759C-9125-4A81-9274-F81977AC8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94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F2492E3-DEF8-42E2-A9CD-2863C6D53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95238" cy="6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89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</Words>
  <Application>Microsoft Office PowerPoint</Application>
  <PresentationFormat>와이드스크린</PresentationFormat>
  <Paragraphs>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USINGTECH</cp:lastModifiedBy>
  <cp:revision>5</cp:revision>
  <dcterms:created xsi:type="dcterms:W3CDTF">2020-07-14T07:30:35Z</dcterms:created>
  <dcterms:modified xsi:type="dcterms:W3CDTF">2020-07-27T06:05:03Z</dcterms:modified>
</cp:coreProperties>
</file>