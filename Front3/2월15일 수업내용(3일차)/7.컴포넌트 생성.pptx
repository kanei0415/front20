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14DFCC-E91F-414D-9A2A-640D90CD2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95765" cy="68580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091322C-B7A1-41BF-8312-38F751F6AB54}"/>
              </a:ext>
            </a:extLst>
          </p:cNvPr>
          <p:cNvCxnSpPr>
            <a:cxnSpLocks/>
          </p:cNvCxnSpPr>
          <p:nvPr/>
        </p:nvCxnSpPr>
        <p:spPr>
          <a:xfrm>
            <a:off x="3086226" y="1297507"/>
            <a:ext cx="2196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91322C-B7A1-41BF-8312-38F751F6AB54}"/>
              </a:ext>
            </a:extLst>
          </p:cNvPr>
          <p:cNvCxnSpPr>
            <a:cxnSpLocks/>
          </p:cNvCxnSpPr>
          <p:nvPr/>
        </p:nvCxnSpPr>
        <p:spPr>
          <a:xfrm>
            <a:off x="3086226" y="3156044"/>
            <a:ext cx="199873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7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0E8E1A-0E14-4621-B4E9-25C88D14A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20616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33964C1-779A-4DF1-AE77-5F5C5C285966}"/>
              </a:ext>
            </a:extLst>
          </p:cNvPr>
          <p:cNvCxnSpPr>
            <a:cxnSpLocks/>
          </p:cNvCxnSpPr>
          <p:nvPr/>
        </p:nvCxnSpPr>
        <p:spPr>
          <a:xfrm>
            <a:off x="3176538" y="1116885"/>
            <a:ext cx="219697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4BCAC0-A616-47ED-A42E-3CABEB005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76268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52ED249-3678-4AD8-ADED-81ACC4EA23A6}"/>
              </a:ext>
            </a:extLst>
          </p:cNvPr>
          <p:cNvSpPr/>
          <p:nvPr/>
        </p:nvSpPr>
        <p:spPr>
          <a:xfrm>
            <a:off x="3635022" y="3556000"/>
            <a:ext cx="1546578" cy="64346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285678" y="3216013"/>
            <a:ext cx="3791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Subject</a:t>
            </a: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TOC</a:t>
            </a: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Content</a:t>
            </a: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클래스의 내용이 렌더링 됨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59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8F587F-A633-44EA-B252-829FBD2E3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6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98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</Words>
  <Application>Microsoft Office PowerPoint</Application>
  <PresentationFormat>와이드스크린</PresentationFormat>
  <Paragraphs>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USINGTECH</cp:lastModifiedBy>
  <cp:revision>5</cp:revision>
  <dcterms:created xsi:type="dcterms:W3CDTF">2020-07-14T07:30:35Z</dcterms:created>
  <dcterms:modified xsi:type="dcterms:W3CDTF">2020-07-27T06:07:01Z</dcterms:modified>
</cp:coreProperties>
</file>