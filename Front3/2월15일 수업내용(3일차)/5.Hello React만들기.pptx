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59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751" autoAdjust="0"/>
  </p:normalViewPr>
  <p:slideViewPr>
    <p:cSldViewPr snapToGrid="0">
      <p:cViewPr varScale="1">
        <p:scale>
          <a:sx n="74" d="100"/>
          <a:sy n="74" d="100"/>
        </p:scale>
        <p:origin x="11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962A35-1634-4AD5-AD36-B74E6D68F88C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3930F9-02DE-4178-8C25-58F8A4B60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8928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pm/npm/releases/tag/v5.2.0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npmjs.com/package/npx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npx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자바스크립트 패키지 관리 모듈인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(Node Package Module)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 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npm@5.2.0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버전부터 새로 추가된 도구입니다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 </a:t>
            </a:r>
            <a:r>
              <a:rPr lang="en-US" altLang="ko-KR" dirty="0"/>
              <a:t>npm@5.2.0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이상 버전만 깔려 있다면 </a:t>
            </a:r>
            <a:r>
              <a:rPr lang="en-US" altLang="ko-K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npx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커맨드를 사용 가능합니다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930F9-02DE-4178-8C25-58F8A4B6087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271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088329-B203-4ABF-A371-C62719CB0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7E741C-E7AB-400C-BC0B-C3F3D267F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7A995B-A282-43F9-AB86-C7A313D4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03B202-9B93-4014-B747-1ED60B65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201604-82B0-473E-B97C-A75B98CE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4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B207A4-45A4-4D28-B085-F7726D471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690C32-3455-4EC1-B6D3-7DB71FEFF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B31ADF-4755-4AFF-AF0F-FF458584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702B5A-1DC0-44E8-9AC6-330D8C9A2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E76B73-14D8-45AF-91ED-78FBE200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38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81D2F-675E-484F-922A-BB154D52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A90DC0-BC09-440B-B5ED-8BA168F5C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A2E3A1-70EA-44BD-9D4C-52ACE441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0CC96D-945F-4D80-BB1F-C087B1B8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6976CF-58C0-4E65-8327-2871EE84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95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7C3EB5-F467-44BC-8AEE-D0A3F640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D8307C-DE30-441A-AD7E-47880B8DD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AD88D6-2678-4B59-A86E-BE1E3D67E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F67FAB-B6CF-4D56-9CC5-2005B795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66E6FC-03A4-44B5-AAE1-CCB9DFDC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A9A750-24C4-47F6-B88B-974EBDC4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87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C0BFC5-5057-482A-B223-EF8759FF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23A064-1D55-42F5-9A92-7BB9C4D4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640B66-812C-41D6-ABFB-3576B1291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AE7F76-9CDB-44CE-89E9-F623B0E8F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97A3619-BB5C-4F18-AD2E-D08CF301A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912564C-1A82-4261-9AB5-A0DB3C4C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A58D25E-1AF2-4071-83B1-7B975D0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C691A1F-B0EB-4E37-A8CB-127227EB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7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060CEF-39CF-4D7A-A764-87880502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9B1DD04-7560-484A-84C1-1AED4CE0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6F53ED-7AE2-4AB3-955A-4E7DB4AB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AE5AFC-08B4-444C-AEA4-674184C6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1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D8F445-18B4-42B4-9789-DF2EBE94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9BBA5F-20BB-4940-AFA5-B532E892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6F7303-39A7-4555-B397-7D800456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2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570BFE-88B3-4C22-8DCE-1E47BB27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38E78F-276F-49CA-B767-2DDAE22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73CB4A-C93C-4F79-B4EB-2E564F21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24B6CC-AEAF-4CE3-92F5-69F254D2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88BDC3-B925-485A-BD46-491BFFFE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092FD7-207B-4EB8-B15F-01677CB0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113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8FBE52-933A-477C-92BF-0FB8D866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1AAA7-2782-4EA7-A1A3-937F82177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0E6866-AE0A-4608-B116-3262DCA9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87D9A2-AB91-476D-ACA6-C66FEF1B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FB9135-5AB3-4358-AA4F-E6F6E51C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A90446-6215-4987-BB1D-379E95B0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8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1C4E8E-1929-46C5-86D0-5CD37F8D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2300E1-4CAA-4CF1-B23F-DCB98B251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AA0A5E-4BEB-4D4E-B023-6040E50F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7DE21C-511C-4EDC-A5DC-6DCBDC4A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F01986-ECC5-4CAD-9BD0-6182E1A2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903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FDA791-F0DE-47DB-835F-0B8DE621B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C8B96A-D786-4219-ACF2-7C8C48C2A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EDF9AE-149F-4BCB-815B-8DD46015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5B50DA-CFD8-43A4-82E7-5A15A74D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283AD5-8D92-4825-9501-4799A19C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37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B6951C-EE95-4DF3-A461-34ECA4BE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8AF63F-FCFF-47D8-8A39-F5A6AB29E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4111DA-7AE4-472C-83BD-BDBD9A630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3E79FC-A481-4823-A54E-C03F329EF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3E0EEE-F88D-450D-89F6-523B8380A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1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0E0AFA5-E103-42E9-8490-B9139D160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7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C9362A6-20E9-4148-852B-FA1B6949A1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428438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038F027-3C08-4796-89F4-0099005E6111}"/>
              </a:ext>
            </a:extLst>
          </p:cNvPr>
          <p:cNvCxnSpPr/>
          <p:nvPr/>
        </p:nvCxnSpPr>
        <p:spPr>
          <a:xfrm>
            <a:off x="1162184" y="1251638"/>
            <a:ext cx="2020711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EF06258-19F2-4FEF-94C0-FF194BFD6EEF}"/>
              </a:ext>
            </a:extLst>
          </p:cNvPr>
          <p:cNvCxnSpPr>
            <a:cxnSpLocks/>
          </p:cNvCxnSpPr>
          <p:nvPr/>
        </p:nvCxnSpPr>
        <p:spPr>
          <a:xfrm>
            <a:off x="1162184" y="1647106"/>
            <a:ext cx="1800935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DC6190A-9ED7-4183-AB2D-C79C9E386230}"/>
              </a:ext>
            </a:extLst>
          </p:cNvPr>
          <p:cNvCxnSpPr>
            <a:cxnSpLocks/>
          </p:cNvCxnSpPr>
          <p:nvPr/>
        </p:nvCxnSpPr>
        <p:spPr>
          <a:xfrm>
            <a:off x="2657248" y="2042574"/>
            <a:ext cx="3350013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182896" y="882306"/>
            <a:ext cx="3655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2400" b="1" dirty="0" smtClean="0">
                <a:solidFill>
                  <a:srgbClr val="FF0000"/>
                </a:solidFill>
              </a:rPr>
              <a:t>디렉토리 생성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63120" y="1331425"/>
            <a:ext cx="3655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2. 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작업위치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변경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0" y="1547999"/>
            <a:ext cx="3655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3. 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리액트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프로젝트 생성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1615" y="2833510"/>
            <a:ext cx="7777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err="1" smtClean="0">
                <a:solidFill>
                  <a:srgbClr val="FF0000"/>
                </a:solidFill>
              </a:rPr>
              <a:t>npx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 create-react-app 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프로젝트 명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279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30D70A0-3579-4307-B8DA-ADAB83EDC4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7326775" cy="610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86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C0D3FBD-1715-4139-B38E-F601850B6B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90386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95193" y="2086535"/>
            <a:ext cx="72968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srgbClr val="FF0000"/>
                </a:solidFill>
              </a:rPr>
              <a:t>App.js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파일을 다음처럼 변경해서</a:t>
            </a:r>
            <a:endParaRPr lang="en-US" altLang="ko-KR" sz="3200" b="1" dirty="0" smtClean="0">
              <a:solidFill>
                <a:srgbClr val="FF0000"/>
              </a:solidFill>
            </a:endParaRPr>
          </a:p>
          <a:p>
            <a:endParaRPr lang="en-US" altLang="ko-KR" sz="3200" b="1" dirty="0">
              <a:solidFill>
                <a:srgbClr val="FF0000"/>
              </a:solidFill>
            </a:endParaRPr>
          </a:p>
          <a:p>
            <a:r>
              <a:rPr lang="en-US" altLang="ko-KR" sz="3200" b="1" dirty="0" smtClean="0">
                <a:solidFill>
                  <a:srgbClr val="FF0000"/>
                </a:solidFill>
              </a:rPr>
              <a:t>Hello React!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를 출력해봅시다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.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171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96EA5CE-B5C8-49B9-A2B0-A1AC418490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695238" cy="66857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436" y="1193647"/>
            <a:ext cx="72968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mtClean="0">
                <a:solidFill>
                  <a:srgbClr val="FF0000"/>
                </a:solidFill>
              </a:rPr>
              <a:t>실행결과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013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F908BF5-8721-458C-8CD7-F0B1D6E06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0793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135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7F5E3E6-02CD-4302-A939-A0B446EDA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70734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8062" y="1232284"/>
            <a:ext cx="54992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srgbClr val="FF0000"/>
                </a:solidFill>
              </a:rPr>
              <a:t>App.css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를 모두 지움</a:t>
            </a:r>
            <a:endParaRPr lang="en-US" altLang="ko-KR" sz="3200" b="1" dirty="0" smtClean="0">
              <a:solidFill>
                <a:srgbClr val="FF0000"/>
              </a:solidFill>
            </a:endParaRPr>
          </a:p>
          <a:p>
            <a:r>
              <a:rPr lang="en-US" altLang="ko-KR" sz="3200" b="1" dirty="0" smtClean="0">
                <a:solidFill>
                  <a:srgbClr val="FF0000"/>
                </a:solidFill>
              </a:rPr>
              <a:t>(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필요하지 않으므로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)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932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601843A-B55F-467E-B97F-DEEBE0DB3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2420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002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EA84519-5EB7-4A30-B4BC-C0E2EB80B8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092441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02000" y="1155011"/>
            <a:ext cx="54992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srgbClr val="FF0000"/>
                </a:solidFill>
              </a:rPr>
              <a:t>index.css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를 모두 지움</a:t>
            </a:r>
            <a:endParaRPr lang="en-US" altLang="ko-KR" sz="3200" b="1" dirty="0" smtClean="0">
              <a:solidFill>
                <a:srgbClr val="FF0000"/>
              </a:solidFill>
            </a:endParaRPr>
          </a:p>
          <a:p>
            <a:r>
              <a:rPr lang="en-US" altLang="ko-KR" sz="3200" b="1" dirty="0" smtClean="0">
                <a:solidFill>
                  <a:srgbClr val="FF0000"/>
                </a:solidFill>
              </a:rPr>
              <a:t>(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필요하지 않으므로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)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239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124D3CD-4F18-428E-9189-37A2FCC0DB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7535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771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B3C7F43-7362-4E3F-9F5E-1BB24999F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229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209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18970"/>
          </a:xfrm>
        </p:spPr>
        <p:txBody>
          <a:bodyPr>
            <a:norm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393813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57</Words>
  <Application>Microsoft Office PowerPoint</Application>
  <PresentationFormat>와이드스크린</PresentationFormat>
  <Paragraphs>18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리액트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s</dc:creator>
  <cp:lastModifiedBy>USINGTECH</cp:lastModifiedBy>
  <cp:revision>7</cp:revision>
  <dcterms:created xsi:type="dcterms:W3CDTF">2020-07-14T07:30:35Z</dcterms:created>
  <dcterms:modified xsi:type="dcterms:W3CDTF">2020-07-27T06:02:38Z</dcterms:modified>
</cp:coreProperties>
</file>