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1" r:id="rId6"/>
    <p:sldId id="271" r:id="rId7"/>
    <p:sldId id="272" r:id="rId8"/>
    <p:sldId id="273" r:id="rId9"/>
    <p:sldId id="274" r:id="rId10"/>
    <p:sldId id="280" r:id="rId11"/>
    <p:sldId id="276" r:id="rId12"/>
    <p:sldId id="260" r:id="rId1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84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23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446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getDerivedStateFromProps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31588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340769"/>
            <a:ext cx="9144000" cy="2259682"/>
          </a:xfrm>
        </p:spPr>
        <p:txBody>
          <a:bodyPr>
            <a:normAutofit/>
          </a:bodyPr>
          <a:lstStyle/>
          <a:p>
            <a:r>
              <a:rPr lang="en-US" altLang="ko-KR" sz="3600" b="1" dirty="0" err="1" smtClean="0"/>
              <a:t>getDerivedStateFromProps</a:t>
            </a: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r>
              <a:rPr lang="en-US" altLang="ko-KR" sz="3600" b="1" dirty="0" smtClean="0"/>
              <a:t>-mounting </a:t>
            </a:r>
            <a:r>
              <a:rPr lang="ko-KR" altLang="en-US" sz="3600" b="1" dirty="0" smtClean="0"/>
              <a:t>과정에서</a:t>
            </a: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r>
              <a:rPr lang="en-US" altLang="ko-KR" sz="3600" b="1" dirty="0" smtClean="0"/>
              <a:t>render</a:t>
            </a:r>
            <a:r>
              <a:rPr lang="ko-KR" altLang="en-US" sz="3600" b="1" dirty="0" smtClean="0"/>
              <a:t> 호출 직전에 호출됨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01466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2771800" y="1844824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-2231" y="5008990"/>
            <a:ext cx="8496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컴포넌트가 최초 </a:t>
            </a:r>
            <a:r>
              <a:rPr lang="ko-KR" altLang="en-US" b="1" dirty="0" err="1"/>
              <a:t>마운팅</a:t>
            </a:r>
            <a:r>
              <a:rPr lang="ko-KR" altLang="en-US" b="1" dirty="0"/>
              <a:t> 됐을 </a:t>
            </a:r>
            <a:r>
              <a:rPr lang="ko-KR" altLang="en-US" b="1" dirty="0" smtClean="0"/>
              <a:t>경우</a:t>
            </a:r>
            <a:endParaRPr lang="en-US" altLang="ko-KR" dirty="0"/>
          </a:p>
          <a:p>
            <a:endParaRPr lang="en-US" altLang="ko-KR" b="1" dirty="0" smtClean="0"/>
          </a:p>
          <a:p>
            <a:r>
              <a:rPr lang="ko-KR" altLang="en-US" b="1" dirty="0" smtClean="0"/>
              <a:t>부모 </a:t>
            </a:r>
            <a:r>
              <a:rPr lang="ko-KR" altLang="en-US" b="1" dirty="0"/>
              <a:t>컴포넌트에서 전달해주는 </a:t>
            </a:r>
            <a:r>
              <a:rPr lang="en-US" altLang="ko-KR" b="1" dirty="0"/>
              <a:t>props</a:t>
            </a:r>
            <a:r>
              <a:rPr lang="ko-KR" altLang="en-US" b="1" dirty="0"/>
              <a:t>가 변경 되었을 경우 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2555776" y="404664"/>
            <a:ext cx="7200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124198" y="836712"/>
            <a:ext cx="7200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9736" y="411713"/>
            <a:ext cx="2041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"render phase".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In </a:t>
            </a:r>
            <a:r>
              <a:rPr lang="en-US" altLang="ko-KR" sz="1400" b="1" dirty="0">
                <a:solidFill>
                  <a:srgbClr val="FF0000"/>
                </a:solidFill>
              </a:rPr>
              <a:t>the render phase,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react </a:t>
            </a:r>
            <a:r>
              <a:rPr lang="en-US" altLang="ko-KR" sz="1400" b="1" dirty="0">
                <a:solidFill>
                  <a:srgbClr val="FF0000"/>
                </a:solidFill>
              </a:rPr>
              <a:t>is creating the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Virtual </a:t>
            </a:r>
            <a:r>
              <a:rPr lang="en-US" altLang="ko-KR" sz="1400" b="1" dirty="0">
                <a:solidFill>
                  <a:srgbClr val="FF0000"/>
                </a:solidFill>
              </a:rPr>
              <a:t>DOM.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07504" y="1556792"/>
            <a:ext cx="1800200" cy="9477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33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OneDrive\바탕 화면\리액트_라이프사이클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31" y="0"/>
            <a:ext cx="9144000" cy="50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/>
          <p:cNvCxnSpPr/>
          <p:nvPr/>
        </p:nvCxnSpPr>
        <p:spPr>
          <a:xfrm>
            <a:off x="2771800" y="1844824"/>
            <a:ext cx="158417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-2231" y="5008990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시작시에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최초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마운팅시에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r>
              <a:rPr lang="ko-KR" altLang="en-US" b="1" dirty="0" smtClean="0">
                <a:solidFill>
                  <a:srgbClr val="FF0000"/>
                </a:solidFill>
              </a:rPr>
              <a:t> 한번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props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바뀔때</a:t>
            </a:r>
            <a:r>
              <a:rPr lang="ko-KR" altLang="en-US" b="1" dirty="0" smtClean="0">
                <a:solidFill>
                  <a:srgbClr val="FF0000"/>
                </a:solidFill>
              </a:rPr>
              <a:t> 계속 호출됨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2555776" y="404664"/>
            <a:ext cx="7200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124198" y="836712"/>
            <a:ext cx="72008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9736" y="411713"/>
            <a:ext cx="2041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"render phase".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In </a:t>
            </a:r>
            <a:r>
              <a:rPr lang="en-US" altLang="ko-KR" sz="1400" b="1" dirty="0">
                <a:solidFill>
                  <a:srgbClr val="FF0000"/>
                </a:solidFill>
              </a:rPr>
              <a:t>the render phase,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react </a:t>
            </a:r>
            <a:r>
              <a:rPr lang="en-US" altLang="ko-KR" sz="1400" b="1" dirty="0">
                <a:solidFill>
                  <a:srgbClr val="FF0000"/>
                </a:solidFill>
              </a:rPr>
              <a:t>is creating the 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Virtual </a:t>
            </a:r>
            <a:r>
              <a:rPr lang="en-US" altLang="ko-KR" sz="1400" b="1" dirty="0">
                <a:solidFill>
                  <a:srgbClr val="FF0000"/>
                </a:solidFill>
              </a:rPr>
              <a:t>DOM.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07504" y="1556792"/>
            <a:ext cx="1800200" cy="94770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37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798" y="3886"/>
            <a:ext cx="5235870" cy="5995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2064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982" y="-5491"/>
            <a:ext cx="5119674" cy="645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281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" y="-8037"/>
            <a:ext cx="5930711" cy="6471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28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4" y="0"/>
            <a:ext cx="6416423" cy="658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080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876925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3225647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FF0000"/>
                </a:solidFill>
              </a:rPr>
              <a:t>최초 </a:t>
            </a:r>
            <a:r>
              <a:rPr lang="ko-KR" altLang="en-US" sz="3600" b="1" dirty="0" err="1" smtClean="0">
                <a:solidFill>
                  <a:srgbClr val="FF0000"/>
                </a:solidFill>
              </a:rPr>
              <a:t>시작시</a:t>
            </a:r>
            <a:r>
              <a:rPr lang="ko-KR" altLang="en-US" sz="3600" b="1" dirty="0" smtClean="0">
                <a:solidFill>
                  <a:srgbClr val="FF0000"/>
                </a:solidFill>
              </a:rPr>
              <a:t> 한번 호출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09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8" y="-1"/>
            <a:ext cx="7366503" cy="3832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571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4499" y="2564904"/>
            <a:ext cx="4032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55295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66</Words>
  <Application>Microsoft Office PowerPoint</Application>
  <PresentationFormat>화면 슬라이드 쇼(4:3)</PresentationFormat>
  <Paragraphs>19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리액트 예제23</vt:lpstr>
      <vt:lpstr>getDerivedStateFromProps</vt:lpstr>
      <vt:lpstr>getDerivedStateFromProps -mounting 과정에서 render 호출 직전에 호출됨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시작하기</dc:title>
  <dc:creator>Microsoft Corporation</dc:creator>
  <cp:lastModifiedBy>hb</cp:lastModifiedBy>
  <cp:revision>36</cp:revision>
  <dcterms:created xsi:type="dcterms:W3CDTF">2006-10-05T04:04:58Z</dcterms:created>
  <dcterms:modified xsi:type="dcterms:W3CDTF">2021-02-09T16:27:17Z</dcterms:modified>
</cp:coreProperties>
</file>