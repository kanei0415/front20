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81" r:id="rId5"/>
    <p:sldId id="282" r:id="rId6"/>
    <p:sldId id="283" r:id="rId7"/>
    <p:sldId id="271" r:id="rId8"/>
    <p:sldId id="272" r:id="rId9"/>
    <p:sldId id="273" r:id="rId10"/>
    <p:sldId id="280" r:id="rId11"/>
    <p:sldId id="279" r:id="rId12"/>
    <p:sldId id="284" r:id="rId13"/>
    <p:sldId id="285" r:id="rId14"/>
    <p:sldId id="286" r:id="rId15"/>
    <p:sldId id="274" r:id="rId16"/>
    <p:sldId id="275" r:id="rId17"/>
    <p:sldId id="270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24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shouldComponentUpdate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4100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8458200" cy="1470025"/>
          </a:xfrm>
        </p:spPr>
        <p:txBody>
          <a:bodyPr>
            <a:normAutofit/>
          </a:bodyPr>
          <a:lstStyle/>
          <a:p>
            <a:r>
              <a:rPr lang="en-US" altLang="ko-KR" sz="3600" b="1" dirty="0" err="1" smtClean="0"/>
              <a:t>shouldComponentUpdate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r>
              <a:rPr lang="en-US" altLang="ko-KR" sz="3600" b="1" dirty="0" smtClean="0"/>
              <a:t>-updating </a:t>
            </a:r>
            <a:r>
              <a:rPr lang="ko-KR" altLang="en-US" sz="3600" b="1" dirty="0" smtClean="0"/>
              <a:t>과정에서 </a:t>
            </a:r>
            <a:r>
              <a:rPr lang="ko-KR" altLang="en-US" sz="3600" b="1" dirty="0" err="1" smtClean="0"/>
              <a:t>렌더</a:t>
            </a:r>
            <a:r>
              <a:rPr lang="ko-KR" altLang="en-US" sz="3600" b="1" dirty="0" smtClean="0"/>
              <a:t> 직전에 호출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6863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4355976" y="2420888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9736" y="411713"/>
            <a:ext cx="2041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"render phase".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In </a:t>
            </a:r>
            <a:r>
              <a:rPr lang="en-US" altLang="ko-KR" sz="1400" b="1" dirty="0">
                <a:solidFill>
                  <a:srgbClr val="FF0000"/>
                </a:solidFill>
              </a:rPr>
              <a:t>the render phase,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react </a:t>
            </a:r>
            <a:r>
              <a:rPr lang="en-US" altLang="ko-KR" sz="1400" b="1" dirty="0">
                <a:solidFill>
                  <a:srgbClr val="FF0000"/>
                </a:solidFill>
              </a:rPr>
              <a:t>is creating the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Virtual </a:t>
            </a:r>
            <a:r>
              <a:rPr lang="en-US" altLang="ko-KR" sz="1400" b="1" dirty="0">
                <a:solidFill>
                  <a:srgbClr val="FF0000"/>
                </a:solidFill>
              </a:rPr>
              <a:t>DOM.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504" y="1556792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4283968" y="2417862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148064" y="836712"/>
            <a:ext cx="6480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200522" y="6237312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shouldComponentUpdate</a:t>
            </a:r>
            <a:r>
              <a:rPr lang="en-US" altLang="ko-KR" b="1" dirty="0">
                <a:solidFill>
                  <a:srgbClr val="FF0000"/>
                </a:solidFill>
              </a:rPr>
              <a:t>() </a:t>
            </a:r>
            <a:r>
              <a:rPr lang="ko-KR" altLang="en-US" b="1" dirty="0">
                <a:solidFill>
                  <a:srgbClr val="FF0000"/>
                </a:solidFill>
              </a:rPr>
              <a:t>가 </a:t>
            </a:r>
            <a:r>
              <a:rPr lang="en-US" altLang="ko-KR" b="1" dirty="0">
                <a:solidFill>
                  <a:srgbClr val="FF0000"/>
                </a:solidFill>
              </a:rPr>
              <a:t>false</a:t>
            </a:r>
            <a:r>
              <a:rPr lang="ko-KR" altLang="en-US" b="1" dirty="0">
                <a:solidFill>
                  <a:srgbClr val="FF0000"/>
                </a:solidFill>
              </a:rPr>
              <a:t>를 반환하면 </a:t>
            </a:r>
            <a:r>
              <a:rPr lang="en-US" altLang="ko-KR" b="1" dirty="0">
                <a:solidFill>
                  <a:srgbClr val="FF0000"/>
                </a:solidFill>
              </a:rPr>
              <a:t>render() </a:t>
            </a:r>
            <a:r>
              <a:rPr lang="ko-KR" altLang="en-US" b="1" dirty="0">
                <a:solidFill>
                  <a:srgbClr val="FF0000"/>
                </a:solidFill>
              </a:rPr>
              <a:t>는 호출되지 않습니다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08534" y="5197316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props </a:t>
            </a:r>
            <a:r>
              <a:rPr lang="ko-KR" altLang="en-US" b="1" dirty="0">
                <a:solidFill>
                  <a:srgbClr val="FF0000"/>
                </a:solidFill>
              </a:rPr>
              <a:t>또는 </a:t>
            </a:r>
            <a:r>
              <a:rPr lang="en-US" altLang="ko-KR" b="1" dirty="0">
                <a:solidFill>
                  <a:srgbClr val="FF0000"/>
                </a:solidFill>
              </a:rPr>
              <a:t>state</a:t>
            </a:r>
            <a:r>
              <a:rPr lang="ko-KR" altLang="en-US" b="1" dirty="0">
                <a:solidFill>
                  <a:srgbClr val="FF0000"/>
                </a:solidFill>
              </a:rPr>
              <a:t>가 새로운 값으로 갱신되어서 </a:t>
            </a:r>
            <a:r>
              <a:rPr lang="ko-KR" altLang="en-US" b="1" dirty="0" err="1">
                <a:solidFill>
                  <a:srgbClr val="FF0000"/>
                </a:solidFill>
              </a:rPr>
              <a:t>렌더링이</a:t>
            </a:r>
            <a:r>
              <a:rPr lang="ko-KR" altLang="en-US" b="1" dirty="0">
                <a:solidFill>
                  <a:srgbClr val="FF0000"/>
                </a:solidFill>
              </a:rPr>
              <a:t> 발생하기 직전에 호출</a:t>
            </a:r>
          </a:p>
        </p:txBody>
      </p:sp>
    </p:spTree>
    <p:extLst>
      <p:ext uri="{BB962C8B-B14F-4D97-AF65-F5344CB8AC3E}">
        <p14:creationId xmlns:p14="http://schemas.microsoft.com/office/powerpoint/2010/main" val="238239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4355976" y="2420888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9736" y="411713"/>
            <a:ext cx="2041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"render phase".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In </a:t>
            </a:r>
            <a:r>
              <a:rPr lang="en-US" altLang="ko-KR" sz="1400" b="1" dirty="0">
                <a:solidFill>
                  <a:srgbClr val="FF0000"/>
                </a:solidFill>
              </a:rPr>
              <a:t>the render phase,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react </a:t>
            </a:r>
            <a:r>
              <a:rPr lang="en-US" altLang="ko-KR" sz="1400" b="1" dirty="0">
                <a:solidFill>
                  <a:srgbClr val="FF0000"/>
                </a:solidFill>
              </a:rPr>
              <a:t>is creating the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Virtual </a:t>
            </a:r>
            <a:r>
              <a:rPr lang="en-US" altLang="ko-KR" sz="1400" b="1" dirty="0">
                <a:solidFill>
                  <a:srgbClr val="FF0000"/>
                </a:solidFill>
              </a:rPr>
              <a:t>DOM.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504" y="1556792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4283968" y="2417862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148064" y="836712"/>
            <a:ext cx="6480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249289" y="5229200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shouldComponentUpdate</a:t>
            </a:r>
            <a:r>
              <a:rPr lang="en-US" altLang="ko-KR" b="1" dirty="0">
                <a:solidFill>
                  <a:srgbClr val="FF0000"/>
                </a:solidFill>
              </a:rPr>
              <a:t>() </a:t>
            </a:r>
            <a:r>
              <a:rPr lang="ko-KR" altLang="en-US" b="1" dirty="0">
                <a:solidFill>
                  <a:srgbClr val="FF0000"/>
                </a:solidFill>
              </a:rPr>
              <a:t>가 </a:t>
            </a:r>
            <a:r>
              <a:rPr lang="en-US" altLang="ko-KR" b="1" dirty="0">
                <a:solidFill>
                  <a:srgbClr val="FF0000"/>
                </a:solidFill>
              </a:rPr>
              <a:t>false</a:t>
            </a:r>
            <a:r>
              <a:rPr lang="ko-KR" altLang="en-US" b="1" dirty="0">
                <a:solidFill>
                  <a:srgbClr val="FF0000"/>
                </a:solidFill>
              </a:rPr>
              <a:t>를 반환하면 </a:t>
            </a:r>
            <a:r>
              <a:rPr lang="en-US" altLang="ko-KR" b="1" dirty="0">
                <a:solidFill>
                  <a:srgbClr val="FF0000"/>
                </a:solidFill>
              </a:rPr>
              <a:t>render() </a:t>
            </a:r>
            <a:r>
              <a:rPr lang="ko-KR" altLang="en-US" b="1" dirty="0">
                <a:solidFill>
                  <a:srgbClr val="FF0000"/>
                </a:solidFill>
              </a:rPr>
              <a:t>는 호출되지 않습니다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0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4464496"/>
          </a:xfrm>
        </p:spPr>
        <p:txBody>
          <a:bodyPr>
            <a:normAutofit fontScale="90000"/>
          </a:bodyPr>
          <a:lstStyle/>
          <a:p>
            <a:r>
              <a:rPr lang="en-US" altLang="ko-KR" b="1" dirty="0" err="1" smtClean="0"/>
              <a:t>shouldComponentUpdate</a:t>
            </a:r>
            <a:r>
              <a:rPr lang="ko-KR" altLang="en-US" b="1" dirty="0" smtClean="0"/>
              <a:t>의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주목적은</a:t>
            </a:r>
            <a:r>
              <a:rPr lang="en-US" altLang="ko-KR" b="1" dirty="0"/>
              <a:t> </a:t>
            </a:r>
            <a:r>
              <a:rPr lang="ko-KR" altLang="en-US" b="1" dirty="0" smtClean="0"/>
              <a:t>불필요한 </a:t>
            </a:r>
            <a:r>
              <a:rPr lang="ko-KR" altLang="en-US" b="1" dirty="0" err="1" smtClean="0"/>
              <a:t>렌더링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(</a:t>
            </a:r>
            <a:r>
              <a:rPr lang="ko-KR" altLang="en-US" b="1" dirty="0" err="1" smtClean="0"/>
              <a:t>가상돔의</a:t>
            </a:r>
            <a:r>
              <a:rPr lang="ko-KR" altLang="en-US" b="1" dirty="0" smtClean="0"/>
              <a:t> 변경</a:t>
            </a:r>
            <a:r>
              <a:rPr lang="en-US" altLang="ko-KR" b="1" dirty="0" smtClean="0"/>
              <a:t>)</a:t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을 방지하여 속도의 향상 도모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2431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8064" cy="614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25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254448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09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1125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979712" y="378904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가 변화되면 호출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09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1125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979712" y="378904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기본 동작은 매 </a:t>
            </a:r>
            <a:r>
              <a:rPr lang="en-US" altLang="ko-KR" b="1" dirty="0">
                <a:solidFill>
                  <a:srgbClr val="FF0000"/>
                </a:solidFill>
              </a:rPr>
              <a:t>state </a:t>
            </a:r>
            <a:r>
              <a:rPr lang="ko-KR" altLang="en-US" b="1" dirty="0">
                <a:solidFill>
                  <a:srgbClr val="FF0000"/>
                </a:solidFill>
              </a:rPr>
              <a:t>변화마다 다시 </a:t>
            </a:r>
            <a:r>
              <a:rPr lang="ko-KR" altLang="en-US" b="1" dirty="0" err="1">
                <a:solidFill>
                  <a:srgbClr val="FF0000"/>
                </a:solidFill>
              </a:rPr>
              <a:t>렌더링을</a:t>
            </a:r>
            <a:r>
              <a:rPr lang="ko-KR" altLang="en-US" b="1" dirty="0">
                <a:solidFill>
                  <a:srgbClr val="FF0000"/>
                </a:solidFill>
              </a:rPr>
              <a:t> 수행하는 것</a:t>
            </a:r>
          </a:p>
        </p:txBody>
      </p:sp>
    </p:spTree>
    <p:extLst>
      <p:ext uri="{BB962C8B-B14F-4D97-AF65-F5344CB8AC3E}">
        <p14:creationId xmlns:p14="http://schemas.microsoft.com/office/powerpoint/2010/main" val="144234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1125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51720" y="3789040"/>
            <a:ext cx="4131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render</a:t>
            </a:r>
            <a:r>
              <a:rPr lang="ko-KR" altLang="en-US" b="1" dirty="0">
                <a:solidFill>
                  <a:srgbClr val="FF0000"/>
                </a:solidFill>
              </a:rPr>
              <a:t>를 원하지 않는 </a:t>
            </a:r>
            <a:r>
              <a:rPr lang="ko-KR" altLang="en-US" b="1" dirty="0" smtClean="0">
                <a:solidFill>
                  <a:srgbClr val="FF0000"/>
                </a:solidFill>
              </a:rPr>
              <a:t>경우 </a:t>
            </a:r>
            <a:r>
              <a:rPr lang="en-US" altLang="ko-KR" b="1" dirty="0" smtClean="0">
                <a:solidFill>
                  <a:srgbClr val="FF0000"/>
                </a:solidFill>
              </a:rPr>
              <a:t>false </a:t>
            </a:r>
            <a:r>
              <a:rPr lang="ko-KR" altLang="en-US" b="1" dirty="0" smtClean="0">
                <a:solidFill>
                  <a:srgbClr val="FF0000"/>
                </a:solidFill>
              </a:rPr>
              <a:t>반환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66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1125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51720" y="3789040"/>
            <a:ext cx="5261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다음 변경된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smtClean="0">
                <a:solidFill>
                  <a:srgbClr val="FF0000"/>
                </a:solidFill>
              </a:rPr>
              <a:t>10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일때는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b="1" dirty="0" smtClean="0">
                <a:solidFill>
                  <a:srgbClr val="FF0000"/>
                </a:solidFill>
              </a:rPr>
              <a:t> 하지 않음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45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1125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51720" y="3789040"/>
            <a:ext cx="455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다음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smtClean="0">
                <a:solidFill>
                  <a:srgbClr val="FF0000"/>
                </a:solidFill>
              </a:rPr>
              <a:t>10</a:t>
            </a:r>
            <a:r>
              <a:rPr lang="ko-KR" altLang="en-US" b="1" dirty="0" smtClean="0">
                <a:solidFill>
                  <a:srgbClr val="FF0000"/>
                </a:solidFill>
              </a:rPr>
              <a:t>이면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b="1" dirty="0" smtClean="0">
                <a:solidFill>
                  <a:srgbClr val="FF0000"/>
                </a:solidFill>
              </a:rPr>
              <a:t> 하지 않는다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437" y="4869160"/>
            <a:ext cx="44767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4326766" y="4869160"/>
            <a:ext cx="4513421" cy="15621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7698" y="4161274"/>
            <a:ext cx="4628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MyComponent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 넘겨받은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props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 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10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이면 화면 갱신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렌더링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하지 않겠다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44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shouldComponentUpdate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shouldComponentUpdate</a:t>
            </a:r>
            <a:r>
              <a:rPr lang="ko-KR" altLang="en-US" b="1" dirty="0" smtClean="0">
                <a:solidFill>
                  <a:srgbClr val="FF0000"/>
                </a:solidFill>
              </a:rPr>
              <a:t>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특정값이</a:t>
            </a:r>
            <a:r>
              <a:rPr lang="ko-KR" altLang="en-US" b="1" dirty="0" smtClean="0">
                <a:solidFill>
                  <a:srgbClr val="FF0000"/>
                </a:solidFill>
              </a:rPr>
              <a:t> 되면 굳이 화면 갱신을 하지 않겠다는 이유는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b="1" dirty="0" smtClean="0">
                <a:solidFill>
                  <a:srgbClr val="FF0000"/>
                </a:solidFill>
              </a:rPr>
              <a:t> 횟수를 줄여서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속도 향상을 위한 것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3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43"/>
            <a:ext cx="6660232" cy="314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9512" y="3317483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바뀐 값이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10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일때는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되지 않습니다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092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76056" cy="638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69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15744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154</Words>
  <Application>Microsoft Office PowerPoint</Application>
  <PresentationFormat>화면 슬라이드 쇼(4:3)</PresentationFormat>
  <Paragraphs>28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리액트 예제24</vt:lpstr>
      <vt:lpstr>shouldComponentUpdate</vt:lpstr>
      <vt:lpstr>shouldComponentUpdate -updating 과정에서 렌더 직전에 호출</vt:lpstr>
      <vt:lpstr>PowerPoint 프레젠테이션</vt:lpstr>
      <vt:lpstr>PowerPoint 프레젠테이션</vt:lpstr>
      <vt:lpstr>shouldComponentUpdate의  주목적은 불필요한 렌더링  (가상돔의 변경)  을 방지하여 속도의 향상 도모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shouldComponentUpdate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30</cp:revision>
  <dcterms:created xsi:type="dcterms:W3CDTF">2006-10-05T04:04:58Z</dcterms:created>
  <dcterms:modified xsi:type="dcterms:W3CDTF">2021-02-09T16:33:06Z</dcterms:modified>
</cp:coreProperties>
</file>