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0" r:id="rId4"/>
    <p:sldId id="271" r:id="rId5"/>
    <p:sldId id="272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21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0112" cy="620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72"/>
            <a:ext cx="7740352" cy="4842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77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50"/>
            <a:ext cx="5364088" cy="6850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64088" y="5157192"/>
            <a:ext cx="3779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클릭하면 함수 호출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39952" y="4633972"/>
            <a:ext cx="3779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현재의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상태값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출력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77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4" y="0"/>
            <a:ext cx="7293790" cy="592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31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</Words>
  <Application>Microsoft Office PowerPoint</Application>
  <PresentationFormat>화면 슬라이드 쇼(4:3)</PresentationFormat>
  <Paragraphs>4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예제21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23</cp:revision>
  <dcterms:created xsi:type="dcterms:W3CDTF">2006-10-05T04:04:58Z</dcterms:created>
  <dcterms:modified xsi:type="dcterms:W3CDTF">2020-08-13T07:40:42Z</dcterms:modified>
</cp:coreProperties>
</file>