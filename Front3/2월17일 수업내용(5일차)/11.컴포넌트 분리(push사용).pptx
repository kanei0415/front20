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71" r:id="rId6"/>
    <p:sldId id="272" r:id="rId7"/>
    <p:sldId id="278" r:id="rId8"/>
    <p:sldId id="282" r:id="rId9"/>
    <p:sldId id="279" r:id="rId10"/>
    <p:sldId id="267" r:id="rId11"/>
    <p:sldId id="273" r:id="rId12"/>
    <p:sldId id="280" r:id="rId13"/>
    <p:sldId id="281" r:id="rId14"/>
    <p:sldId id="283" r:id="rId15"/>
    <p:sldId id="274" r:id="rId16"/>
    <p:sldId id="275" r:id="rId17"/>
    <p:sldId id="276" r:id="rId18"/>
    <p:sldId id="277" r:id="rId19"/>
    <p:sldId id="268" r:id="rId20"/>
    <p:sldId id="25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F30B62D-177E-4A07-AB40-6CF5FF8A4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08356" cy="64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5A38531-29E3-4DAE-9E68-12A799C69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72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0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7EBC10A-3BF9-449D-B040-26D3FDB0A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4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7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A752127B-50CF-44E2-A0EE-5EB0A59AE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93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0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B936DD3-4C14-463C-82E2-6A376FE0E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7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0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B936DD3-4C14-463C-82E2-6A376FE0E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7595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878666" y="2585155"/>
            <a:ext cx="497840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98807" y="2656936"/>
            <a:ext cx="5909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리스트에 원소 삽입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586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B936DD3-4C14-463C-82E2-6A376FE0E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7595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878666" y="2585155"/>
            <a:ext cx="497840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98807" y="2656936"/>
            <a:ext cx="5909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&lt;li&gt;&lt;a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href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=“/content/1”&gt;HTML&lt;/a&gt;&lt;/li&gt;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98807" y="3083345"/>
            <a:ext cx="5909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&lt;li&gt;&lt;a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href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=“/content/2”&gt;CSS&lt;/a&gt;&lt;/li&gt;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8806" y="3591106"/>
            <a:ext cx="661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&lt;li&gt;&lt;a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href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=“/content/3”&gt;JavaScript&lt;/a&gt;&lt;/li&gt;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19287" y="2585155"/>
            <a:ext cx="1299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mtClean="0">
                <a:solidFill>
                  <a:srgbClr val="0070C0"/>
                </a:solidFill>
              </a:rPr>
              <a:t>0</a:t>
            </a:r>
            <a:r>
              <a:rPr lang="ko-KR" altLang="en-US" sz="2000" b="1" dirty="0" smtClean="0">
                <a:solidFill>
                  <a:srgbClr val="0070C0"/>
                </a:solidFill>
              </a:rPr>
              <a:t>번째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19287" y="3057046"/>
            <a:ext cx="1299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0070C0"/>
                </a:solidFill>
              </a:rPr>
              <a:t>1</a:t>
            </a:r>
            <a:r>
              <a:rPr lang="ko-KR" altLang="en-US" sz="2000" b="1" dirty="0" smtClean="0">
                <a:solidFill>
                  <a:srgbClr val="0070C0"/>
                </a:solidFill>
              </a:rPr>
              <a:t>번째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65721" y="3582277"/>
            <a:ext cx="1299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0070C0"/>
                </a:solidFill>
              </a:rPr>
              <a:t>2</a:t>
            </a:r>
            <a:r>
              <a:rPr lang="ko-KR" altLang="en-US" sz="2000" b="1" dirty="0" smtClean="0">
                <a:solidFill>
                  <a:srgbClr val="0070C0"/>
                </a:solidFill>
              </a:rPr>
              <a:t>번째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0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B936DD3-4C14-463C-82E2-6A376FE0E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7595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878666" y="2585155"/>
            <a:ext cx="497840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98806" y="2656936"/>
            <a:ext cx="47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링크가 있는 리스트를 배열에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push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74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77288BE-2188-4559-A76E-3D58011FC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86907" cy="68580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786332" y="2674189"/>
            <a:ext cx="4477110" cy="914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978676" y="3686666"/>
            <a:ext cx="47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JSON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타입 배열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51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0A39191-F64E-4573-B0C4-72E03C8D9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14016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988127" y="3292521"/>
            <a:ext cx="259316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81291" y="2892411"/>
            <a:ext cx="47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JSON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타입 배열을 넘겨줌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872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0A39191-F64E-4573-B0C4-72E03C8D9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14016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988127" y="3292521"/>
            <a:ext cx="259316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781" y="1017378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>
            <a:off x="4804913" y="2217528"/>
            <a:ext cx="1759789" cy="80171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8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0A39191-F64E-4573-B0C4-72E03C8D9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24988" cy="6133381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712082" y="2921586"/>
            <a:ext cx="227398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900" y="0"/>
            <a:ext cx="4509100" cy="349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화살표 연결선 7"/>
          <p:cNvCxnSpPr/>
          <p:nvPr/>
        </p:nvCxnSpPr>
        <p:spPr>
          <a:xfrm flipV="1">
            <a:off x="3849075" y="1380226"/>
            <a:ext cx="5096517" cy="134572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8316376" y="1279692"/>
            <a:ext cx="126757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78" y="3711151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36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422292" cy="574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597" y="5148983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99504" y="3112536"/>
            <a:ext cx="705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&lt;li&gt;</a:t>
            </a:r>
            <a:r>
              <a:rPr lang="en-US" altLang="ko-KR" b="1" dirty="0" smtClean="0">
                <a:solidFill>
                  <a:srgbClr val="00B050"/>
                </a:solidFill>
              </a:rPr>
              <a:t>&lt;a </a:t>
            </a:r>
            <a:r>
              <a:rPr lang="en-US" altLang="ko-KR" b="1" dirty="0" err="1" smtClean="0">
                <a:solidFill>
                  <a:srgbClr val="00B050"/>
                </a:solidFill>
              </a:rPr>
              <a:t>href</a:t>
            </a:r>
            <a:r>
              <a:rPr lang="en-US" altLang="ko-KR" b="1" dirty="0" smtClean="0">
                <a:solidFill>
                  <a:srgbClr val="00B050"/>
                </a:solidFill>
              </a:rPr>
              <a:t>={“/content/”+data[0].id}&gt;</a:t>
            </a:r>
            <a:r>
              <a:rPr lang="en-US" altLang="ko-KR" b="1" dirty="0" smtClean="0">
                <a:solidFill>
                  <a:srgbClr val="0070C0"/>
                </a:solidFill>
              </a:rPr>
              <a:t>{data[0].title}</a:t>
            </a:r>
            <a:r>
              <a:rPr lang="en-US" altLang="ko-KR" b="1" dirty="0" smtClean="0">
                <a:solidFill>
                  <a:srgbClr val="00B050"/>
                </a:solidFill>
              </a:rPr>
              <a:t>&lt;/a&gt;</a:t>
            </a:r>
            <a:r>
              <a:rPr lang="en-US" altLang="ko-KR" b="1" dirty="0" smtClean="0">
                <a:solidFill>
                  <a:srgbClr val="FF0000"/>
                </a:solidFill>
              </a:rPr>
              <a:t>&lt;/li&gt;;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564DA6C-75CA-4EBC-B60B-920D63036840}"/>
              </a:ext>
            </a:extLst>
          </p:cNvPr>
          <p:cNvCxnSpPr>
            <a:cxnSpLocks/>
          </p:cNvCxnSpPr>
          <p:nvPr/>
        </p:nvCxnSpPr>
        <p:spPr>
          <a:xfrm>
            <a:off x="2139630" y="2973859"/>
            <a:ext cx="521675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9505" y="3635639"/>
            <a:ext cx="705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&lt;li&gt;</a:t>
            </a:r>
            <a:r>
              <a:rPr lang="en-US" altLang="ko-KR" b="1" dirty="0" smtClean="0">
                <a:solidFill>
                  <a:srgbClr val="00B050"/>
                </a:solidFill>
              </a:rPr>
              <a:t>&lt;a </a:t>
            </a:r>
            <a:r>
              <a:rPr lang="en-US" altLang="ko-KR" b="1" dirty="0" err="1" smtClean="0">
                <a:solidFill>
                  <a:srgbClr val="00B050"/>
                </a:solidFill>
              </a:rPr>
              <a:t>href</a:t>
            </a:r>
            <a:r>
              <a:rPr lang="en-US" altLang="ko-KR" b="1" dirty="0" smtClean="0">
                <a:solidFill>
                  <a:srgbClr val="00B050"/>
                </a:solidFill>
              </a:rPr>
              <a:t>={“/content/”+data[1].id}&gt;</a:t>
            </a:r>
            <a:r>
              <a:rPr lang="en-US" altLang="ko-KR" b="1" dirty="0" smtClean="0">
                <a:solidFill>
                  <a:srgbClr val="0070C0"/>
                </a:solidFill>
              </a:rPr>
              <a:t>{data[1].title}</a:t>
            </a:r>
            <a:r>
              <a:rPr lang="en-US" altLang="ko-KR" b="1" dirty="0" smtClean="0">
                <a:solidFill>
                  <a:srgbClr val="00B050"/>
                </a:solidFill>
              </a:rPr>
              <a:t>&lt;/a&gt;</a:t>
            </a:r>
            <a:r>
              <a:rPr lang="en-US" altLang="ko-KR" b="1" dirty="0" smtClean="0">
                <a:solidFill>
                  <a:srgbClr val="FF0000"/>
                </a:solidFill>
              </a:rPr>
              <a:t>&lt;/li&gt;;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9504" y="4143648"/>
            <a:ext cx="705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&lt;li&gt;</a:t>
            </a:r>
            <a:r>
              <a:rPr lang="en-US" altLang="ko-KR" b="1" dirty="0" smtClean="0">
                <a:solidFill>
                  <a:srgbClr val="00B050"/>
                </a:solidFill>
              </a:rPr>
              <a:t>&lt;a </a:t>
            </a:r>
            <a:r>
              <a:rPr lang="en-US" altLang="ko-KR" b="1" dirty="0" err="1" smtClean="0">
                <a:solidFill>
                  <a:srgbClr val="00B050"/>
                </a:solidFill>
              </a:rPr>
              <a:t>href</a:t>
            </a:r>
            <a:r>
              <a:rPr lang="en-US" altLang="ko-KR" b="1" dirty="0" smtClean="0">
                <a:solidFill>
                  <a:srgbClr val="00B050"/>
                </a:solidFill>
              </a:rPr>
              <a:t>={“/content/”+data[2].id}&gt;</a:t>
            </a:r>
            <a:r>
              <a:rPr lang="en-US" altLang="ko-KR" b="1" dirty="0" smtClean="0">
                <a:solidFill>
                  <a:srgbClr val="0070C0"/>
                </a:solidFill>
              </a:rPr>
              <a:t>{data[2].title}</a:t>
            </a:r>
            <a:r>
              <a:rPr lang="en-US" altLang="ko-KR" b="1" dirty="0" smtClean="0">
                <a:solidFill>
                  <a:srgbClr val="00B050"/>
                </a:solidFill>
              </a:rPr>
              <a:t>&lt;/a&gt;</a:t>
            </a:r>
            <a:r>
              <a:rPr lang="en-US" altLang="ko-KR" b="1" dirty="0" smtClean="0">
                <a:solidFill>
                  <a:srgbClr val="FF0000"/>
                </a:solidFill>
              </a:rPr>
              <a:t>&lt;/li&gt;;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99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543D12F-8BC2-452C-BD6E-486782303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2609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68081" y="1880559"/>
            <a:ext cx="47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링크가 있는 리스</a:t>
            </a:r>
            <a:r>
              <a:rPr lang="ko-KR" altLang="en-US" sz="2000" b="1" dirty="0">
                <a:solidFill>
                  <a:srgbClr val="FF0000"/>
                </a:solidFill>
              </a:rPr>
              <a:t>트</a:t>
            </a:r>
          </a:p>
        </p:txBody>
      </p:sp>
    </p:spTree>
    <p:extLst>
      <p:ext uri="{BB962C8B-B14F-4D97-AF65-F5344CB8AC3E}">
        <p14:creationId xmlns:p14="http://schemas.microsoft.com/office/powerpoint/2010/main" val="672094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214B1293-5CFC-44E6-88EA-299A7E147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1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8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11F5D28-25DE-4C7C-B0EF-CF4D8D71E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72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18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53C3075B-093E-438D-8339-993495E7A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2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247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129</Words>
  <Application>Microsoft Office PowerPoint</Application>
  <PresentationFormat>사용자 지정</PresentationFormat>
  <Paragraphs>16</Paragraphs>
  <Slides>20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15</cp:revision>
  <dcterms:created xsi:type="dcterms:W3CDTF">2020-07-14T07:30:35Z</dcterms:created>
  <dcterms:modified xsi:type="dcterms:W3CDTF">2020-08-14T07:52:37Z</dcterms:modified>
</cp:coreProperties>
</file>