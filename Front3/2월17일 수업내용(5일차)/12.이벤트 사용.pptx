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9" r:id="rId4"/>
    <p:sldId id="270" r:id="rId5"/>
    <p:sldId id="271" r:id="rId6"/>
    <p:sldId id="272" r:id="rId7"/>
    <p:sldId id="267" r:id="rId8"/>
    <p:sldId id="268" r:id="rId9"/>
    <p:sldId id="276" r:id="rId10"/>
    <p:sldId id="273" r:id="rId11"/>
    <p:sldId id="274" r:id="rId12"/>
    <p:sldId id="275" r:id="rId13"/>
    <p:sldId id="25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C3A75208-80DF-4B87-BB28-9A9CCC22C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314286" cy="6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68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A994207E-3735-4C28-8C8E-DB00CF51E0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52381" cy="56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546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8D3D0FDF-F638-4B8E-A5C9-8241D5D10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6363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150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1D53B374-056F-426E-8A9C-DD2254B8C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6363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9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4A596EE0-771C-4C15-836D-83A208530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0716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0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DDEE1C89-69C5-4214-85A9-9DA64F58C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57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511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26D6BEF5-5CCE-4A6F-A12D-297604CCF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443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247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26D6BEF5-5CCE-4A6F-A12D-297604CCF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44348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0D87605F-9D1F-431D-BAD0-68392FACA42C}"/>
              </a:ext>
            </a:extLst>
          </p:cNvPr>
          <p:cNvSpPr/>
          <p:nvPr/>
        </p:nvSpPr>
        <p:spPr>
          <a:xfrm>
            <a:off x="2833511" y="2438400"/>
            <a:ext cx="3567289" cy="9906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6469811" y="2702867"/>
            <a:ext cx="503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현재 링크를 클릭하면</a:t>
            </a:r>
            <a:r>
              <a:rPr lang="en-US" altLang="ko-KR" sz="2400" b="1" dirty="0">
                <a:solidFill>
                  <a:srgbClr val="FF0000"/>
                </a:solidFill>
              </a:rPr>
              <a:t>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alert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호출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587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6580723E-5B95-4132-8B76-117CE92C3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52178" cy="608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738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B412FF4A-DD9E-47DF-8F04-38660ECA2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38095" cy="6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02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899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</Words>
  <Application>Microsoft Office PowerPoint</Application>
  <PresentationFormat>사용자 지정</PresentationFormat>
  <Paragraphs>3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jj</cp:lastModifiedBy>
  <cp:revision>10</cp:revision>
  <dcterms:created xsi:type="dcterms:W3CDTF">2020-07-14T07:30:35Z</dcterms:created>
  <dcterms:modified xsi:type="dcterms:W3CDTF">2020-07-30T12:42:27Z</dcterms:modified>
</cp:coreProperties>
</file>