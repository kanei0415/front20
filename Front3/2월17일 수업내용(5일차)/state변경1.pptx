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5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54" y="-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14)\참고자료 - 생활코딩\예제13 - 이벤트에서 state 변경하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96649" cy="632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4)\참고자료 - 생활코딩\예제13 - 이벤트에서 state 변경하기\1.안되는 코드 (바인딩이 제대로 안됨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4629" cy="635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4)\참고자료 - 생활코딩\예제13 - 이벤트에서 state 변경하기\1.안되는 코드 (바인딩이 제대로 안됨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18400" cy="655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14)\참고자료 - 생활코딩\예제13 - 이벤트에서 state 변경하기\1.안되는 코드 (바인딩이 제대로 안됨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7707086" cy="667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14)\참고자료 - 생활코딩\예제13 - 이벤트에서 state 변경하기\1.안되는 코드 (바인딩이 제대로 안됨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24800" cy="659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14)\참고자료 - 생활코딩\예제13 - 이벤트에서 state 변경하기\1.안되는 코드 (바인딩이 제대로 안됨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97736" cy="668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14)\참고자료 - 생활코딩\예제13 - 이벤트에서 state 변경하기\1.안되는 코드 (바인딩이 제대로 안됨)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8563429" cy="669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267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esktop\리액트 (20.08.14)\참고자료 - 생활코딩\예제13 - 이벤트에서 state 변경하기\1.안되는 코드 (바인딩이 제대로 안됨)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86057" cy="670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324101" y="4287157"/>
            <a:ext cx="3409950" cy="209459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819775" y="6012418"/>
            <a:ext cx="531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this</a:t>
            </a:r>
            <a:r>
              <a:rPr lang="ko-KR" altLang="en-US" b="1" dirty="0" smtClean="0">
                <a:solidFill>
                  <a:srgbClr val="FF0000"/>
                </a:solidFill>
              </a:rPr>
              <a:t>가 </a:t>
            </a:r>
            <a:r>
              <a:rPr lang="en-US" altLang="ko-KR" b="1" dirty="0" smtClean="0">
                <a:solidFill>
                  <a:srgbClr val="FF0000"/>
                </a:solidFill>
              </a:rPr>
              <a:t>window </a:t>
            </a:r>
            <a:r>
              <a:rPr lang="ko-KR" altLang="en-US" b="1" dirty="0" smtClean="0">
                <a:solidFill>
                  <a:srgbClr val="FF0000"/>
                </a:solidFill>
              </a:rPr>
              <a:t>객체면 바인딩이 제대로 안됩니다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6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b\Desktop\리액트 (20.08.14)\참고자료 - 생활코딩\예제13 - 이벤트에서 state 변경하기\1.안되는 코드 (바인딩이 제대로 안됨)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99436" cy="66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267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hb\Desktop\리액트 (20.08.14)\참고자료 - 생활코딩\예제13 - 이벤트에서 state 변경하기\1.안되는 코드 (바인딩이 제대로 안됨)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51975" cy="676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938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hb\Desktop\리액트 (20.08.14)\참고자료 - 생활코딩\예제13 - 이벤트에서 state 변경하기\1.안되는 코드 (바인딩이 제대로 안됨)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0"/>
            <a:ext cx="12268200" cy="573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3425" y="1619250"/>
            <a:ext cx="299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setState</a:t>
            </a:r>
            <a:r>
              <a:rPr lang="ko-KR" altLang="en-US" b="1" dirty="0" smtClean="0">
                <a:solidFill>
                  <a:srgbClr val="FF0000"/>
                </a:solidFill>
              </a:rPr>
              <a:t>를 찾지 못함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938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</Words>
  <Application>Microsoft Office PowerPoint</Application>
  <PresentationFormat>사용자 지정</PresentationFormat>
  <Paragraphs>4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Windows 사용자</cp:lastModifiedBy>
  <cp:revision>17</cp:revision>
  <dcterms:created xsi:type="dcterms:W3CDTF">2020-07-14T07:30:35Z</dcterms:created>
  <dcterms:modified xsi:type="dcterms:W3CDTF">2020-08-18T07:45:05Z</dcterms:modified>
</cp:coreProperties>
</file>