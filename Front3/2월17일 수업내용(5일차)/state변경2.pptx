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5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2274" y="-10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14)\참고자료 - 생활코딩\예제13 - 이벤트에서 state 변경하기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96649" cy="632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89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4)\참고자료 - 생활코딩\예제13 - 이벤트에서 state 변경하기\2.되는 코드 (바인딩제대로 함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20249" cy="624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14)\참고자료 - 생활코딩\예제13 - 이벤트에서 state 변경하기\2.되는 코드 (바인딩제대로 함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37714" cy="683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14)\참고자료 - 생활코딩\예제13 - 이벤트에서 state 변경하기\2.되는 코드 (바인딩제대로 함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7445829" cy="645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14)\참고자료 - 생활코딩\예제13 - 이벤트에서 state 변경하기\2.되는 코드 (바인딩제대로 함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11886" cy="666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14)\참고자료 - 생활코딩\예제13 - 이벤트에서 state 변경하기\2.되는 코드 (바인딩제대로 함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68707" cy="666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esktop\리액트 (20.08.14)\참고자료 - 생활코딩\예제13 - 이벤트에서 state 변경하기\2.되는 코드 (바인딩제대로 함)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4629" cy="668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1930400" y="2075543"/>
            <a:ext cx="438331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1640114" y="2496457"/>
            <a:ext cx="2997200" cy="268514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429829" y="1720725"/>
            <a:ext cx="476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생성자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내부에서 바인딩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580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esktop\리액트 (20.08.14)\참고자료 - 생활코딩\예제13 - 이벤트에서 state 변경하기\2.되는 코드 (바인딩제대로 함)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7910286" cy="669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58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hb\Desktop\리액트 (20.08.14)\참고자료 - 생활코딩\예제13 - 이벤트에서 state 변경하기\2.되는 코드 (바인딩제대로 함)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432800" cy="671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7828" y="3665640"/>
            <a:ext cx="727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클릭하면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changeMode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함수 호출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3512457" y="4572000"/>
            <a:ext cx="252548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580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hb\Desktop\리액트 (20.08.14)\참고자료 - 생활코딩\예제13 - 이벤트에서 state 변경하기\2.되는 코드 (바인딩제대로 함)\9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913256" cy="6763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580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hb\Desktop\리액트 (20.08.14)\참고자료 - 생활코딩\예제13 - 이벤트에서 state 변경하기\2.되는 코드 (바인딩제대로 함)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550400" cy="683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332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hb\Desktop\리액트 (20.08.14)\참고자료 - 생활코딩\예제13 - 이벤트에서 state 변경하기\2.되는 코드 (바인딩제대로 함)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71732" cy="651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332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</Words>
  <Application>Microsoft Office PowerPoint</Application>
  <PresentationFormat>사용자 지정</PresentationFormat>
  <Paragraphs>4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Windows 사용자</cp:lastModifiedBy>
  <cp:revision>17</cp:revision>
  <dcterms:created xsi:type="dcterms:W3CDTF">2020-07-14T07:30:35Z</dcterms:created>
  <dcterms:modified xsi:type="dcterms:W3CDTF">2020-08-18T07:44:54Z</dcterms:modified>
</cp:coreProperties>
</file>