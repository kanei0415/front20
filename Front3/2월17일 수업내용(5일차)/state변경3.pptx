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87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5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2274" y="-10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4)\참고자료 - 생활코딩\예제13 - 이벤트에서 state 변경하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96649" cy="6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4)\참고자료 - 생활코딩\예제13 - 이벤트에서 state 변경하기\3.되는 코드 (애로우 함수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69631" cy="641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OneDrive\바탕 화면\리액트 (20.08.18)\강의자료\강의자료 - 생활코딩\예제13 - 이벤트에서 state 변경하기\3.되는 코드 (애로우 함수)\2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2510971" cy="683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4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OneDrive\바탕 화면\리액트 (20.08.18)\강의자료\강의자료 - 생활코딩\예제13 - 이벤트에서 state 변경하기\3.되는 코드 (애로우 함수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32914" cy="636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OneDrive\바탕 화면\리액트 (20.08.18)\강의자료\강의자료 - 생활코딩\예제13 - 이벤트에서 state 변경하기\3.되는 코드 (애로우 함수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23200" cy="66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OneDrive\바탕 화면\리액트 (20.08.18)\강의자료\강의자료 - 생활코딩\예제13 - 이벤트에서 state 변경하기\3.되는 코드 (애로우 함수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28000" cy="637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4)\참고자료 - 생활코딩\예제13 - 이벤트에서 state 변경하기\3.되는 코드 (애로우 함수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853714" cy="650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4)\참고자료 - 생활코딩\예제13 - 이벤트에서 state 변경하기\3.되는 코드 (애로우 함수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937829" cy="661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84913" y="1698171"/>
            <a:ext cx="5021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함수를 사용하면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바인딩을 </a:t>
            </a:r>
            <a:r>
              <a:rPr lang="ko-KR" altLang="en-US" sz="3200" b="1" dirty="0" err="1" smtClean="0">
                <a:solidFill>
                  <a:srgbClr val="FF0000"/>
                </a:solidFill>
              </a:rPr>
              <a:t>안해도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됩니다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.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59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4)\참고자료 - 생활코딩\예제13 - 이벤트에서 state 변경하기\3.되는 코드 (애로우 함수)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418667" cy="648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597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14)\참고자료 - 생활코딩\예제13 - 이벤트에서 state 변경하기\3.되는 코드 (애로우 함수)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971314" cy="665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597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b\Desktop\리액트 (20.08.14)\참고자료 - 생활코딩\예제13 - 이벤트에서 state 변경하기\3.되는 코드 (애로우 함수)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492343" cy="679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59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hb\Desktop\리액트 (20.08.14)\참고자료 - 생활코딩\예제13 - 이벤트에서 state 변경하기\3.되는 코드 (애로우 함수)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8963" cy="668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18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18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</Words>
  <Application>Microsoft Office PowerPoint</Application>
  <PresentationFormat>사용자 지정</PresentationFormat>
  <Paragraphs>4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17</cp:revision>
  <dcterms:created xsi:type="dcterms:W3CDTF">2020-07-14T07:30:35Z</dcterms:created>
  <dcterms:modified xsi:type="dcterms:W3CDTF">2020-08-18T07:43:19Z</dcterms:modified>
</cp:coreProperties>
</file>