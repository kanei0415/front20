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1" r:id="rId5"/>
    <p:sldId id="262" r:id="rId6"/>
    <p:sldId id="258" r:id="rId7"/>
    <p:sldId id="259" r:id="rId8"/>
    <p:sldId id="264" r:id="rId9"/>
    <p:sldId id="260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맵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렌러딩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79854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5)\참고자료 - 리액트 맵 렌더링\예제1 - 단순 리스트 map 렌더링 (단순 리스트 메뉴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978" y="0"/>
            <a:ext cx="6543194" cy="637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6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15)\참고자료 - 리액트 맵 렌더링\예제1 - 단순 리스트 map 렌더링 (단순 리스트 메뉴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4" y="0"/>
            <a:ext cx="7656579" cy="507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835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15)\참고자료 - 리액트 맵 렌더링\예제1 - 단순 리스트 map 렌더링 (단순 리스트 메뉴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28384" cy="580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176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esktop\리액트 (20.08.15)\참고자료 - 리액트 맵 렌더링\예제1 - 단순 리스트 map 렌더링 (단순 리스트 메뉴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244408" cy="5292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176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esktop\리액트 (20.08.15)\참고자료 - 리액트 맵 렌더링\예제1 - 단순 리스트 map 렌더링 (단순 리스트 메뉴)\4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20472" cy="268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992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esktop\리액트 (20.08.15)\참고자료 - 리액트 맵 렌더링\예제1 - 단순 리스트 map 렌더링 (단순 리스트 메뉴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92480" cy="507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992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hb\Desktop\리액트 (20.08.15)\참고자료 - 리액트 맵 렌더링\예제1 - 단순 리스트 map 렌더링 (단순 리스트 메뉴)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" y="-11562"/>
            <a:ext cx="8312156" cy="5335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392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522711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42253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</Words>
  <Application>Microsoft Office PowerPoint</Application>
  <PresentationFormat>화면 슬라이드 쇼(4:3)</PresentationFormat>
  <Paragraphs>2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리액트 맵 렌러딩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맵 렌러딩</dc:title>
  <dc:creator>Microsoft Corporation</dc:creator>
  <cp:lastModifiedBy>hb</cp:lastModifiedBy>
  <cp:revision>6</cp:revision>
  <dcterms:created xsi:type="dcterms:W3CDTF">2006-10-05T04:04:58Z</dcterms:created>
  <dcterms:modified xsi:type="dcterms:W3CDTF">2020-08-15T12:24:03Z</dcterms:modified>
</cp:coreProperties>
</file>