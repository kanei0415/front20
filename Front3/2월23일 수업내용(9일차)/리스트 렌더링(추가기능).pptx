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4" r:id="rId9"/>
    <p:sldId id="265" r:id="rId10"/>
    <p:sldId id="260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맵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렌러딩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7985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5)\참고자료 - 리액트 맵 렌더링\예제3 - 예제2에 리스트 추가삽입 기능 (4계절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604448" cy="3463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15)\참고자료 - 리액트 맵 렌더링\예제3 - 예제2에 리스트 추가삽입 기능 (4계절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" y="0"/>
            <a:ext cx="8672602" cy="345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99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15)\참고자료 - 리액트 맵 렌더링\예제3 - 예제2에 리스트 추가삽입 기능 (4계절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" y="0"/>
            <a:ext cx="5562600" cy="659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85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esktop\리액트 (20.08.15)\참고자료 - 리액트 맵 렌더링\예제3 - 예제2에 리스트 추가삽입 기능 (4계절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85"/>
            <a:ext cx="8532440" cy="4372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85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esktop\리액트 (20.08.15)\참고자료 - 리액트 맵 렌더링\예제3 - 예제2에 리스트 추가삽입 기능 (4계절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17" y="607"/>
            <a:ext cx="8349884" cy="610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85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esktop\리액트 (20.08.15)\참고자료 - 리액트 맵 렌더링\예제3 - 예제2에 리스트 추가삽입 기능 (4계절)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68344" cy="573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992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hb\Desktop\리액트 (20.08.15)\참고자료 - 리액트 맵 렌더링\예제3 - 예제2에 리스트 추가삽입 기능 (4계절)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10"/>
            <a:ext cx="6876256" cy="5266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882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hb\Desktop\리액트 (20.08.15)\참고자료 - 리액트 맵 렌더링\예제3 - 예제2에 리스트 추가삽입 기능 (4계절)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44208" cy="528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882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52271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225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화면 슬라이드 쇼(4:3)</PresentationFormat>
  <Paragraphs>2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리액트 맵 렌러딩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맵 렌러딩</dc:title>
  <dc:creator>Microsoft Corporation</dc:creator>
  <cp:lastModifiedBy>hb</cp:lastModifiedBy>
  <cp:revision>5</cp:revision>
  <dcterms:created xsi:type="dcterms:W3CDTF">2006-10-05T04:04:58Z</dcterms:created>
  <dcterms:modified xsi:type="dcterms:W3CDTF">2020-08-15T12:26:21Z</dcterms:modified>
</cp:coreProperties>
</file>