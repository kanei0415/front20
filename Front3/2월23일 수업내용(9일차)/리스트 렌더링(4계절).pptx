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-23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/>
              <a:t>리액트</a:t>
            </a:r>
            <a:r>
              <a:rPr lang="ko-KR" altLang="en-US" b="1" dirty="0" smtClean="0"/>
              <a:t> </a:t>
            </a:r>
            <a:r>
              <a:rPr lang="ko-KR" altLang="en-US" b="1" dirty="0" err="1" smtClean="0"/>
              <a:t>맵</a:t>
            </a:r>
            <a:r>
              <a:rPr lang="ko-KR" altLang="en-US" b="1" dirty="0" smtClean="0"/>
              <a:t> </a:t>
            </a:r>
            <a:r>
              <a:rPr lang="ko-KR" altLang="en-US" b="1" dirty="0" err="1" smtClean="0"/>
              <a:t>렌러딩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179854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b\Desktop\리액트 (20.08.15)\참고자료 - 리액트 맵 렌더링\예제2 - 리스트 map 렌더링 + state (4계절)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718" y="-1"/>
            <a:ext cx="6178894" cy="6629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361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b\Desktop\리액트 (20.08.15)\참고자료 - 리액트 맵 렌더링\예제2 - 리스트 map 렌더링 + state (4계절)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85"/>
            <a:ext cx="7308304" cy="4567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2992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2992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522711"/>
          </a:xfrm>
        </p:spPr>
        <p:txBody>
          <a:bodyPr>
            <a:normAutofit/>
          </a:bodyPr>
          <a:lstStyle/>
          <a:p>
            <a:r>
              <a:rPr lang="ko-KR" altLang="en-US" sz="8800" b="1" dirty="0" smtClean="0"/>
              <a:t>끝</a:t>
            </a:r>
            <a:endParaRPr lang="ko-KR" altLang="en-US" sz="8800" b="1" dirty="0"/>
          </a:p>
        </p:txBody>
      </p:sp>
    </p:spTree>
    <p:extLst>
      <p:ext uri="{BB962C8B-B14F-4D97-AF65-F5344CB8AC3E}">
        <p14:creationId xmlns:p14="http://schemas.microsoft.com/office/powerpoint/2010/main" val="42253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</Words>
  <Application>Microsoft Office PowerPoint</Application>
  <PresentationFormat>화면 슬라이드 쇼(4:3)</PresentationFormat>
  <Paragraphs>2</Paragraphs>
  <Slides>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Office 테마</vt:lpstr>
      <vt:lpstr>리액트 맵 렌러딩</vt:lpstr>
      <vt:lpstr>PowerPoint 프레젠테이션</vt:lpstr>
      <vt:lpstr>PowerPoint 프레젠테이션</vt:lpstr>
      <vt:lpstr>PowerPoint 프레젠테이션</vt:lpstr>
      <vt:lpstr>끝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맵 렌러딩</dc:title>
  <dc:creator>Microsoft Corporation</dc:creator>
  <cp:lastModifiedBy>hb</cp:lastModifiedBy>
  <cp:revision>5</cp:revision>
  <dcterms:created xsi:type="dcterms:W3CDTF">2006-10-05T04:04:58Z</dcterms:created>
  <dcterms:modified xsi:type="dcterms:W3CDTF">2020-08-15T12:25:07Z</dcterms:modified>
</cp:coreProperties>
</file>