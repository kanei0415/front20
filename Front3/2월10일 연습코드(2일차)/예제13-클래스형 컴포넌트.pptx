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68" r:id="rId5"/>
    <p:sldId id="269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13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컴포넌트란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기능을 </a:t>
            </a:r>
            <a:r>
              <a:rPr lang="ko-KR" altLang="en-US" b="1" dirty="0" err="1"/>
              <a:t>단위별로</a:t>
            </a:r>
            <a:r>
              <a:rPr lang="ko-KR" altLang="en-US" b="1" dirty="0"/>
              <a:t> 캡슐화하는 </a:t>
            </a:r>
            <a:endParaRPr lang="en-US" altLang="ko-KR" b="1" dirty="0" smtClean="0"/>
          </a:p>
          <a:p>
            <a:pPr marL="0" indent="0">
              <a:buNone/>
            </a:pPr>
            <a:r>
              <a:rPr lang="ko-KR" altLang="en-US" b="1" dirty="0" err="1" smtClean="0"/>
              <a:t>리액트의</a:t>
            </a:r>
            <a:r>
              <a:rPr lang="ko-KR" altLang="en-US" b="1" dirty="0" smtClean="0"/>
              <a:t> </a:t>
            </a:r>
            <a:r>
              <a:rPr lang="ko-KR" altLang="en-US" b="1" dirty="0"/>
              <a:t>기본 단위다</a:t>
            </a:r>
          </a:p>
        </p:txBody>
      </p:sp>
    </p:spTree>
    <p:extLst>
      <p:ext uri="{BB962C8B-B14F-4D97-AF65-F5344CB8AC3E}">
        <p14:creationId xmlns:p14="http://schemas.microsoft.com/office/powerpoint/2010/main" val="398679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컴포넌트란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smtClean="0"/>
              <a:t>함수형 컴포넌트</a:t>
            </a:r>
            <a:endParaRPr lang="en-US" altLang="ko-KR" b="1" dirty="0"/>
          </a:p>
          <a:p>
            <a:r>
              <a:rPr lang="ko-KR" altLang="en-US" b="1" dirty="0" err="1" smtClean="0"/>
              <a:t>클래스형</a:t>
            </a:r>
            <a:r>
              <a:rPr lang="ko-KR" altLang="en-US" b="1" dirty="0" smtClean="0"/>
              <a:t> 컴포넌트</a:t>
            </a:r>
            <a:endParaRPr lang="en-US" altLang="ko-KR" b="1" dirty="0" smtClean="0"/>
          </a:p>
          <a:p>
            <a:pPr marL="0" indent="0">
              <a:buNone/>
            </a:pPr>
            <a:r>
              <a:rPr lang="ko-KR" altLang="en-US" b="1" dirty="0" smtClean="0"/>
              <a:t>가 있음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56935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4509120"/>
            <a:ext cx="7488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MyName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클래스를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컴포넌트화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시킨다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28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클래스형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컴포넌트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)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32" y="0"/>
            <a:ext cx="8038916" cy="3937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956376" cy="340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29</Words>
  <Application>Microsoft Office PowerPoint</Application>
  <PresentationFormat>화면 슬라이드 쇼(4:3)</PresentationFormat>
  <Paragraphs>11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예제13</vt:lpstr>
      <vt:lpstr>컴포넌트란?</vt:lpstr>
      <vt:lpstr>컴포넌트란?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Windows 사용자</cp:lastModifiedBy>
  <cp:revision>19</cp:revision>
  <dcterms:created xsi:type="dcterms:W3CDTF">2006-10-05T04:04:58Z</dcterms:created>
  <dcterms:modified xsi:type="dcterms:W3CDTF">2021-02-10T10:49:08Z</dcterms:modified>
</cp:coreProperties>
</file>