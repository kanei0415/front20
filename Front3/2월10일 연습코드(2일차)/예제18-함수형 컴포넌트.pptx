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4" r:id="rId4"/>
    <p:sldId id="275" r:id="rId5"/>
    <p:sldId id="271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18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8" y="0"/>
            <a:ext cx="5706740" cy="6453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70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5330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636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0" y="8756"/>
            <a:ext cx="8070552" cy="402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75656" y="1772816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함수형 컴포넌트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08104" y="1772097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Props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안써도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…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47864" y="2564904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기본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props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36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8" y="-1"/>
            <a:ext cx="8587060" cy="315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65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</Words>
  <Application>Microsoft Office PowerPoint</Application>
  <PresentationFormat>화면 슬라이드 쇼(4:3)</PresentationFormat>
  <Paragraphs>5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예제18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24</cp:revision>
  <dcterms:created xsi:type="dcterms:W3CDTF">2006-10-05T04:04:58Z</dcterms:created>
  <dcterms:modified xsi:type="dcterms:W3CDTF">2020-08-13T07:13:54Z</dcterms:modified>
</cp:coreProperties>
</file>