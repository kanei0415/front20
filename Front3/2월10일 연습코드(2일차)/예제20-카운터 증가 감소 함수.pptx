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70" r:id="rId4"/>
    <p:sldId id="273" r:id="rId5"/>
    <p:sldId id="274" r:id="rId6"/>
    <p:sldId id="275" r:id="rId7"/>
    <p:sldId id="276" r:id="rId8"/>
    <p:sldId id="277" r:id="rId9"/>
    <p:sldId id="271" r:id="rId10"/>
    <p:sldId id="260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295" autoAdjust="0"/>
  </p:normalViewPr>
  <p:slideViewPr>
    <p:cSldViewPr>
      <p:cViewPr>
        <p:scale>
          <a:sx n="75" d="100"/>
          <a:sy n="75" d="100"/>
        </p:scale>
        <p:origin x="-2664" y="-6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91E6E-8303-44B4-ACB6-A5E86D23A066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0C051-F623-4A64-8DAC-E9D7311223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546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애로우</a:t>
            </a:r>
            <a:r>
              <a:rPr lang="ko-KR" altLang="en-US" dirty="0" smtClean="0"/>
              <a:t> 함수 사용 이유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0C051-F623-4A64-8DAC-E9D73112230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92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20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8" y="-12328"/>
            <a:ext cx="5779368" cy="6336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24328" cy="4745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1207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0990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83968" y="147990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State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란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?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05548" y="762055"/>
            <a:ext cx="3456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상태 값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저장되는 상태 값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76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State</a:t>
            </a:r>
            <a:r>
              <a:rPr lang="ko-KR" altLang="en-US" b="1" dirty="0" smtClean="0">
                <a:solidFill>
                  <a:srgbClr val="FF0000"/>
                </a:solidFill>
              </a:rPr>
              <a:t>란</a:t>
            </a:r>
            <a:r>
              <a:rPr lang="en-US" altLang="ko-KR" b="1" dirty="0" smtClean="0">
                <a:solidFill>
                  <a:srgbClr val="FF0000"/>
                </a:solidFill>
              </a:rPr>
              <a:t>?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State</a:t>
            </a:r>
            <a:r>
              <a:rPr lang="ko-KR" altLang="en-US" b="1" dirty="0"/>
              <a:t>는 </a:t>
            </a:r>
            <a:r>
              <a:rPr lang="en-US" altLang="ko-KR" b="1" dirty="0"/>
              <a:t>props</a:t>
            </a:r>
            <a:r>
              <a:rPr lang="ko-KR" altLang="en-US" b="1" dirty="0"/>
              <a:t>처럼 </a:t>
            </a:r>
            <a:endParaRPr lang="en-US" altLang="ko-KR" b="1" dirty="0"/>
          </a:p>
          <a:p>
            <a:r>
              <a:rPr lang="en-US" altLang="ko-KR" b="1" dirty="0" smtClean="0"/>
              <a:t>App</a:t>
            </a:r>
            <a:r>
              <a:rPr lang="ko-KR" altLang="en-US" b="1" dirty="0"/>
              <a:t> 컴포넌트의 </a:t>
            </a:r>
            <a:r>
              <a:rPr lang="ko-KR" altLang="en-US" b="1" dirty="0" err="1"/>
              <a:t>렌더링</a:t>
            </a:r>
            <a:r>
              <a:rPr lang="ko-KR" altLang="en-US" b="1" dirty="0"/>
              <a:t> 결과물에 </a:t>
            </a:r>
            <a:endParaRPr lang="en-US" altLang="ko-KR" b="1" dirty="0" smtClean="0"/>
          </a:p>
          <a:p>
            <a:r>
              <a:rPr lang="ko-KR" altLang="en-US" b="1" dirty="0" smtClean="0"/>
              <a:t>영향을 </a:t>
            </a:r>
            <a:r>
              <a:rPr lang="ko-KR" altLang="en-US" b="1" dirty="0"/>
              <a:t>주는 데이터를 갖고 있는 객체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9640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State</a:t>
            </a:r>
            <a:r>
              <a:rPr lang="ko-KR" altLang="en-US" b="1" dirty="0" smtClean="0">
                <a:solidFill>
                  <a:srgbClr val="FF0000"/>
                </a:solidFill>
              </a:rPr>
              <a:t>란</a:t>
            </a:r>
            <a:r>
              <a:rPr lang="en-US" altLang="ko-KR" b="1" dirty="0" smtClean="0">
                <a:solidFill>
                  <a:srgbClr val="FF0000"/>
                </a:solidFill>
              </a:rPr>
              <a:t>?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800" b="1" dirty="0"/>
              <a:t>props</a:t>
            </a:r>
            <a:r>
              <a:rPr lang="ko-KR" altLang="en-US" sz="2800" b="1" dirty="0"/>
              <a:t>를 사용했는데도 </a:t>
            </a:r>
            <a:endParaRPr lang="en-US" altLang="ko-KR" sz="2800" b="1" dirty="0" smtClean="0"/>
          </a:p>
          <a:p>
            <a:r>
              <a:rPr lang="en-US" altLang="ko-KR" sz="2800" b="1" dirty="0" smtClean="0"/>
              <a:t>state</a:t>
            </a:r>
            <a:r>
              <a:rPr lang="ko-KR" altLang="en-US" sz="2800" b="1" dirty="0"/>
              <a:t>를 사용하는 </a:t>
            </a:r>
            <a:r>
              <a:rPr lang="ko-KR" altLang="en-US" sz="2800" b="1" dirty="0" smtClean="0"/>
              <a:t>이유</a:t>
            </a:r>
            <a:endParaRPr lang="en-US" altLang="ko-KR" sz="2800" b="1" dirty="0" smtClean="0"/>
          </a:p>
          <a:p>
            <a:r>
              <a:rPr lang="ko-KR" altLang="en-US" sz="2800" b="1" dirty="0" smtClean="0"/>
              <a:t>사용하는 </a:t>
            </a:r>
            <a:r>
              <a:rPr lang="ko-KR" altLang="en-US" sz="2800" b="1" dirty="0"/>
              <a:t>쪽과 구현하는 쪽을 철저하게 </a:t>
            </a:r>
            <a:r>
              <a:rPr lang="ko-KR" altLang="en-US" sz="2800" b="1" dirty="0" smtClean="0"/>
              <a:t>분리</a:t>
            </a:r>
            <a:endParaRPr lang="en-US" altLang="ko-KR" sz="2800" b="1" dirty="0" smtClean="0"/>
          </a:p>
          <a:p>
            <a:r>
              <a:rPr lang="ko-KR" altLang="en-US" sz="2800" b="1" dirty="0" smtClean="0"/>
              <a:t>양쪽의 </a:t>
            </a:r>
            <a:r>
              <a:rPr lang="ko-KR" altLang="en-US" sz="2800" b="1" dirty="0"/>
              <a:t>편의성을 각자 도모하는 </a:t>
            </a:r>
            <a:r>
              <a:rPr lang="ko-KR" altLang="en-US" sz="2800" b="1" dirty="0" smtClean="0"/>
              <a:t>것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ko-KR" altLang="en-US" sz="2800" b="1" dirty="0" smtClean="0"/>
              <a:t>구현하는 쪽</a:t>
            </a:r>
            <a:r>
              <a:rPr lang="en-US" altLang="ko-KR" sz="2800" b="1" dirty="0" smtClean="0"/>
              <a:t>(State)</a:t>
            </a:r>
          </a:p>
          <a:p>
            <a:r>
              <a:rPr lang="ko-KR" altLang="en-US" sz="2800" b="1" dirty="0" smtClean="0"/>
              <a:t>사용하는 쪽</a:t>
            </a:r>
            <a:r>
              <a:rPr lang="en-US" altLang="ko-KR" sz="2800" b="1" dirty="0" smtClean="0"/>
              <a:t>(Props)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46983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State</a:t>
            </a:r>
            <a:r>
              <a:rPr lang="ko-KR" altLang="en-US" b="1" dirty="0" smtClean="0">
                <a:solidFill>
                  <a:srgbClr val="FF0000"/>
                </a:solidFill>
              </a:rPr>
              <a:t>란</a:t>
            </a:r>
            <a:r>
              <a:rPr lang="en-US" altLang="ko-KR" b="1" dirty="0" smtClean="0">
                <a:solidFill>
                  <a:srgbClr val="FF0000"/>
                </a:solidFill>
              </a:rPr>
              <a:t>?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800" b="1" dirty="0" smtClean="0"/>
              <a:t>State</a:t>
            </a:r>
            <a:r>
              <a:rPr lang="ko-KR" altLang="en-US" sz="2800" b="1" dirty="0" smtClean="0"/>
              <a:t>값은 컴포넌트 안에서 관리가 됨</a:t>
            </a:r>
            <a:endParaRPr lang="en-US" altLang="ko-KR" sz="2800" b="1" dirty="0" smtClean="0"/>
          </a:p>
          <a:p>
            <a:endParaRPr lang="en-US" altLang="ko-KR" sz="2800" b="1" dirty="0" smtClean="0"/>
          </a:p>
          <a:p>
            <a:r>
              <a:rPr lang="ko-KR" altLang="en-US" sz="2800" b="1" dirty="0" smtClean="0"/>
              <a:t>이 값을 </a:t>
            </a:r>
            <a:r>
              <a:rPr lang="en-US" altLang="ko-KR" sz="2800" b="1" dirty="0" smtClean="0"/>
              <a:t>Props</a:t>
            </a:r>
            <a:r>
              <a:rPr lang="ko-KR" altLang="en-US" sz="2800" b="1" dirty="0" smtClean="0"/>
              <a:t>가 전달받아서 사용가능</a:t>
            </a:r>
            <a:r>
              <a:rPr lang="en-US" altLang="ko-KR" sz="2800" b="1" dirty="0" smtClean="0"/>
              <a:t>…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11871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0990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054952" y="980728"/>
            <a:ext cx="4965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State number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값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0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을 가짐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71800" y="1687116"/>
            <a:ext cx="4965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handleIncrease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(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애로우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함수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97076" y="2852936"/>
            <a:ext cx="4965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handleDecrease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(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애로우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함수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3888" y="4293096"/>
            <a:ext cx="4965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애로우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함수 사용 이유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bind(this)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안하기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위함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910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8" y="-4316"/>
            <a:ext cx="6647284" cy="5660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1207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96</Words>
  <Application>Microsoft Office PowerPoint</Application>
  <PresentationFormat>화면 슬라이드 쇼(4:3)</PresentationFormat>
  <Paragraphs>29</Paragraphs>
  <Slides>10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리액트 예제20</vt:lpstr>
      <vt:lpstr>PowerPoint 프레젠테이션</vt:lpstr>
      <vt:lpstr>PowerPoint 프레젠테이션</vt:lpstr>
      <vt:lpstr>PowerPoint 프레젠테이션</vt:lpstr>
      <vt:lpstr>State란?</vt:lpstr>
      <vt:lpstr>State란?</vt:lpstr>
      <vt:lpstr>State란?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Windows 사용자</cp:lastModifiedBy>
  <cp:revision>27</cp:revision>
  <dcterms:created xsi:type="dcterms:W3CDTF">2006-10-05T04:04:58Z</dcterms:created>
  <dcterms:modified xsi:type="dcterms:W3CDTF">2020-08-13T07:40:46Z</dcterms:modified>
</cp:coreProperties>
</file>