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15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33"/>
            <a:ext cx="5868144" cy="556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100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40352" cy="4942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87824" y="3140968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MyName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값을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smtClean="0">
                <a:solidFill>
                  <a:srgbClr val="FF0000"/>
                </a:solidFill>
              </a:rPr>
              <a:t>넘겨주지 않음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64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5832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09367" y="4149080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넘겨받은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없을때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기본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지정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64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1" y="-10666"/>
            <a:ext cx="7646243" cy="326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164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</Words>
  <Application>Microsoft Office PowerPoint</Application>
  <PresentationFormat>화면 슬라이드 쇼(4:3)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리액트 예제15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23</cp:revision>
  <dcterms:created xsi:type="dcterms:W3CDTF">2006-10-05T04:04:58Z</dcterms:created>
  <dcterms:modified xsi:type="dcterms:W3CDTF">2021-02-09T08:28:25Z</dcterms:modified>
</cp:coreProperties>
</file>