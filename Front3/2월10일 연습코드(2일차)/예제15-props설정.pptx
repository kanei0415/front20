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7" r:id="rId4"/>
    <p:sldId id="275" r:id="rId5"/>
    <p:sldId id="278" r:id="rId6"/>
    <p:sldId id="280" r:id="rId7"/>
    <p:sldId id="279" r:id="rId8"/>
    <p:sldId id="268" r:id="rId9"/>
    <p:sldId id="270" r:id="rId10"/>
    <p:sldId id="271" r:id="rId11"/>
    <p:sldId id="276" r:id="rId12"/>
    <p:sldId id="269" r:id="rId13"/>
    <p:sldId id="26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47667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5400" b="1" dirty="0" smtClean="0"/>
              <a:t>Props</a:t>
            </a:r>
            <a:r>
              <a:rPr lang="ko-KR" altLang="en-US" sz="5400" b="1" dirty="0" smtClean="0"/>
              <a:t>란</a:t>
            </a:r>
            <a:r>
              <a:rPr lang="en-US" altLang="ko-KR" sz="5400" b="1" dirty="0" smtClean="0"/>
              <a:t>?</a:t>
            </a:r>
            <a:endParaRPr lang="ko-KR" altLang="en-US" sz="5400" dirty="0"/>
          </a:p>
        </p:txBody>
      </p:sp>
      <p:sp>
        <p:nvSpPr>
          <p:cNvPr id="3" name="직사각형 2"/>
          <p:cNvSpPr/>
          <p:nvPr/>
        </p:nvSpPr>
        <p:spPr>
          <a:xfrm>
            <a:off x="323528" y="2780928"/>
            <a:ext cx="82687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000" b="1" dirty="0"/>
              <a:t>props</a:t>
            </a:r>
            <a:r>
              <a:rPr lang="en-US" altLang="ko-KR" sz="4000" dirty="0"/>
              <a:t> (stands for properties).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3129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47667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5400" b="1" dirty="0" smtClean="0"/>
              <a:t>Props</a:t>
            </a:r>
            <a:r>
              <a:rPr lang="ko-KR" altLang="en-US" sz="5400" b="1" dirty="0" smtClean="0"/>
              <a:t>란</a:t>
            </a:r>
            <a:r>
              <a:rPr lang="en-US" altLang="ko-KR" sz="5400" b="1" dirty="0" smtClean="0"/>
              <a:t>?</a:t>
            </a:r>
            <a:endParaRPr lang="ko-KR" altLang="en-US" sz="5400" dirty="0"/>
          </a:p>
        </p:txBody>
      </p:sp>
      <p:sp>
        <p:nvSpPr>
          <p:cNvPr id="3" name="직사각형 2"/>
          <p:cNvSpPr/>
          <p:nvPr/>
        </p:nvSpPr>
        <p:spPr>
          <a:xfrm>
            <a:off x="323528" y="2780928"/>
            <a:ext cx="82687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000" b="1" dirty="0" smtClean="0"/>
              <a:t>props</a:t>
            </a:r>
          </a:p>
          <a:p>
            <a:r>
              <a:rPr lang="en-US" altLang="ko-KR" sz="4000" b="1" dirty="0"/>
              <a:t>-</a:t>
            </a:r>
            <a:r>
              <a:rPr lang="en-US" altLang="ko-KR" sz="4000" dirty="0" smtClean="0"/>
              <a:t>properties</a:t>
            </a:r>
          </a:p>
          <a:p>
            <a:r>
              <a:rPr lang="en-US" altLang="ko-KR" sz="4000" dirty="0" smtClean="0"/>
              <a:t>-</a:t>
            </a:r>
            <a:r>
              <a:rPr lang="ko-KR" altLang="en-US" sz="4000" dirty="0" smtClean="0"/>
              <a:t>속성값이란 뜻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9202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7504" y="188640"/>
            <a:ext cx="87129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/>
              <a:t>props</a:t>
            </a:r>
            <a:r>
              <a:rPr lang="ko-KR" altLang="en-US" sz="2800" b="1" dirty="0"/>
              <a:t>는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Immutable Data</a:t>
            </a:r>
          </a:p>
          <a:p>
            <a:endParaRPr lang="en-US" altLang="ko-KR" sz="2800" b="1" dirty="0"/>
          </a:p>
          <a:p>
            <a:r>
              <a:rPr lang="ko-KR" altLang="en-US" sz="2800" b="1" dirty="0" smtClean="0"/>
              <a:t>즉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변하지 않는 데이터입니다</a:t>
            </a:r>
            <a:r>
              <a:rPr lang="en-US" altLang="ko-KR" sz="2800" b="1" dirty="0"/>
              <a:t>.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상위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부모</a:t>
            </a:r>
            <a:r>
              <a:rPr lang="en-US" altLang="ko-KR" sz="2800" b="1" dirty="0"/>
              <a:t>) </a:t>
            </a:r>
            <a:r>
              <a:rPr lang="ko-KR" altLang="en-US" sz="2800" b="1" dirty="0"/>
              <a:t>컴포넌트에서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하위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자식</a:t>
            </a:r>
            <a:r>
              <a:rPr lang="en-US" altLang="ko-KR" sz="2800" b="1" dirty="0"/>
              <a:t>) </a:t>
            </a:r>
            <a:r>
              <a:rPr lang="ko-KR" altLang="en-US" sz="2800" b="1" dirty="0"/>
              <a:t>컴포넌트로 데이터를 넘겨줄 때 사용</a:t>
            </a:r>
          </a:p>
        </p:txBody>
      </p:sp>
    </p:spTree>
    <p:extLst>
      <p:ext uri="{BB962C8B-B14F-4D97-AF65-F5344CB8AC3E}">
        <p14:creationId xmlns:p14="http://schemas.microsoft.com/office/powerpoint/2010/main" val="188081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7504" y="188640"/>
            <a:ext cx="87129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/>
              <a:t>props</a:t>
            </a:r>
            <a:r>
              <a:rPr lang="ko-KR" altLang="en-US" sz="2800" b="1" dirty="0"/>
              <a:t>는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컴포넌트 </a:t>
            </a:r>
            <a:r>
              <a:rPr lang="ko-KR" altLang="en-US" sz="2800" b="1" dirty="0" smtClean="0"/>
              <a:t>에 값을 주기 위한 문법요소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6731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7504" y="188640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/>
              <a:t>props</a:t>
            </a:r>
            <a:r>
              <a:rPr lang="ko-KR" altLang="en-US" sz="2800" b="1" dirty="0"/>
              <a:t>는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컴포넌트 단위로 분리하기 위해서 필요한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가장 중요한 </a:t>
            </a:r>
            <a:r>
              <a:rPr lang="ko-KR" altLang="en-US" sz="2800" b="1" dirty="0" err="1" smtClean="0"/>
              <a:t>개념중의</a:t>
            </a:r>
            <a:r>
              <a:rPr lang="ko-KR" altLang="en-US" sz="2800" b="1" dirty="0" smtClean="0"/>
              <a:t> 하나입니다</a:t>
            </a:r>
            <a:r>
              <a:rPr lang="en-US" altLang="ko-KR" sz="2800" b="1" dirty="0" smtClean="0"/>
              <a:t>.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p</a:t>
            </a:r>
            <a:r>
              <a:rPr lang="en-US" altLang="ko-KR" sz="2800" b="1" dirty="0" smtClean="0"/>
              <a:t>rops</a:t>
            </a:r>
            <a:r>
              <a:rPr lang="ko-KR" altLang="en-US" sz="2800" b="1" dirty="0" smtClean="0"/>
              <a:t>를 잘 써야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3000</a:t>
            </a:r>
            <a:r>
              <a:rPr lang="ko-KR" altLang="en-US" sz="2800" b="1" dirty="0" smtClean="0"/>
              <a:t>줄짜리 태그를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500</a:t>
            </a:r>
            <a:r>
              <a:rPr lang="ko-KR" altLang="en-US" sz="2800" b="1" dirty="0" smtClean="0"/>
              <a:t>줄씩 </a:t>
            </a:r>
            <a:r>
              <a:rPr lang="ko-KR" altLang="en-US" sz="2800" b="1" dirty="0" smtClean="0"/>
              <a:t>기능 단위로 </a:t>
            </a:r>
            <a:r>
              <a:rPr lang="ko-KR" altLang="en-US" sz="2800" b="1" dirty="0" smtClean="0"/>
              <a:t>분리할 수 있습니다</a:t>
            </a:r>
            <a:r>
              <a:rPr lang="en-US" altLang="ko-KR" sz="2800" b="1" dirty="0" smtClean="0"/>
              <a:t>.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4538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7504" y="188640"/>
            <a:ext cx="87129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 smtClean="0"/>
              <a:t>리액트의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5</a:t>
            </a:r>
            <a:r>
              <a:rPr lang="ko-KR" altLang="en-US" sz="2800" b="1" dirty="0" smtClean="0"/>
              <a:t>할은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/>
              <a:t>p</a:t>
            </a:r>
            <a:r>
              <a:rPr lang="en-US" altLang="ko-KR" sz="2800" b="1" dirty="0" smtClean="0"/>
              <a:t>rops, state</a:t>
            </a:r>
            <a:r>
              <a:rPr lang="ko-KR" altLang="en-US" sz="2800" b="1" dirty="0" smtClean="0"/>
              <a:t>를 잘 </a:t>
            </a:r>
            <a:r>
              <a:rPr lang="ko-KR" altLang="en-US" sz="2800" b="1" dirty="0" err="1" smtClean="0"/>
              <a:t>사용하는것에</a:t>
            </a:r>
            <a:r>
              <a:rPr lang="ko-KR" altLang="en-US" sz="2800" b="1" dirty="0" smtClean="0"/>
              <a:t> 달려있음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6728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824"/>
            <a:ext cx="5436096" cy="559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648"/>
            <a:ext cx="7668344" cy="494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3808" y="2996952"/>
            <a:ext cx="56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MyName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컴포넌트에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name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이라는 이름으로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props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넘겨줌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4139952" y="2924944"/>
            <a:ext cx="23042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456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84368" cy="457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5148064" y="2708920"/>
            <a:ext cx="208823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11760" y="2924944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상위 컴포넌트가 넘겨준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이라는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4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" y="0"/>
            <a:ext cx="56007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3056"/>
            <a:ext cx="6791325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987824" y="620688"/>
            <a:ext cx="2088232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>
            <a:stCxn id="2" idx="2"/>
          </p:cNvCxnSpPr>
          <p:nvPr/>
        </p:nvCxnSpPr>
        <p:spPr>
          <a:xfrm>
            <a:off x="4031940" y="1196752"/>
            <a:ext cx="1116124" cy="381642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74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9" y="8384"/>
            <a:ext cx="78514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102</Words>
  <Application>Microsoft Office PowerPoint</Application>
  <PresentationFormat>화면 슬라이드 쇼(4:3)</PresentationFormat>
  <Paragraphs>37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예제15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28</cp:revision>
  <dcterms:created xsi:type="dcterms:W3CDTF">2006-10-05T04:04:58Z</dcterms:created>
  <dcterms:modified xsi:type="dcterms:W3CDTF">2021-02-10T10:50:49Z</dcterms:modified>
</cp:coreProperties>
</file>