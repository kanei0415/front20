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7" r:id="rId3"/>
    <p:sldId id="270" r:id="rId4"/>
    <p:sldId id="268" r:id="rId5"/>
    <p:sldId id="260" r:id="rId6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100" d="100"/>
          <a:sy n="100" d="100"/>
        </p:scale>
        <p:origin x="-1944" y="-3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2021-02-10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2021-02-10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2021-02-10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2021-02-10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2021-02-10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2021-02-10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2021-02-10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2021-02-10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2021-02-10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2021-02-10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2021-02-10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30EDBD-1C2D-4C1E-B459-B60219FAB484}" type="datetimeFigureOut">
              <a:rPr lang="ko-KR" altLang="en-US" smtClean="0"/>
              <a:t>2021-02-10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b="1" dirty="0" err="1" smtClean="0"/>
              <a:t>리액트</a:t>
            </a:r>
            <a:r>
              <a:rPr lang="ko-KR" altLang="en-US" b="1" dirty="0" smtClean="0"/>
              <a:t> 예제</a:t>
            </a:r>
            <a:r>
              <a:rPr lang="en-US" altLang="ko-KR" b="1" dirty="0" smtClean="0"/>
              <a:t>12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29144650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5436096" cy="61764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24878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21729"/>
            <a:ext cx="6660232" cy="58499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503414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96" y="0"/>
            <a:ext cx="2016224" cy="56266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24878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74499" y="2564904"/>
            <a:ext cx="4032448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0" b="1" dirty="0" smtClean="0"/>
              <a:t>끝</a:t>
            </a:r>
            <a:endParaRPr lang="ko-KR" altLang="en-US" sz="10000" b="1" dirty="0"/>
          </a:p>
        </p:txBody>
      </p:sp>
    </p:spTree>
    <p:extLst>
      <p:ext uri="{BB962C8B-B14F-4D97-AF65-F5344CB8AC3E}">
        <p14:creationId xmlns:p14="http://schemas.microsoft.com/office/powerpoint/2010/main" val="15529547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4</Words>
  <Application>Microsoft Office PowerPoint</Application>
  <PresentationFormat>화면 슬라이드 쇼(4:3)</PresentationFormat>
  <Paragraphs>2</Paragraphs>
  <Slides>5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6" baseType="lpstr">
      <vt:lpstr>Office 테마</vt:lpstr>
      <vt:lpstr>리액트 예제12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R&amp;D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리액트 시작하기</dc:title>
  <dc:creator>Microsoft Corporation</dc:creator>
  <cp:lastModifiedBy>Windows 사용자</cp:lastModifiedBy>
  <cp:revision>18</cp:revision>
  <dcterms:created xsi:type="dcterms:W3CDTF">2006-10-05T04:04:58Z</dcterms:created>
  <dcterms:modified xsi:type="dcterms:W3CDTF">2021-02-10T10:47:28Z</dcterms:modified>
</cp:coreProperties>
</file>