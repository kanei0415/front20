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71" r:id="rId4"/>
    <p:sldId id="273" r:id="rId5"/>
    <p:sldId id="272" r:id="rId6"/>
    <p:sldId id="260" r:id="rId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27" autoAdjust="0"/>
    <p:restoredTop sz="94660"/>
  </p:normalViewPr>
  <p:slideViewPr>
    <p:cSldViewPr>
      <p:cViewPr>
        <p:scale>
          <a:sx n="100" d="100"/>
          <a:sy n="100" d="100"/>
        </p:scale>
        <p:origin x="-1944" y="-3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/>
              <a:t>리액트</a:t>
            </a:r>
            <a:r>
              <a:rPr lang="ko-KR" altLang="en-US" b="1" dirty="0" smtClean="0"/>
              <a:t> 예제</a:t>
            </a:r>
            <a:r>
              <a:rPr lang="en-US" altLang="ko-KR" b="1" dirty="0" smtClean="0"/>
              <a:t>11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14465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012160" cy="6055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30684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" y="1"/>
            <a:ext cx="8530483" cy="422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059832" y="2564904"/>
            <a:ext cx="2520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smtClean="0">
                <a:solidFill>
                  <a:srgbClr val="FF0000"/>
                </a:solidFill>
              </a:rPr>
              <a:t>클래스 이름 생성</a:t>
            </a:r>
            <a:endParaRPr lang="ko-KR" altLang="en-US" sz="20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3306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028384" cy="4297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754052" y="836712"/>
            <a:ext cx="3834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</a:rPr>
              <a:t>클래스 이름에 </a:t>
            </a:r>
            <a:r>
              <a:rPr lang="ko-KR" altLang="en-US" sz="2000" b="1" smtClean="0">
                <a:solidFill>
                  <a:srgbClr val="FF0000"/>
                </a:solidFill>
              </a:rPr>
              <a:t>맞는 </a:t>
            </a:r>
            <a:r>
              <a:rPr lang="en-US" altLang="ko-KR" sz="2000" b="1" dirty="0" err="1" smtClean="0">
                <a:solidFill>
                  <a:srgbClr val="FF0000"/>
                </a:solidFill>
              </a:rPr>
              <a:t>css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디자인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79512" y="4509120"/>
            <a:ext cx="15911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16px</a:t>
            </a:r>
            <a:r>
              <a:rPr lang="ko-KR" altLang="en-US" b="1" dirty="0">
                <a:solidFill>
                  <a:srgbClr val="FF0000"/>
                </a:solidFill>
              </a:rPr>
              <a:t>은 </a:t>
            </a:r>
            <a:r>
              <a:rPr lang="en-US" altLang="ko-KR" b="1" dirty="0">
                <a:solidFill>
                  <a:srgbClr val="FF0000"/>
                </a:solidFill>
              </a:rPr>
              <a:t>1rem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08484" y="5445224"/>
            <a:ext cx="78199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medium</a:t>
            </a:r>
            <a:r>
              <a:rPr lang="ko-KR" altLang="en-US" b="1" dirty="0" err="1">
                <a:solidFill>
                  <a:srgbClr val="FF0000"/>
                </a:solidFill>
              </a:rPr>
              <a:t>일때</a:t>
            </a:r>
            <a:r>
              <a:rPr lang="ko-KR" altLang="en-US" b="1" dirty="0">
                <a:solidFill>
                  <a:srgbClr val="FF0000"/>
                </a:solidFill>
              </a:rPr>
              <a:t> </a:t>
            </a:r>
            <a:r>
              <a:rPr lang="en-US" altLang="ko-KR" b="1" dirty="0">
                <a:solidFill>
                  <a:srgbClr val="FF0000"/>
                </a:solidFill>
              </a:rPr>
              <a:t>1rem = 16px 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endParaRPr lang="en-US" altLang="ko-KR" b="1" dirty="0">
              <a:solidFill>
                <a:srgbClr val="FF0000"/>
              </a:solidFill>
            </a:endParaRP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very </a:t>
            </a:r>
            <a:r>
              <a:rPr lang="en-US" altLang="ko-KR" b="1" dirty="0">
                <a:solidFill>
                  <a:srgbClr val="FF0000"/>
                </a:solidFill>
              </a:rPr>
              <a:t>Large</a:t>
            </a:r>
            <a:r>
              <a:rPr lang="ko-KR" altLang="en-US" b="1" dirty="0" err="1">
                <a:solidFill>
                  <a:srgbClr val="FF0000"/>
                </a:solidFill>
              </a:rPr>
              <a:t>일때</a:t>
            </a:r>
            <a:r>
              <a:rPr lang="ko-KR" altLang="en-US" b="1" dirty="0">
                <a:solidFill>
                  <a:srgbClr val="FF0000"/>
                </a:solidFill>
              </a:rPr>
              <a:t> </a:t>
            </a:r>
            <a:r>
              <a:rPr lang="en-US" altLang="ko-KR" b="1" dirty="0">
                <a:solidFill>
                  <a:srgbClr val="FF0000"/>
                </a:solidFill>
              </a:rPr>
              <a:t>1rem=24px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4373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740352" cy="503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3081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74499" y="2564904"/>
            <a:ext cx="40324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0" b="1" dirty="0" smtClean="0"/>
              <a:t>끝</a:t>
            </a:r>
            <a:endParaRPr lang="ko-KR" altLang="en-US" sz="10000" b="1" dirty="0"/>
          </a:p>
        </p:txBody>
      </p:sp>
    </p:spTree>
    <p:extLst>
      <p:ext uri="{BB962C8B-B14F-4D97-AF65-F5344CB8AC3E}">
        <p14:creationId xmlns:p14="http://schemas.microsoft.com/office/powerpoint/2010/main" val="1552954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16</Words>
  <Application>Microsoft Office PowerPoint</Application>
  <PresentationFormat>화면 슬라이드 쇼(4:3)</PresentationFormat>
  <Paragraphs>8</Paragraphs>
  <Slides>6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7" baseType="lpstr">
      <vt:lpstr>Office 테마</vt:lpstr>
      <vt:lpstr>리액트 예제11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시작하기</dc:title>
  <dc:creator>Microsoft Corporation</dc:creator>
  <cp:lastModifiedBy>Windows 사용자</cp:lastModifiedBy>
  <cp:revision>18</cp:revision>
  <dcterms:created xsi:type="dcterms:W3CDTF">2006-10-05T04:04:58Z</dcterms:created>
  <dcterms:modified xsi:type="dcterms:W3CDTF">2021-02-10T10:47:18Z</dcterms:modified>
</cp:coreProperties>
</file>