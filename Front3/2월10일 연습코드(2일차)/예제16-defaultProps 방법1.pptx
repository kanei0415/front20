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68" r:id="rId5"/>
    <p:sldId id="273" r:id="rId6"/>
    <p:sldId id="270" r:id="rId7"/>
    <p:sldId id="271" r:id="rId8"/>
    <p:sldId id="260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15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 smtClean="0"/>
              <a:t>defaultProps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디폴트 </a:t>
            </a:r>
            <a:r>
              <a:rPr lang="en-US" altLang="ko-KR" b="1" dirty="0" smtClean="0"/>
              <a:t>props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30516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 smtClean="0"/>
              <a:t>defaultProps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: props</a:t>
            </a:r>
            <a:r>
              <a:rPr lang="ko-KR" altLang="en-US" b="1" dirty="0" smtClean="0"/>
              <a:t>값을 넘겨받지 않았을 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설정된 기본값을 사용함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5727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4"/>
            <a:ext cx="5724128" cy="6373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20"/>
            <a:ext cx="8172400" cy="5039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275856" y="3284984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로 값을 넘겨주지 않음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347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812360" cy="5881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19672" y="2060848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name</a:t>
            </a:r>
            <a:r>
              <a:rPr lang="ko-KR" altLang="en-US" b="1" dirty="0" smtClean="0">
                <a:solidFill>
                  <a:srgbClr val="FF0000"/>
                </a:solidFill>
              </a:rPr>
              <a:t>의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기본 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는 </a:t>
            </a:r>
            <a:r>
              <a:rPr lang="en-US" altLang="ko-KR" b="1" dirty="0" smtClean="0">
                <a:solidFill>
                  <a:srgbClr val="FF0000"/>
                </a:solidFill>
              </a:rPr>
              <a:t>“</a:t>
            </a:r>
            <a:r>
              <a:rPr lang="ko-KR" altLang="en-US" b="1" dirty="0" smtClean="0">
                <a:solidFill>
                  <a:srgbClr val="FF0000"/>
                </a:solidFill>
              </a:rPr>
              <a:t>기본이름</a:t>
            </a:r>
            <a:r>
              <a:rPr lang="en-US" altLang="ko-KR" b="1" dirty="0" smtClean="0">
                <a:solidFill>
                  <a:srgbClr val="FF0000"/>
                </a:solidFill>
              </a:rPr>
              <a:t>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71800" y="3971198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p</a:t>
            </a:r>
            <a:r>
              <a:rPr lang="en-US" altLang="ko-KR" b="1" dirty="0" smtClean="0">
                <a:solidFill>
                  <a:srgbClr val="FF0000"/>
                </a:solidFill>
              </a:rPr>
              <a:t>rops</a:t>
            </a:r>
            <a:r>
              <a:rPr lang="ko-KR" altLang="en-US" b="1" dirty="0" smtClean="0">
                <a:solidFill>
                  <a:srgbClr val="FF0000"/>
                </a:solidFill>
              </a:rPr>
              <a:t>를 넘겨받지 않았으므로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디폴트</a:t>
            </a:r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로 설정된 값인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“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기본이름</a:t>
            </a:r>
            <a:r>
              <a:rPr lang="en-US" altLang="ko-KR" b="1" dirty="0" smtClean="0">
                <a:solidFill>
                  <a:srgbClr val="FF0000"/>
                </a:solidFill>
              </a:rPr>
              <a:t>”</a:t>
            </a:r>
            <a:r>
              <a:rPr lang="ko-KR" altLang="en-US" b="1" dirty="0" smtClean="0">
                <a:solidFill>
                  <a:srgbClr val="FF0000"/>
                </a:solidFill>
              </a:rPr>
              <a:t>을 사용하겠다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03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3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03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</Words>
  <Application>Microsoft Office PowerPoint</Application>
  <PresentationFormat>화면 슬라이드 쇼(4:3)</PresentationFormat>
  <Paragraphs>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리액트 예제15</vt:lpstr>
      <vt:lpstr>defaultProps  디폴트 props</vt:lpstr>
      <vt:lpstr>defaultProps  : props값을 넘겨받지 않았을 때 설정된 기본값을 사용함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lok</cp:lastModifiedBy>
  <cp:revision>23</cp:revision>
  <dcterms:created xsi:type="dcterms:W3CDTF">2006-10-05T04:04:58Z</dcterms:created>
  <dcterms:modified xsi:type="dcterms:W3CDTF">2021-02-09T08:27:34Z</dcterms:modified>
</cp:coreProperties>
</file>