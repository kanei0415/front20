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3" r:id="rId5"/>
    <p:sldId id="272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664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19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36" y="0"/>
            <a:ext cx="5876280" cy="5716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27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8" y="0"/>
            <a:ext cx="8142932" cy="52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27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2" y="0"/>
            <a:ext cx="6791176" cy="6234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042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76256" cy="5866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271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</Words>
  <Application>Microsoft Office PowerPoint</Application>
  <PresentationFormat>화면 슬라이드 쇼(4:3)</PresentationFormat>
  <Paragraphs>2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예제19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25</cp:revision>
  <dcterms:created xsi:type="dcterms:W3CDTF">2006-10-05T04:04:58Z</dcterms:created>
  <dcterms:modified xsi:type="dcterms:W3CDTF">2020-08-13T07:17:41Z</dcterms:modified>
</cp:coreProperties>
</file>