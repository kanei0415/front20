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60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712" y="-8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14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900" y="-1"/>
            <a:ext cx="8764364" cy="498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220072" y="2730490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bold</a:t>
            </a:r>
            <a:r>
              <a:rPr lang="ko-KR" altLang="en-US" b="1" dirty="0" smtClean="0">
                <a:solidFill>
                  <a:srgbClr val="FF0000"/>
                </a:solidFill>
              </a:rPr>
              <a:t>태그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9593"/>
            <a:ext cx="7956376" cy="299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</Words>
  <Application>Microsoft Office PowerPoint</Application>
  <PresentationFormat>화면 슬라이드 쇼(4:3)</PresentationFormat>
  <Paragraphs>3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리액트 예제14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Windows 사용자</cp:lastModifiedBy>
  <cp:revision>19</cp:revision>
  <dcterms:created xsi:type="dcterms:W3CDTF">2006-10-05T04:04:58Z</dcterms:created>
  <dcterms:modified xsi:type="dcterms:W3CDTF">2021-02-10T10:49:47Z</dcterms:modified>
</cp:coreProperties>
</file>