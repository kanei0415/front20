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64" r:id="rId4"/>
    <p:sldId id="265" r:id="rId5"/>
    <p:sldId id="261" r:id="rId6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6" d="100"/>
          <a:sy n="66" d="100"/>
        </p:scale>
        <p:origin x="-1284" y="-8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30EDBD-1C2D-4C1E-B459-B60219FAB484}" type="datetimeFigureOut">
              <a:rPr lang="ko-KR" altLang="en-US" smtClean="0"/>
              <a:t>2021-03-08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EDD84E-25D4-4983-8AA1-2863C96F08D9}" type="slidenum">
              <a:rPr lang="ko-KR" altLang="en-US" smtClean="0"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sz="5400" b="1" dirty="0" err="1" smtClean="0"/>
              <a:t>리액트</a:t>
            </a:r>
            <a:r>
              <a:rPr lang="ko-KR" altLang="en-US" sz="5400" b="1" dirty="0" smtClean="0"/>
              <a:t> </a:t>
            </a:r>
            <a:r>
              <a:rPr lang="en-US" altLang="ko-KR" sz="5400" b="1" dirty="0"/>
              <a:t>+ AJAX</a:t>
            </a:r>
            <a:endParaRPr lang="ko-KR" altLang="en-US" sz="5400" b="1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ko-KR" sz="4000" b="1" dirty="0" smtClean="0"/>
              <a:t>React </a:t>
            </a:r>
            <a:r>
              <a:rPr lang="en-US" altLang="ko-KR" sz="4000" b="1" dirty="0"/>
              <a:t>+ AJAX</a:t>
            </a:r>
            <a:endParaRPr lang="ko-KR" altLang="en-US" sz="4000" b="1" dirty="0"/>
          </a:p>
        </p:txBody>
      </p:sp>
    </p:spTree>
    <p:extLst>
      <p:ext uri="{BB962C8B-B14F-4D97-AF65-F5344CB8AC3E}">
        <p14:creationId xmlns:p14="http://schemas.microsoft.com/office/powerpoint/2010/main" val="2458916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hb\Downloads\리액트 + ajax (2021.03.08)\예제5 - fetch로 모두 불러온 데이터 중에서 completed값이 true인 데이터만 출력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6334" y="0"/>
            <a:ext cx="7674677" cy="6168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9683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hb\Downloads\리액트 + ajax (2021.03.08)\예제5 - fetch로 모두 불러온 데이터 중에서 completed값이 true인 데이터만 출력\2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101" y="-24408"/>
            <a:ext cx="8829675" cy="5991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5926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92674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347864" y="1988840"/>
            <a:ext cx="5112568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41516437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7</Words>
  <Application>Microsoft Office PowerPoint</Application>
  <PresentationFormat>화면 슬라이드 쇼(4:3)</PresentationFormat>
  <Paragraphs>3</Paragraphs>
  <Slides>5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Office 테마</vt:lpstr>
      <vt:lpstr>리액트 + AJAX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R&amp;D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리액트 훅</dc:title>
  <dc:creator>Microsoft Corporation</dc:creator>
  <cp:lastModifiedBy>hb</cp:lastModifiedBy>
  <cp:revision>12</cp:revision>
  <dcterms:created xsi:type="dcterms:W3CDTF">2006-10-05T04:04:58Z</dcterms:created>
  <dcterms:modified xsi:type="dcterms:W3CDTF">2021-03-07T16:48:30Z</dcterms:modified>
</cp:coreProperties>
</file>