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4" y="-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3 - fetch로 모두 불러온 데이터 중에서 0번째만 골라서 출력 (todos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6" y="0"/>
            <a:ext cx="9024370" cy="537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3 - fetch로 모두 불러온 데이터 중에서 0번째만 골라서 출력 (todos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43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12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2021-03-07T16:47:37Z</dcterms:modified>
</cp:coreProperties>
</file>