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1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734" y="-1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</a:t>
            </a:r>
            <a:r>
              <a:rPr lang="en-US" altLang="ko-KR" sz="5400" b="1" dirty="0"/>
              <a:t>+ AJAX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/>
              <a:t>+ AJAX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+ ajax (2021.03.08)\예제27 - axios - 네이버 영화 데이터 불러오기 (input창에 입력한 스파이더맨 값으로 state를 바꿔서 검색 버튼 클릭하면 데이터 불러오게 - 갯수와 항목 분리해서 출력)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1" y="0"/>
            <a:ext cx="6196473" cy="663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+ ajax (2021.03.08)\예제27 - axios - 네이버 영화 데이터 불러오기 (input창에 입력한 스파이더맨 값으로 state를 바꿔서 검색 버튼 클릭하면 데이터 불러오게 - 갯수와 항목 분리해서 출력)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374"/>
            <a:ext cx="8694057" cy="488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22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+ ajax (2021.03.08)\예제27 - axios - 네이버 영화 데이터 불러오기 (input창에 입력한 스파이더맨 값으로 state를 바꿔서 검색 버튼 클릭하면 데이터 불러오게 - 갯수와 항목 분리해서 출력)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0" y="0"/>
            <a:ext cx="8296696" cy="601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22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+ ajax (2021.03.08)\예제27 - axios - 네이버 영화 데이터 불러오기 (input창에 입력한 스파이더맨 값으로 state를 바꿔서 검색 버튼 클릭하면 데이터 불러오게 - 갯수와 항목 분리해서 출력)\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748464" cy="3768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22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+ ajax (2021.03.08)\예제27 - axios - 네이버 영화 데이터 불러오기 (input창에 입력한 스파이더맨 값으로 state를 바꿔서 검색 버튼 클릭하면 데이터 불러오게 - 갯수와 항목 분리해서 출력)\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588" y="58316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22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ownloads\리액트 + ajax (2021.03.08)\예제27 - axios - 네이버 영화 데이터 불러오기 (input창에 입력한 스파이더맨 값으로 state를 바꿔서 검색 버튼 클릭하면 데이터 불러오게 - 갯수와 항목 분리해서 출력)\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604448" cy="429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22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화면 슬라이드 쇼(4:3)</PresentationFormat>
  <Paragraphs>3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리액트 + AJAX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hb</cp:lastModifiedBy>
  <cp:revision>11</cp:revision>
  <dcterms:created xsi:type="dcterms:W3CDTF">2006-10-05T04:04:58Z</dcterms:created>
  <dcterms:modified xsi:type="dcterms:W3CDTF">2021-03-08T08:10:41Z</dcterms:modified>
</cp:coreProperties>
</file>