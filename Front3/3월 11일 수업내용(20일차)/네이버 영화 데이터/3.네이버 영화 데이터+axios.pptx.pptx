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61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734" y="-1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</a:t>
            </a:r>
            <a:r>
              <a:rPr lang="en-US" altLang="ko-KR" sz="5400" b="1" dirty="0"/>
              <a:t>+ AJAX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/>
              <a:t>+ AJAX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+ ajax (2021.03.08)\예제25 - axios - 네이버 영화 데이터 불러오기 (스파이더맨 클릭하면 불러오게)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96336" cy="633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+ ajax (2021.03.08)\예제25 - axios - 네이버 영화 데이터 불러오기 (스파이더맨 클릭하면 불러오게)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633"/>
            <a:ext cx="8532440" cy="591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74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+ ajax (2021.03.08)\예제25 - axios - 네이버 영화 데이터 불러오기 (스파이더맨 클릭하면 불러오게)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94" y="-27654"/>
            <a:ext cx="8196493" cy="40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74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+ ajax (2021.03.08)\예제25 - axios - 네이버 영화 데이터 불러오기 (스파이더맨 클릭하면 불러오게)\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136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74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+ ajax (2021.03.08)\예제25 - axios - 네이버 영화 데이터 불러오기 (스파이더맨 클릭하면 불러오게)\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0"/>
            <a:ext cx="8762802" cy="4399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2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ownloads\리액트 + ajax (2021.03.08)\예제25 - axios - 네이버 영화 데이터 불러오기 (스파이더맨 클릭하면 불러오게)\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" y="4192"/>
            <a:ext cx="8816330" cy="417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2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hb\Downloads\리액트 + ajax (2021.03.08)\예제25 - axios - 네이버 영화 데이터 불러오기 (스파이더맨 클릭하면 불러오게)\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3535"/>
            <a:ext cx="8759321" cy="447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2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2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화면 슬라이드 쇼(4:3)</PresentationFormat>
  <Paragraphs>3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리액트 + AJAX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hb</cp:lastModifiedBy>
  <cp:revision>12</cp:revision>
  <dcterms:created xsi:type="dcterms:W3CDTF">2006-10-05T04:04:58Z</dcterms:created>
  <dcterms:modified xsi:type="dcterms:W3CDTF">2021-03-08T08:09:05Z</dcterms:modified>
</cp:coreProperties>
</file>