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-2214" y="-15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23 - axios - 네이버 영화 데이터 불러오기 (스파이더맨)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60" y="0"/>
            <a:ext cx="7572375" cy="654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23 - axios - 네이버 영화 데이터 불러오기 (스파이더맨)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88424" cy="564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64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+ ajax (2021.03.08)\예제23 - axios - 네이버 영화 데이터 불러오기 (스파이더맨)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7225" cy="477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64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+ ajax (2021.03.08)\예제23 - axios - 네이버 영화 데이터 불러오기 (스파이더맨)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4666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64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12</cp:revision>
  <dcterms:created xsi:type="dcterms:W3CDTF">2006-10-05T04:04:58Z</dcterms:created>
  <dcterms:modified xsi:type="dcterms:W3CDTF">2021-03-08T08:06:11Z</dcterms:modified>
</cp:coreProperties>
</file>