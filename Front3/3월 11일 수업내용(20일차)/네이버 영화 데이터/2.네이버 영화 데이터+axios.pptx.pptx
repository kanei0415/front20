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5" r:id="rId5"/>
    <p:sldId id="266" r:id="rId6"/>
    <p:sldId id="261" r:id="rId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1284" y="-8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sz="5400" b="1" dirty="0" err="1" smtClean="0"/>
              <a:t>리액트</a:t>
            </a:r>
            <a:r>
              <a:rPr lang="ko-KR" altLang="en-US" sz="5400" b="1" dirty="0" smtClean="0"/>
              <a:t> </a:t>
            </a:r>
            <a:r>
              <a:rPr lang="en-US" altLang="ko-KR" sz="5400" b="1" dirty="0"/>
              <a:t>+ AJAX</a:t>
            </a:r>
            <a:endParaRPr lang="ko-KR" altLang="en-US" sz="5400" b="1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ko-KR" sz="4000" b="1" dirty="0" smtClean="0"/>
              <a:t>React </a:t>
            </a:r>
            <a:r>
              <a:rPr lang="en-US" altLang="ko-KR" sz="4000" b="1" dirty="0"/>
              <a:t>+ AJAX</a:t>
            </a:r>
            <a:endParaRPr lang="ko-KR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458916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b\Downloads\리액트 + ajax (2021.03.08)\예제24 - axios - 네이버 영화 데이터 불러오기 (스파이더맨 state로 넣기)\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8" y="4763"/>
            <a:ext cx="8734425" cy="684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6833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b\Downloads\리액트 + ajax (2021.03.08)\예제24 - axios - 네이버 영화 데이터 불러오기 (스파이더맨 state로 넣기)\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" y="1038225"/>
            <a:ext cx="7124700" cy="478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097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hb\Downloads\리액트 + ajax (2021.03.08)\예제24 - axios - 네이버 영화 데이터 불러오기 (스파이더맨 state로 넣기)\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567113" y="-823913"/>
            <a:ext cx="16278226" cy="8505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097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hb\Downloads\리액트 + ajax (2021.03.08)\예제24 - axios - 네이버 영화 데이터 불러오기 (스파이더맨 state로 넣기)\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910013" y="-900113"/>
            <a:ext cx="16964026" cy="8658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097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47864" y="1988840"/>
            <a:ext cx="511256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4151643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</Words>
  <Application>Microsoft Office PowerPoint</Application>
  <PresentationFormat>화면 슬라이드 쇼(4:3)</PresentationFormat>
  <Paragraphs>3</Paragraphs>
  <Slides>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7" baseType="lpstr">
      <vt:lpstr>Office 테마</vt:lpstr>
      <vt:lpstr>리액트 + AJAX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훅</dc:title>
  <dc:creator>Microsoft Corporation</dc:creator>
  <cp:lastModifiedBy>hb</cp:lastModifiedBy>
  <cp:revision>12</cp:revision>
  <dcterms:created xsi:type="dcterms:W3CDTF">2006-10-05T04:04:58Z</dcterms:created>
  <dcterms:modified xsi:type="dcterms:W3CDTF">2021-03-08T08:10:48Z</dcterms:modified>
</cp:coreProperties>
</file>