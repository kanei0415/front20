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1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284" y="-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</a:t>
            </a:r>
            <a:r>
              <a:rPr lang="en-US" altLang="ko-KR" sz="5400" b="1" dirty="0"/>
              <a:t>+ AJAX</a:t>
            </a:r>
            <a:endParaRPr lang="ko-KR" altLang="en-US" sz="5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/>
              <a:t>React </a:t>
            </a:r>
            <a:r>
              <a:rPr lang="en-US" altLang="ko-KR" sz="4000" b="1" dirty="0"/>
              <a:t>+ AJAX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589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+ ajax (2021.03.08)\예제4 - fetch로 모두 불러온 데이터 중에서 0번째 데이터 검사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12360" cy="632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3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+ ajax (2021.03.08)\예제4 - fetch로 모두 불러온 데이터 중에서 0번째 데이터 검사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084"/>
            <a:ext cx="9144000" cy="263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10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988840"/>
            <a:ext cx="51125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화면 슬라이드 쇼(4:3)</PresentationFormat>
  <Paragraphs>3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리액트 + AJAX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훅</dc:title>
  <dc:creator>Microsoft Corporation</dc:creator>
  <cp:lastModifiedBy>hb</cp:lastModifiedBy>
  <cp:revision>13</cp:revision>
  <dcterms:created xsi:type="dcterms:W3CDTF">2006-10-05T04:04:58Z</dcterms:created>
  <dcterms:modified xsi:type="dcterms:W3CDTF">2021-03-07T16:48:05Z</dcterms:modified>
</cp:coreProperties>
</file>