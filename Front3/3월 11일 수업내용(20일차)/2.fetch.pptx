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2 - fetch로 모두 불러오기 (todos)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63"/>
            <a:ext cx="6588224" cy="645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2 - fetch로 모두 불러오기 (todos)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458" y="0"/>
            <a:ext cx="9142884" cy="4736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7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+ ajax (2021.03.08)\예제2 - fetch로 모두 불러오기 (todos)\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486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7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7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12</cp:revision>
  <dcterms:created xsi:type="dcterms:W3CDTF">2006-10-05T04:04:58Z</dcterms:created>
  <dcterms:modified xsi:type="dcterms:W3CDTF">2021-03-07T16:45:56Z</dcterms:modified>
</cp:coreProperties>
</file>