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1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734" y="-1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5400" b="1" dirty="0" err="1" smtClean="0"/>
              <a:t>리액트</a:t>
            </a:r>
            <a:r>
              <a:rPr lang="ko-KR" altLang="en-US" sz="5400" b="1" dirty="0" smtClean="0"/>
              <a:t> </a:t>
            </a:r>
            <a:r>
              <a:rPr lang="en-US" altLang="ko-KR" sz="5400" b="1" dirty="0"/>
              <a:t>+ AJAX</a:t>
            </a:r>
            <a:endParaRPr lang="ko-KR" altLang="en-US" sz="5400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4000" b="1" dirty="0" smtClean="0"/>
              <a:t>React </a:t>
            </a:r>
            <a:r>
              <a:rPr lang="en-US" altLang="ko-KR" sz="4000" b="1" dirty="0"/>
              <a:t>+ AJAX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45891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+ ajax (2021.03.08)\예제1 - fetch로 한개 불러오기 (todos)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0" y="2655"/>
            <a:ext cx="9109770" cy="468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83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hb\Downloads\리액트 + ajax (2021.03.08)\예제1 - fetch로 한개 불러오기 (todos)\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380312" cy="685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414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+ ajax (2021.03.08)\예제1 - fetch로 한개 불러오기 (todos)\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2"/>
            <a:ext cx="7740352" cy="3567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414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+ ajax (2021.03.08)\예제1 - fetch로 한개 불러오기 (todos)\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748464" cy="523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414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7864" y="1988840"/>
            <a:ext cx="511256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4151643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Office PowerPoint</Application>
  <PresentationFormat>화면 슬라이드 쇼(4:3)</PresentationFormat>
  <Paragraphs>3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리액트 + AJAX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훅</dc:title>
  <dc:creator>Microsoft Corporation</dc:creator>
  <cp:lastModifiedBy>hb</cp:lastModifiedBy>
  <cp:revision>11</cp:revision>
  <dcterms:created xsi:type="dcterms:W3CDTF">2006-10-05T04:04:58Z</dcterms:created>
  <dcterms:modified xsi:type="dcterms:W3CDTF">2021-03-07T16:44:59Z</dcterms:modified>
</cp:coreProperties>
</file>