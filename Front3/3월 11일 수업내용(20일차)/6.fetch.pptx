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6 - fetch로 모두 불러온 데이터 중에서 completed값이 false, true인 데이터 갯수 체크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64288" cy="671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6 - fetch로 모두 불러온 데이터 중에서 completed값이 false, true인 데이터 갯수 체크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67"/>
            <a:ext cx="8829675" cy="604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5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5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5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2021-03-07T16:49:01Z</dcterms:modified>
</cp:coreProperties>
</file>