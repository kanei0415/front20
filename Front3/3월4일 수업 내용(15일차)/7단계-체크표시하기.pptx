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8" r:id="rId3"/>
    <p:sldId id="270" r:id="rId4"/>
    <p:sldId id="257" r:id="rId5"/>
    <p:sldId id="258" r:id="rId6"/>
    <p:sldId id="259" r:id="rId7"/>
    <p:sldId id="272" r:id="rId8"/>
    <p:sldId id="276" r:id="rId9"/>
    <p:sldId id="287" r:id="rId10"/>
    <p:sldId id="277" r:id="rId11"/>
    <p:sldId id="278" r:id="rId12"/>
    <p:sldId id="280" r:id="rId13"/>
    <p:sldId id="262" r:id="rId14"/>
    <p:sldId id="263" r:id="rId15"/>
    <p:sldId id="264" r:id="rId16"/>
    <p:sldId id="265" r:id="rId17"/>
    <p:sldId id="273" r:id="rId18"/>
    <p:sldId id="266" r:id="rId19"/>
    <p:sldId id="267" r:id="rId20"/>
    <p:sldId id="284" r:id="rId21"/>
    <p:sldId id="274" r:id="rId22"/>
    <p:sldId id="290" r:id="rId23"/>
    <p:sldId id="291" r:id="rId24"/>
    <p:sldId id="281" r:id="rId25"/>
    <p:sldId id="268" r:id="rId26"/>
    <p:sldId id="282" r:id="rId27"/>
    <p:sldId id="283" r:id="rId28"/>
    <p:sldId id="285" r:id="rId29"/>
    <p:sldId id="286" r:id="rId30"/>
    <p:sldId id="269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57" autoAdjust="0"/>
  </p:normalViewPr>
  <p:slideViewPr>
    <p:cSldViewPr>
      <p:cViewPr>
        <p:scale>
          <a:sx n="75" d="100"/>
          <a:sy n="75" d="100"/>
        </p:scale>
        <p:origin x="-744" y="-6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15518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628801"/>
            <a:ext cx="9144000" cy="1971650"/>
          </a:xfrm>
        </p:spPr>
        <p:txBody>
          <a:bodyPr>
            <a:normAutofit fontScale="90000"/>
          </a:bodyPr>
          <a:lstStyle/>
          <a:p>
            <a:r>
              <a:rPr lang="en-US" altLang="ko-KR" sz="4800" b="1" dirty="0" smtClean="0"/>
              <a:t>7</a:t>
            </a:r>
            <a:r>
              <a:rPr lang="ko-KR" altLang="en-US" sz="4800" b="1" dirty="0" smtClean="0"/>
              <a:t>단계</a:t>
            </a:r>
            <a:r>
              <a:rPr lang="en-US" altLang="ko-KR" sz="4800" b="1" dirty="0" smtClean="0"/>
              <a:t>.</a:t>
            </a:r>
            <a:br>
              <a:rPr lang="en-US" altLang="ko-KR" sz="4800" b="1" dirty="0" smtClean="0"/>
            </a:b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/>
              <a:t>체크여부 판단하기 </a:t>
            </a:r>
            <a:r>
              <a:rPr lang="en-US" altLang="ko-KR" sz="4800" b="1" dirty="0" smtClean="0"/>
              <a:t>+ </a:t>
            </a:r>
            <a:r>
              <a:rPr lang="ko-KR" altLang="en-US" sz="4800" b="1" dirty="0" smtClean="0"/>
              <a:t>체크표시하기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01774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18471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96336" cy="5179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1" y="0"/>
            <a:ext cx="8664245" cy="636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5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08304" cy="588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03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83"/>
            <a:ext cx="8028384" cy="589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827584" y="15538"/>
            <a:ext cx="7200800" cy="56457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251520" y="594928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토글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Toggle?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이란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똑딱버튼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768" y="3861048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checked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 반전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83668" y="5013176"/>
            <a:ext cx="342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JSON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배열 재설정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6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83"/>
            <a:ext cx="8028384" cy="589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827584" y="15538"/>
            <a:ext cx="7200800" cy="564571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0" y="594928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찾아서 체크여부만 반전시켜서 </a:t>
            </a:r>
            <a:r>
              <a:rPr lang="ko-KR" altLang="en-US" sz="2800" b="1" smtClean="0">
                <a:solidFill>
                  <a:srgbClr val="FF0000"/>
                </a:solidFill>
              </a:rPr>
              <a:t>다시 배열에 저장하는 것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57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524328" cy="3276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91680" y="2925137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this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할당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969224" y="2492896"/>
            <a:ext cx="209872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36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4643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64088" y="285293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토글</a:t>
            </a:r>
            <a:r>
              <a:rPr lang="ko-KR" altLang="en-US" b="1" dirty="0" smtClean="0">
                <a:solidFill>
                  <a:srgbClr val="FF0000"/>
                </a:solidFill>
              </a:rPr>
              <a:t> 버튼을 넘겨줌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5220072" y="2852936"/>
            <a:ext cx="288032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20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82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900" y="0"/>
            <a:ext cx="6090067" cy="6101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92280" cy="61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48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2"/>
            <a:ext cx="6156176" cy="407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9020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377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4644008" y="3429000"/>
            <a:ext cx="122413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3568" y="4077072"/>
            <a:ext cx="5832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비구조화 할당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609"/>
            <a:ext cx="8244408" cy="399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4223446"/>
            <a:ext cx="58326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rgbClr val="FF0000"/>
                </a:solidFill>
              </a:rPr>
              <a:t>t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odo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-item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을 클릭하면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토글함수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실행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(id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값을 넘겨줌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5580112" y="548680"/>
            <a:ext cx="208823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864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609"/>
            <a:ext cx="8244408" cy="399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4223446"/>
            <a:ext cx="58326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&amp;#x2713</a:t>
            </a: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#x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hexadecimal 16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진수를 말함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444208" y="1961813"/>
            <a:ext cx="108012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6275508" y="836712"/>
            <a:ext cx="108012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22204" y="836712"/>
            <a:ext cx="36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checked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따옴표와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‘ </a:t>
            </a: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가장 바깥의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`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 다름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58408" y="2132856"/>
            <a:ext cx="2243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체크마크 문자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020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609"/>
            <a:ext cx="8244408" cy="399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/>
        </p:nvCxnSpPr>
        <p:spPr>
          <a:xfrm>
            <a:off x="1835696" y="1961813"/>
            <a:ext cx="62646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4968044" y="836712"/>
            <a:ext cx="241226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83768" y="2132856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rgbClr val="FF0000"/>
                </a:solidFill>
              </a:rPr>
              <a:t>조건부 </a:t>
            </a:r>
            <a:r>
              <a:rPr lang="ko-KR" altLang="en-US" sz="3200" b="1" dirty="0" err="1" smtClean="0">
                <a:solidFill>
                  <a:srgbClr val="FF0000"/>
                </a:solidFill>
              </a:rPr>
              <a:t>렌더링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250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3609"/>
            <a:ext cx="8244408" cy="399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/>
        </p:nvCxnSpPr>
        <p:spPr>
          <a:xfrm>
            <a:off x="1835696" y="1961813"/>
            <a:ext cx="626469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4968044" y="836712"/>
            <a:ext cx="241226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83768" y="2132856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조건부 </a:t>
            </a:r>
            <a:r>
              <a:rPr lang="ko-KR" altLang="en-US" sz="3200" b="1" dirty="0" err="1" smtClean="0">
                <a:solidFill>
                  <a:srgbClr val="FF0000"/>
                </a:solidFill>
              </a:rPr>
              <a:t>렌더링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4353024"/>
            <a:ext cx="8712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checked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true, false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여부에 따라서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endParaRPr lang="en-US" altLang="ko-KR" sz="3200" b="1" dirty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표시 여부 결정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 flipV="1">
            <a:off x="4968044" y="836712"/>
            <a:ext cx="324036" cy="360040"/>
          </a:xfrm>
          <a:prstGeom prst="straightConnector1">
            <a:avLst/>
          </a:prstGeom>
          <a:ln w="508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2051720" y="1952836"/>
            <a:ext cx="324036" cy="360040"/>
          </a:xfrm>
          <a:prstGeom prst="straightConnector1">
            <a:avLst/>
          </a:prstGeom>
          <a:ln w="508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135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6765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2175"/>
            <a:ext cx="4448175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573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" y="0"/>
            <a:ext cx="7083179" cy="6039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570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36496" cy="3668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7560332" y="980728"/>
            <a:ext cx="9001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381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" y="-1"/>
            <a:ext cx="9020255" cy="379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7560332" y="980728"/>
            <a:ext cx="9001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45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4" y="0"/>
            <a:ext cx="9146704" cy="459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6876256" y="764704"/>
            <a:ext cx="172819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971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1" y="0"/>
            <a:ext cx="9144000" cy="4602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6876256" y="764704"/>
            <a:ext cx="172819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449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82</Words>
  <Application>Microsoft Office PowerPoint</Application>
  <PresentationFormat>화면 슬라이드 쇼(4:3)</PresentationFormat>
  <Paragraphs>29</Paragraphs>
  <Slides>30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1" baseType="lpstr">
      <vt:lpstr>Office 테마</vt:lpstr>
      <vt:lpstr>To do list 프로젝트</vt:lpstr>
      <vt:lpstr>7단계.  체크여부 판단하기 + 체크표시하기</vt:lpstr>
      <vt:lpstr>Form.js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TodoItemList.js</vt:lpstr>
      <vt:lpstr>PowerPoint 프레젠테이션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hb</cp:lastModifiedBy>
  <cp:revision>26</cp:revision>
  <dcterms:created xsi:type="dcterms:W3CDTF">2006-10-05T04:04:58Z</dcterms:created>
  <dcterms:modified xsi:type="dcterms:W3CDTF">2020-08-31T21:24:12Z</dcterms:modified>
</cp:coreProperties>
</file>