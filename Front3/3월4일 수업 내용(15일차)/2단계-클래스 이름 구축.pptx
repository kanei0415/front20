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2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69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57" autoAdjust="0"/>
  </p:normalViewPr>
  <p:slideViewPr>
    <p:cSldViewPr>
      <p:cViewPr varScale="1">
        <p:scale>
          <a:sx n="97" d="100"/>
          <a:sy n="97" d="100"/>
        </p:scale>
        <p:origin x="-114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 do list </a:t>
            </a:r>
            <a:r>
              <a:rPr lang="ko-KR" altLang="en-US" sz="4800" b="1" dirty="0" smtClean="0"/>
              <a:t>프로젝트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89118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800" b="1" dirty="0" smtClean="0"/>
              <a:t>2</a:t>
            </a:r>
            <a:r>
              <a:rPr lang="ko-KR" altLang="en-US" sz="4800" b="1" dirty="0" smtClean="0"/>
              <a:t>단계 </a:t>
            </a:r>
            <a:r>
              <a:rPr lang="ko-KR" altLang="en-US" sz="4800" b="1" dirty="0" smtClean="0"/>
              <a:t>파일 </a:t>
            </a:r>
            <a:r>
              <a:rPr lang="ko-KR" altLang="en-US" sz="4800" b="1" dirty="0" smtClean="0"/>
              <a:t>구성하기</a:t>
            </a: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en-US" altLang="ko-KR" sz="4800" b="1" dirty="0" smtClean="0"/>
              <a:t>(</a:t>
            </a:r>
            <a:r>
              <a:rPr lang="ko-KR" altLang="en-US" sz="4800" b="1" dirty="0" smtClean="0"/>
              <a:t>클래스 이름 구성</a:t>
            </a:r>
            <a:r>
              <a:rPr lang="en-US" altLang="ko-KR" sz="4800" b="1" smtClean="0"/>
              <a:t>)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65488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Form.js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844557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724128" cy="588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75856" y="328498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입력창을</a:t>
            </a:r>
            <a:r>
              <a:rPr lang="ko-KR" altLang="en-US" b="1" dirty="0" smtClean="0">
                <a:solidFill>
                  <a:srgbClr val="FF0000"/>
                </a:solidFill>
              </a:rPr>
              <a:t> 가짐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60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App.js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19366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72400" cy="6214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115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2" y="-1"/>
            <a:ext cx="7293961" cy="6095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987824" y="836712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상태값을</a:t>
            </a:r>
            <a:r>
              <a:rPr lang="ko-KR" altLang="en-US" b="1" dirty="0" smtClean="0">
                <a:solidFill>
                  <a:srgbClr val="FF0000"/>
                </a:solidFill>
              </a:rPr>
              <a:t> 저장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87824" y="1268760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비구조화 할당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11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TodoListTemplate.js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3778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68144" cy="6100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75856" y="2865735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제목영역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31840" y="3789040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입력창이</a:t>
            </a:r>
            <a:r>
              <a:rPr lang="ko-KR" altLang="en-US" b="1" dirty="0" smtClean="0">
                <a:solidFill>
                  <a:srgbClr val="FF0000"/>
                </a:solidFill>
              </a:rPr>
              <a:t> 들어올 영역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829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TodoItemList.js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88018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76256" cy="6499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915816" y="2348880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TodoItem</a:t>
            </a:r>
            <a:r>
              <a:rPr lang="ko-KR" altLang="en-US" b="1" dirty="0" smtClean="0">
                <a:solidFill>
                  <a:srgbClr val="FF0000"/>
                </a:solidFill>
              </a:rPr>
              <a:t>의 상위 컴포넌트인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TodoItemList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82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5356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652120" cy="6121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39752" y="1916832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할일 목록 하나하나인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TodoItem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409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" y="0"/>
            <a:ext cx="8090314" cy="2983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570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89"/>
            <a:ext cx="8676456" cy="3588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1991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4824536"/>
          </a:xfrm>
        </p:spPr>
        <p:txBody>
          <a:bodyPr>
            <a:normAutofit/>
          </a:bodyPr>
          <a:lstStyle/>
          <a:p>
            <a:r>
              <a:rPr lang="ko-KR" altLang="en-US" sz="9600" b="1" dirty="0" smtClean="0"/>
              <a:t>끝</a:t>
            </a:r>
            <a:endParaRPr lang="ko-KR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1880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</Words>
  <Application>Microsoft Office PowerPoint</Application>
  <PresentationFormat>화면 슬라이드 쇼(4:3)</PresentationFormat>
  <Paragraphs>19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테마</vt:lpstr>
      <vt:lpstr>To do list 프로젝트</vt:lpstr>
      <vt:lpstr>2단계 파일 구성하기 (클래스 이름 구성)</vt:lpstr>
      <vt:lpstr>Form.js</vt:lpstr>
      <vt:lpstr>PowerPoint 프레젠테이션</vt:lpstr>
      <vt:lpstr>App.js</vt:lpstr>
      <vt:lpstr>PowerPoint 프레젠테이션</vt:lpstr>
      <vt:lpstr>PowerPoint 프레젠테이션</vt:lpstr>
      <vt:lpstr>TodoListTemplate.js</vt:lpstr>
      <vt:lpstr>PowerPoint 프레젠테이션</vt:lpstr>
      <vt:lpstr>TodoItemList.js</vt:lpstr>
      <vt:lpstr>PowerPoint 프레젠테이션</vt:lpstr>
      <vt:lpstr>TodoItem.js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연습문제</dc:title>
  <dc:creator>Microsoft Corporation</dc:creator>
  <cp:lastModifiedBy>hb</cp:lastModifiedBy>
  <cp:revision>15</cp:revision>
  <dcterms:created xsi:type="dcterms:W3CDTF">2006-10-05T04:04:58Z</dcterms:created>
  <dcterms:modified xsi:type="dcterms:W3CDTF">2020-09-01T05:27:07Z</dcterms:modified>
</cp:coreProperties>
</file>