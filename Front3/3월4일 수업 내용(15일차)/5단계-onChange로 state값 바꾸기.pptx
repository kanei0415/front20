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0" r:id="rId3"/>
    <p:sldId id="277" r:id="rId4"/>
    <p:sldId id="278" r:id="rId5"/>
    <p:sldId id="279" r:id="rId6"/>
    <p:sldId id="270" r:id="rId7"/>
    <p:sldId id="257" r:id="rId8"/>
    <p:sldId id="258" r:id="rId9"/>
    <p:sldId id="259" r:id="rId10"/>
    <p:sldId id="260" r:id="rId11"/>
    <p:sldId id="281" r:id="rId12"/>
    <p:sldId id="261" r:id="rId13"/>
    <p:sldId id="262" r:id="rId14"/>
    <p:sldId id="263" r:id="rId15"/>
    <p:sldId id="264" r:id="rId16"/>
    <p:sldId id="265" r:id="rId17"/>
    <p:sldId id="271" r:id="rId18"/>
    <p:sldId id="272" r:id="rId19"/>
    <p:sldId id="273" r:id="rId20"/>
    <p:sldId id="266" r:id="rId21"/>
    <p:sldId id="267" r:id="rId22"/>
    <p:sldId id="268" r:id="rId23"/>
    <p:sldId id="275" r:id="rId24"/>
    <p:sldId id="274" r:id="rId25"/>
    <p:sldId id="269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57" autoAdjust="0"/>
  </p:normalViewPr>
  <p:slideViewPr>
    <p:cSldViewPr>
      <p:cViewPr varScale="1">
        <p:scale>
          <a:sx n="109" d="100"/>
          <a:sy n="109" d="100"/>
        </p:scale>
        <p:origin x="129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2870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628801"/>
            <a:ext cx="7772400" cy="1971650"/>
          </a:xfrm>
        </p:spPr>
        <p:txBody>
          <a:bodyPr>
            <a:normAutofit fontScale="90000"/>
          </a:bodyPr>
          <a:lstStyle/>
          <a:p>
            <a:r>
              <a:rPr lang="en-US" altLang="ko-KR" sz="4800" b="1" dirty="0" smtClean="0"/>
              <a:t>5</a:t>
            </a:r>
            <a:r>
              <a:rPr lang="ko-KR" altLang="en-US" sz="4800" b="1" dirty="0" smtClean="0"/>
              <a:t>단계</a:t>
            </a:r>
            <a:r>
              <a:rPr lang="en-US" altLang="ko-KR" sz="4800" b="1" dirty="0" smtClean="0"/>
              <a:t>.</a:t>
            </a:r>
            <a:br>
              <a:rPr lang="en-US" altLang="ko-KR" sz="4800" b="1" dirty="0" smtClean="0"/>
            </a:b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en-US" altLang="ko-KR" sz="4800" b="1" dirty="0" err="1" smtClean="0"/>
              <a:t>onChange</a:t>
            </a:r>
            <a:r>
              <a:rPr lang="ko-KR" altLang="en-US" sz="4800" b="1" dirty="0" smtClean="0"/>
              <a:t>로 </a:t>
            </a:r>
            <a:r>
              <a:rPr lang="en-US" altLang="ko-KR" sz="4800" b="1" dirty="0" smtClean="0"/>
              <a:t>state</a:t>
            </a:r>
            <a:r>
              <a:rPr lang="ko-KR" altLang="en-US" sz="4800" b="1" dirty="0" smtClean="0"/>
              <a:t>값 바꾸기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81939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smtClean="0"/>
              <a:t>파일 구성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32113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3672408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9230"/>
            <a:ext cx="3312368" cy="367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9788" y="4005064"/>
            <a:ext cx="2860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가장 상위 파일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App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3968" y="4055235"/>
            <a:ext cx="4788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TodoListTemplate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은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TodoItemList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와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Form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상위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9788" y="4805536"/>
            <a:ext cx="39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모든 컴포넌트의 상위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9512" y="3933056"/>
            <a:ext cx="3816424" cy="13681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288818" y="3938650"/>
            <a:ext cx="4675670" cy="13681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83968" y="5512560"/>
            <a:ext cx="4788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TodoItemList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 err="1">
                <a:solidFill>
                  <a:srgbClr val="FF0000"/>
                </a:solidFill>
              </a:rPr>
              <a:t>TodoItem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상위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288818" y="5395975"/>
            <a:ext cx="4675670" cy="13681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23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23528" y="764704"/>
            <a:ext cx="2736304" cy="20882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372200" y="4675406"/>
            <a:ext cx="2196244" cy="192194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3528" y="340583"/>
            <a:ext cx="2860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App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2427" y="1415948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0070C0"/>
                </a:solidFill>
              </a:rPr>
              <a:t>TodoListTemplate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2427" y="1393847"/>
            <a:ext cx="2361381" cy="522985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334197" y="2360833"/>
            <a:ext cx="3254027" cy="2076279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563888" y="2652881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00B050"/>
                </a:solidFill>
              </a:rPr>
              <a:t>form</a:t>
            </a:r>
            <a:endParaRPr lang="ko-KR" altLang="en-US" sz="2000" b="1" dirty="0">
              <a:solidFill>
                <a:srgbClr val="00B05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563888" y="2630780"/>
            <a:ext cx="2361381" cy="522985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63887" y="3421073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chemeClr val="accent6">
                    <a:lumMod val="75000"/>
                  </a:schemeClr>
                </a:solidFill>
              </a:rPr>
              <a:t>TodoItemList</a:t>
            </a:r>
            <a:endParaRPr lang="ko-KR" alt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563887" y="3398972"/>
            <a:ext cx="2361381" cy="52298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>
            <a:stCxn id="8" idx="2"/>
          </p:cNvCxnSpPr>
          <p:nvPr/>
        </p:nvCxnSpPr>
        <p:spPr>
          <a:xfrm>
            <a:off x="1663118" y="1916832"/>
            <a:ext cx="1612738" cy="1482140"/>
          </a:xfrm>
          <a:prstGeom prst="straightConnector1">
            <a:avLst/>
          </a:prstGeom>
          <a:ln w="508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3" idx="2"/>
            <a:endCxn id="5" idx="1"/>
          </p:cNvCxnSpPr>
          <p:nvPr/>
        </p:nvCxnSpPr>
        <p:spPr>
          <a:xfrm>
            <a:off x="4744578" y="3921957"/>
            <a:ext cx="1627622" cy="1714422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8224" y="5156172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7030A0"/>
                </a:solidFill>
              </a:rPr>
              <a:t>TodoItem</a:t>
            </a:r>
            <a:endParaRPr lang="ko-KR" altLang="en-US" sz="2000" b="1" dirty="0">
              <a:solidFill>
                <a:srgbClr val="7030A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588225" y="5134071"/>
            <a:ext cx="1584176" cy="502307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319314" y="1913555"/>
            <a:ext cx="236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0070C0"/>
                </a:solidFill>
              </a:rPr>
              <a:t>TodoListTemplate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0233" y="4237057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chemeClr val="accent6">
                    <a:lumMod val="75000"/>
                  </a:schemeClr>
                </a:solidFill>
              </a:rPr>
              <a:t>TodoItemList</a:t>
            </a:r>
            <a:endParaRPr lang="ko-KR" alt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65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39845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8" y="9525"/>
            <a:ext cx="7649736" cy="5311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00937" y="3356992"/>
            <a:ext cx="4124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넘겨받은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input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값과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handleChange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함수를 사용 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653136"/>
            <a:ext cx="40195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716016" y="4637355"/>
            <a:ext cx="4019550" cy="15302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843808" y="3284984"/>
            <a:ext cx="174754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4788024" y="3284984"/>
            <a:ext cx="26642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0" y="0"/>
            <a:ext cx="7654473" cy="588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115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426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971600" y="0"/>
            <a:ext cx="3816424" cy="184482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11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426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01895" y="1128611"/>
            <a:ext cx="3240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이벤트가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발생한곳의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value</a:t>
            </a:r>
            <a:r>
              <a:rPr lang="ko-KR" altLang="en-US" b="1" dirty="0" smtClean="0">
                <a:solidFill>
                  <a:srgbClr val="FF0000"/>
                </a:solidFill>
              </a:rPr>
              <a:t>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i</a:t>
            </a:r>
            <a:r>
              <a:rPr lang="en-US" altLang="ko-KR" b="1" dirty="0" smtClean="0">
                <a:solidFill>
                  <a:srgbClr val="FF0000"/>
                </a:solidFill>
              </a:rPr>
              <a:t>nput </a:t>
            </a:r>
            <a:r>
              <a:rPr lang="ko-KR" altLang="en-US" b="1" dirty="0" smtClean="0">
                <a:solidFill>
                  <a:srgbClr val="FF0000"/>
                </a:solidFill>
              </a:rPr>
              <a:t>값으로 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1600" y="0"/>
            <a:ext cx="3816424" cy="184482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2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71"/>
            <a:ext cx="6876256" cy="5501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00938" y="2050478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입력창에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input</a:t>
            </a:r>
            <a:r>
              <a:rPr lang="ko-KR" altLang="en-US" b="1" dirty="0" smtClean="0">
                <a:solidFill>
                  <a:srgbClr val="FF0000"/>
                </a:solidFill>
              </a:rPr>
              <a:t>값과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handleChange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함수를 넘김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10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56176" cy="6264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60432" cy="341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48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5434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867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93" y="9713"/>
            <a:ext cx="7173781" cy="482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867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867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68"/>
            <a:ext cx="5580112" cy="5949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42"/>
            <a:ext cx="7596336" cy="5137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1570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2" y="0"/>
            <a:ext cx="9015403" cy="51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8251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8" y="0"/>
            <a:ext cx="9144248" cy="5059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3980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63</Words>
  <Application>Microsoft Office PowerPoint</Application>
  <PresentationFormat>화면 슬라이드 쇼(4:3)</PresentationFormat>
  <Paragraphs>31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To do list 프로젝트</vt:lpstr>
      <vt:lpstr>5단계.  onChange로 state값 바꾸기</vt:lpstr>
      <vt:lpstr>파일 구성</vt:lpstr>
      <vt:lpstr>PowerPoint 프레젠테이션</vt:lpstr>
      <vt:lpstr>PowerPoint 프레젠테이션</vt:lpstr>
      <vt:lpstr>Form.js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TodoItemList.js</vt:lpstr>
      <vt:lpstr>PowerPoint 프레젠테이션</vt:lpstr>
      <vt:lpstr>PowerPoint 프레젠테이션</vt:lpstr>
      <vt:lpstr>PowerPoint 프레젠테이션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Windows 사용자</cp:lastModifiedBy>
  <cp:revision>18</cp:revision>
  <dcterms:created xsi:type="dcterms:W3CDTF">2006-10-05T04:04:58Z</dcterms:created>
  <dcterms:modified xsi:type="dcterms:W3CDTF">2021-03-04T09:25:40Z</dcterms:modified>
</cp:coreProperties>
</file>