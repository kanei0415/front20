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70" r:id="rId4"/>
    <p:sldId id="257" r:id="rId5"/>
    <p:sldId id="258" r:id="rId6"/>
    <p:sldId id="259" r:id="rId7"/>
    <p:sldId id="260" r:id="rId8"/>
    <p:sldId id="261" r:id="rId9"/>
    <p:sldId id="272" r:id="rId10"/>
    <p:sldId id="262" r:id="rId11"/>
    <p:sldId id="263" r:id="rId12"/>
    <p:sldId id="274" r:id="rId13"/>
    <p:sldId id="264" r:id="rId14"/>
    <p:sldId id="275" r:id="rId15"/>
    <p:sldId id="276" r:id="rId16"/>
    <p:sldId id="266" r:id="rId17"/>
    <p:sldId id="267" r:id="rId18"/>
    <p:sldId id="277" r:id="rId19"/>
    <p:sldId id="268" r:id="rId20"/>
    <p:sldId id="269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3" autoAdjust="0"/>
    <p:restoredTop sz="94657" autoAdjust="0"/>
  </p:normalViewPr>
  <p:slideViewPr>
    <p:cSldViewPr>
      <p:cViewPr>
        <p:scale>
          <a:sx n="116" d="100"/>
          <a:sy n="116" d="100"/>
        </p:scale>
        <p:origin x="56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 do list </a:t>
            </a:r>
            <a:r>
              <a:rPr lang="ko-KR" altLang="en-US" sz="4800" b="1" dirty="0" smtClean="0"/>
              <a:t>프로젝트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89118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3</a:t>
            </a:r>
            <a:r>
              <a:rPr lang="ko-KR" altLang="en-US" sz="4800" b="1" dirty="0" smtClean="0"/>
              <a:t>단계 입력 폼 넘겨주기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79006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Form.js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21287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2160" cy="6382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6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App.js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19366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956376" cy="585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55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48779" cy="278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011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0" y="-1"/>
            <a:ext cx="6663912" cy="331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03648" y="764704"/>
            <a:ext cx="774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TodoListTemplate</a:t>
            </a:r>
            <a:r>
              <a:rPr lang="ko-KR" altLang="en-US" b="1" dirty="0" smtClean="0">
                <a:solidFill>
                  <a:srgbClr val="FF0000"/>
                </a:solidFill>
              </a:rPr>
              <a:t>에게 </a:t>
            </a:r>
            <a:r>
              <a:rPr lang="en-US" altLang="ko-KR" b="1" dirty="0" smtClean="0">
                <a:solidFill>
                  <a:srgbClr val="FF0000"/>
                </a:solidFill>
              </a:rPr>
              <a:t>Form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컴포넌트를 </a:t>
            </a:r>
            <a:r>
              <a:rPr lang="en-US" altLang="ko-KR" b="1" dirty="0" smtClean="0">
                <a:solidFill>
                  <a:srgbClr val="FF0000"/>
                </a:solidFill>
              </a:rPr>
              <a:t>form</a:t>
            </a:r>
            <a:r>
              <a:rPr lang="ko-KR" altLang="en-US" b="1" dirty="0" smtClean="0">
                <a:solidFill>
                  <a:srgbClr val="FF0000"/>
                </a:solidFill>
              </a:rPr>
              <a:t>이라는 이름으로 넘겨줌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81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2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TodoListTemplate.js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9377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24128" cy="5897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627784" y="3645024"/>
            <a:ext cx="439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넘겨받은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입력창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form (Form.js)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82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008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TodoItemList.js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68801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32240" cy="60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999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999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smtClean="0"/>
              <a:t>TodoItem.js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5356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2160" cy="636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9409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55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" y="-73"/>
            <a:ext cx="8527006" cy="317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570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4824536"/>
          </a:xfrm>
        </p:spPr>
        <p:txBody>
          <a:bodyPr>
            <a:normAutofit/>
          </a:bodyPr>
          <a:lstStyle/>
          <a:p>
            <a:r>
              <a:rPr lang="ko-KR" altLang="en-US" sz="9600" b="1" dirty="0" smtClean="0"/>
              <a:t>끝</a:t>
            </a:r>
            <a:endParaRPr lang="ko-KR" alt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1880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</Words>
  <Application>Microsoft Office PowerPoint</Application>
  <PresentationFormat>화면 슬라이드 쇼(4:3)</PresentationFormat>
  <Paragraphs>10</Paragraphs>
  <Slides>20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To do list 프로젝트</vt:lpstr>
      <vt:lpstr>3단계 입력 폼 넘겨주기</vt:lpstr>
      <vt:lpstr>Form.js</vt:lpstr>
      <vt:lpstr>PowerPoint 프레젠테이션</vt:lpstr>
      <vt:lpstr>App.js</vt:lpstr>
      <vt:lpstr>PowerPoint 프레젠테이션</vt:lpstr>
      <vt:lpstr>PowerPoint 프레젠테이션</vt:lpstr>
      <vt:lpstr>PowerPoint 프레젠테이션</vt:lpstr>
      <vt:lpstr>PowerPoint 프레젠테이션</vt:lpstr>
      <vt:lpstr>TodoListTemplate.js</vt:lpstr>
      <vt:lpstr>PowerPoint 프레젠테이션</vt:lpstr>
      <vt:lpstr>PowerPoint 프레젠테이션</vt:lpstr>
      <vt:lpstr>TodoItemList.js</vt:lpstr>
      <vt:lpstr>PowerPoint 프레젠테이션</vt:lpstr>
      <vt:lpstr>PowerPoint 프레젠테이션</vt:lpstr>
      <vt:lpstr>TodoItem.js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연습문제</dc:title>
  <dc:creator>Microsoft Corporation</dc:creator>
  <cp:lastModifiedBy>hb</cp:lastModifiedBy>
  <cp:revision>14</cp:revision>
  <dcterms:created xsi:type="dcterms:W3CDTF">2006-10-05T04:04:58Z</dcterms:created>
  <dcterms:modified xsi:type="dcterms:W3CDTF">2020-09-01T05:29:33Z</dcterms:modified>
</cp:coreProperties>
</file>