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91" r:id="rId2"/>
    <p:sldId id="292" r:id="rId3"/>
    <p:sldId id="276" r:id="rId4"/>
    <p:sldId id="257" r:id="rId5"/>
    <p:sldId id="278" r:id="rId6"/>
    <p:sldId id="258" r:id="rId7"/>
    <p:sldId id="270" r:id="rId8"/>
    <p:sldId id="271" r:id="rId9"/>
    <p:sldId id="282" r:id="rId10"/>
    <p:sldId id="283" r:id="rId11"/>
    <p:sldId id="293" r:id="rId12"/>
    <p:sldId id="284" r:id="rId13"/>
    <p:sldId id="285" r:id="rId14"/>
    <p:sldId id="286" r:id="rId15"/>
    <p:sldId id="262" r:id="rId16"/>
    <p:sldId id="263" r:id="rId17"/>
    <p:sldId id="279" r:id="rId18"/>
    <p:sldId id="264" r:id="rId19"/>
    <p:sldId id="280" r:id="rId20"/>
    <p:sldId id="287" r:id="rId21"/>
    <p:sldId id="281" r:id="rId22"/>
    <p:sldId id="266" r:id="rId23"/>
    <p:sldId id="267" r:id="rId24"/>
    <p:sldId id="268" r:id="rId25"/>
    <p:sldId id="294" r:id="rId26"/>
    <p:sldId id="295" r:id="rId27"/>
    <p:sldId id="297" r:id="rId28"/>
    <p:sldId id="298" r:id="rId29"/>
    <p:sldId id="299" r:id="rId30"/>
    <p:sldId id="300" r:id="rId31"/>
    <p:sldId id="296" r:id="rId32"/>
    <p:sldId id="288" r:id="rId33"/>
    <p:sldId id="277" r:id="rId34"/>
    <p:sldId id="289" r:id="rId35"/>
    <p:sldId id="302" r:id="rId36"/>
    <p:sldId id="301" r:id="rId37"/>
    <p:sldId id="290" r:id="rId38"/>
    <p:sldId id="269" r:id="rId3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78915" autoAdjust="0"/>
  </p:normalViewPr>
  <p:slideViewPr>
    <p:cSldViewPr>
      <p:cViewPr>
        <p:scale>
          <a:sx n="75" d="100"/>
          <a:sy n="75" d="100"/>
        </p:scale>
        <p:origin x="-744" y="-3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E9D8E8-F6A5-4977-ADB6-91951F3E2A76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05B07D-7043-422A-AB50-B59FC195A6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844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stopPropagation</a:t>
            </a:r>
            <a:r>
              <a:rPr lang="en-US" altLang="ko-K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객체의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버블링을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제거해줍니다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버블링이란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이벤트가 연속하여 발생하는 버블 현상</a:t>
            </a:r>
            <a:endParaRPr lang="en-US" altLang="ko-KR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클릭 시점에 해당 위치에서 이벤트가 발생하고 발생하고 </a:t>
            </a:r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다시 겹쳐진 요소를 올라가면서 해당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엘리먼트의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이벤트를 다시 발생시키는 현상을 의미합니다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5B07D-7043-422A-AB50-B59FC195A667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653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stopPropagation</a:t>
            </a:r>
            <a:r>
              <a:rPr lang="en-US" altLang="ko-K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객체의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버블링을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제거해줍니다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버블링이란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이벤트가 연속하여 발생하는 버블 현상</a:t>
            </a:r>
            <a:endParaRPr lang="en-US" altLang="ko-KR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클릭 시점에 해당 위치에서 이벤트가 발생하고 발생하고 </a:t>
            </a:r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다시 겹쳐진 요소를 올라가면서 해당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엘리먼트의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이벤트를 다시 발생시키는 현상을 의미합니다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5B07D-7043-422A-AB50-B59FC195A667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653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 do list </a:t>
            </a:r>
            <a:r>
              <a:rPr lang="ko-KR" altLang="en-US" sz="4800" b="1" dirty="0" smtClean="0"/>
              <a:t>프로젝트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155185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628801"/>
            <a:ext cx="9144000" cy="1971650"/>
          </a:xfrm>
        </p:spPr>
        <p:txBody>
          <a:bodyPr>
            <a:normAutofit fontScale="90000"/>
          </a:bodyPr>
          <a:lstStyle/>
          <a:p>
            <a:r>
              <a:rPr lang="en-US" altLang="ko-KR" sz="4800" b="1" dirty="0" smtClean="0"/>
              <a:t>8</a:t>
            </a:r>
            <a:r>
              <a:rPr lang="ko-KR" altLang="en-US" sz="4800" b="1" dirty="0" smtClean="0"/>
              <a:t>단계</a:t>
            </a:r>
            <a:r>
              <a:rPr lang="en-US" altLang="ko-KR" sz="4800" b="1" dirty="0" smtClean="0"/>
              <a:t>.</a:t>
            </a:r>
            <a:br>
              <a:rPr lang="en-US" altLang="ko-KR" sz="4800" b="1" dirty="0" smtClean="0"/>
            </a:br>
            <a:r>
              <a:rPr lang="en-US" altLang="ko-KR" sz="4800" b="1" dirty="0" smtClean="0"/>
              <a:t/>
            </a:r>
            <a:br>
              <a:rPr lang="en-US" altLang="ko-KR" sz="4800" b="1" dirty="0" smtClean="0"/>
            </a:br>
            <a:r>
              <a:rPr lang="ko-KR" altLang="en-US" sz="4800" b="1" dirty="0" smtClean="0"/>
              <a:t>삭제 버튼 만들기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605380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Form.js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998044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8" y="-14831"/>
            <a:ext cx="8015425" cy="5507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1604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474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App.js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193663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452320" cy="5458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2169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66"/>
            <a:ext cx="7452320" cy="6073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2169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7812360" cy="5645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8937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09000" cy="270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39552" y="3036270"/>
            <a:ext cx="54726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 smtClean="0">
                <a:solidFill>
                  <a:srgbClr val="FF0000"/>
                </a:solidFill>
              </a:rPr>
              <a:t>삭제 기능 함수</a:t>
            </a:r>
            <a:endParaRPr lang="ko-KR" altLang="en-US" sz="4000" b="1" dirty="0">
              <a:solidFill>
                <a:srgbClr val="FF0000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115616" y="-20644"/>
            <a:ext cx="7393384" cy="236952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937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09000" cy="270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39552" y="3036270"/>
            <a:ext cx="547260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 smtClean="0">
                <a:solidFill>
                  <a:srgbClr val="FF0000"/>
                </a:solidFill>
              </a:rPr>
              <a:t>필터를 이용하여</a:t>
            </a:r>
            <a:endParaRPr lang="en-US" altLang="ko-KR" sz="4000" b="1" dirty="0" smtClean="0">
              <a:solidFill>
                <a:srgbClr val="FF0000"/>
              </a:solidFill>
            </a:endParaRPr>
          </a:p>
          <a:p>
            <a:endParaRPr lang="en-US" altLang="ko-KR" sz="4000" b="1" dirty="0">
              <a:solidFill>
                <a:srgbClr val="FF0000"/>
              </a:solidFill>
            </a:endParaRPr>
          </a:p>
          <a:p>
            <a:r>
              <a:rPr lang="ko-KR" altLang="en-US" sz="4000" b="1" dirty="0" smtClean="0">
                <a:solidFill>
                  <a:srgbClr val="FF0000"/>
                </a:solidFill>
              </a:rPr>
              <a:t>선택한 </a:t>
            </a:r>
            <a:r>
              <a:rPr lang="en-US" altLang="ko-KR" sz="4000" b="1" dirty="0" smtClean="0">
                <a:solidFill>
                  <a:srgbClr val="FF0000"/>
                </a:solidFill>
              </a:rPr>
              <a:t>id</a:t>
            </a:r>
            <a:r>
              <a:rPr lang="ko-KR" altLang="en-US" sz="4000" b="1" dirty="0" smtClean="0">
                <a:solidFill>
                  <a:srgbClr val="FF0000"/>
                </a:solidFill>
              </a:rPr>
              <a:t>와 </a:t>
            </a:r>
            <a:r>
              <a:rPr lang="ko-KR" altLang="en-US" sz="4000" b="1" dirty="0" err="1" smtClean="0">
                <a:solidFill>
                  <a:srgbClr val="FF0000"/>
                </a:solidFill>
              </a:rPr>
              <a:t>다른것만</a:t>
            </a:r>
            <a:endParaRPr lang="en-US" altLang="ko-KR" sz="4000" b="1" dirty="0" smtClean="0">
              <a:solidFill>
                <a:srgbClr val="FF0000"/>
              </a:solidFill>
            </a:endParaRPr>
          </a:p>
          <a:p>
            <a:endParaRPr lang="en-US" altLang="ko-KR" sz="4000" b="1" dirty="0">
              <a:solidFill>
                <a:srgbClr val="FF0000"/>
              </a:solidFill>
            </a:endParaRPr>
          </a:p>
          <a:p>
            <a:r>
              <a:rPr lang="ko-KR" altLang="en-US" sz="4000" b="1" dirty="0" smtClean="0">
                <a:solidFill>
                  <a:srgbClr val="FF0000"/>
                </a:solidFill>
              </a:rPr>
              <a:t>배열에 다시 저장</a:t>
            </a:r>
            <a:endParaRPr lang="ko-KR" altLang="en-US" sz="4000" b="1" dirty="0">
              <a:solidFill>
                <a:srgbClr val="FF0000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115616" y="-20644"/>
            <a:ext cx="7393384" cy="236952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41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452320" cy="3619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47664" y="3635489"/>
            <a:ext cx="3888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srgbClr val="FF0000"/>
                </a:solidFill>
              </a:rPr>
              <a:t>this 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할당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1969224" y="2852936"/>
            <a:ext cx="209872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8937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687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939680" y="2636912"/>
            <a:ext cx="3888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srgbClr val="FF0000"/>
                </a:solidFill>
              </a:rPr>
              <a:t>삭제 기능 넘겨주기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6588224" y="2276872"/>
            <a:ext cx="2232248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158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2158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TodoListTemplate.js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93778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72200" cy="6484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4829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583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TodoItemList.js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688018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72200" cy="6337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911080" y="2876141"/>
            <a:ext cx="3888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srgbClr val="FF0000"/>
                </a:solidFill>
              </a:rPr>
              <a:t>넘겨받은 삭제 기능 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3794956" y="2636912"/>
            <a:ext cx="92106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63480" y="1484784"/>
            <a:ext cx="3888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srgbClr val="FF0000"/>
                </a:solidFill>
              </a:rPr>
              <a:t>비구조화 할당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1835696" y="5013176"/>
            <a:ext cx="216024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50468" y="5157192"/>
            <a:ext cx="53490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 smtClean="0">
                <a:solidFill>
                  <a:srgbClr val="FF0000"/>
                </a:solidFill>
              </a:rPr>
              <a:t>TodoItem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에 다시 넘겨주기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454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326"/>
            <a:ext cx="7884368" cy="523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78043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44543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TodoItem.js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853560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2862"/>
            <a:ext cx="8604448" cy="3192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94093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790" y="-1"/>
            <a:ext cx="8568230" cy="5324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15708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790" y="-1"/>
            <a:ext cx="8568230" cy="5324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1547664" y="548680"/>
            <a:ext cx="6984776" cy="122413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27884" y="1160748"/>
            <a:ext cx="1908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삭제 버튼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32" y="5517232"/>
            <a:ext cx="5999496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31032" y="6237312"/>
            <a:ext cx="48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FF0000"/>
                </a:solidFill>
              </a:rPr>
              <a:t>&amp;times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는 곱셈기호 모양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781182" y="1445604"/>
            <a:ext cx="990618" cy="32721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1989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790" y="-1"/>
            <a:ext cx="8568230" cy="5324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1547664" y="548680"/>
            <a:ext cx="6984776" cy="122413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27884" y="1160748"/>
            <a:ext cx="1908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삭제 버튼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1032" y="5589240"/>
            <a:ext cx="48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 smtClean="0">
                <a:solidFill>
                  <a:srgbClr val="FF0000"/>
                </a:solidFill>
              </a:rPr>
              <a:t>stopPropagation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1835696" y="1160748"/>
            <a:ext cx="2412629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67623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332656"/>
            <a:ext cx="4752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err="1" smtClean="0">
                <a:solidFill>
                  <a:srgbClr val="FF0000"/>
                </a:solidFill>
              </a:rPr>
              <a:t>stopPropagation</a:t>
            </a:r>
            <a:endParaRPr lang="ko-KR" alt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8876" y="2060848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smtClean="0"/>
              <a:t>event</a:t>
            </a:r>
            <a:r>
              <a:rPr lang="ko-KR" altLang="en-US" sz="4000" b="1" dirty="0" smtClean="0"/>
              <a:t>객체의 </a:t>
            </a:r>
            <a:r>
              <a:rPr lang="ko-KR" altLang="en-US" sz="4000" b="1" dirty="0" err="1" smtClean="0"/>
              <a:t>버블링</a:t>
            </a:r>
            <a:r>
              <a:rPr lang="ko-KR" altLang="en-US" sz="4000" b="1" dirty="0" smtClean="0"/>
              <a:t> 제거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239675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188640"/>
            <a:ext cx="4752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FF0000"/>
                </a:solidFill>
              </a:rPr>
              <a:t>event</a:t>
            </a:r>
            <a:r>
              <a:rPr lang="ko-KR" altLang="en-US" sz="4000" b="1" dirty="0">
                <a:solidFill>
                  <a:srgbClr val="FF0000"/>
                </a:solidFill>
              </a:rPr>
              <a:t>객체의 </a:t>
            </a:r>
            <a:r>
              <a:rPr lang="ko-KR" altLang="en-US" sz="4000" b="1" dirty="0" err="1">
                <a:solidFill>
                  <a:srgbClr val="FF0000"/>
                </a:solidFill>
              </a:rPr>
              <a:t>버블링</a:t>
            </a:r>
            <a:endParaRPr lang="ko-KR" alt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5184" y="1484784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이벤트가 </a:t>
            </a:r>
            <a:endParaRPr lang="en-US" altLang="ko-KR" sz="4000" b="1" dirty="0" smtClean="0"/>
          </a:p>
          <a:p>
            <a:endParaRPr lang="en-US" altLang="ko-KR" sz="4000" b="1" dirty="0"/>
          </a:p>
          <a:p>
            <a:r>
              <a:rPr lang="ko-KR" altLang="en-US" sz="4000" b="1" dirty="0" smtClean="0"/>
              <a:t>연속하여 </a:t>
            </a:r>
            <a:r>
              <a:rPr lang="ko-KR" altLang="en-US" sz="4000" b="1" dirty="0"/>
              <a:t>발생하는 버블 현상</a:t>
            </a:r>
            <a:endParaRPr lang="ko-KR" altLang="en-US" sz="4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-5184" y="4221088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 smtClean="0"/>
              <a:t>공기방울 올라가듯이</a:t>
            </a:r>
            <a:r>
              <a:rPr lang="en-US" altLang="ko-KR" sz="4000" b="1" dirty="0" smtClean="0"/>
              <a:t>…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2600372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1128" y="167556"/>
            <a:ext cx="4752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FF0000"/>
                </a:solidFill>
              </a:rPr>
              <a:t>event</a:t>
            </a:r>
            <a:r>
              <a:rPr lang="ko-KR" altLang="en-US" sz="4000" b="1" dirty="0">
                <a:solidFill>
                  <a:srgbClr val="FF0000"/>
                </a:solidFill>
              </a:rPr>
              <a:t>객체의 </a:t>
            </a:r>
            <a:r>
              <a:rPr lang="ko-KR" altLang="en-US" sz="4000" b="1" dirty="0" err="1">
                <a:solidFill>
                  <a:srgbClr val="FF0000"/>
                </a:solidFill>
              </a:rPr>
              <a:t>버블링</a:t>
            </a:r>
            <a:endParaRPr lang="ko-KR" alt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196752"/>
            <a:ext cx="9144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클릭 시점에 </a:t>
            </a:r>
            <a:endParaRPr lang="en-US" altLang="ko-KR" sz="4000" b="1" dirty="0" smtClean="0"/>
          </a:p>
          <a:p>
            <a:endParaRPr lang="en-US" altLang="ko-KR" sz="4000" b="1" dirty="0"/>
          </a:p>
          <a:p>
            <a:r>
              <a:rPr lang="ko-KR" altLang="en-US" sz="4000" b="1" dirty="0" smtClean="0"/>
              <a:t>해당 </a:t>
            </a:r>
            <a:r>
              <a:rPr lang="ko-KR" altLang="en-US" sz="4000" b="1" dirty="0"/>
              <a:t>위치에서 이벤트가 </a:t>
            </a:r>
            <a:r>
              <a:rPr lang="ko-KR" altLang="en-US" sz="4000" b="1" dirty="0" smtClean="0"/>
              <a:t>발생하고</a:t>
            </a:r>
            <a:endParaRPr lang="en-US" altLang="ko-KR" sz="4000" b="1" dirty="0" smtClean="0"/>
          </a:p>
          <a:p>
            <a:endParaRPr lang="en-US" altLang="ko-KR" sz="4000" b="1" dirty="0"/>
          </a:p>
          <a:p>
            <a:r>
              <a:rPr lang="ko-KR" altLang="en-US" sz="4000" b="1" dirty="0"/>
              <a:t>다시 겹쳐진 요소를 올라가면서 </a:t>
            </a:r>
            <a:endParaRPr lang="en-US" altLang="ko-KR" sz="4000" b="1" dirty="0" smtClean="0"/>
          </a:p>
          <a:p>
            <a:endParaRPr lang="en-US" altLang="ko-KR" sz="4000" b="1" dirty="0"/>
          </a:p>
          <a:p>
            <a:r>
              <a:rPr lang="ko-KR" altLang="en-US" sz="4000" b="1" dirty="0" smtClean="0"/>
              <a:t>해당 </a:t>
            </a:r>
            <a:r>
              <a:rPr lang="ko-KR" altLang="en-US" sz="4000" b="1" dirty="0" err="1"/>
              <a:t>엘리먼트의</a:t>
            </a:r>
            <a:r>
              <a:rPr lang="ko-KR" altLang="en-US" sz="4000" b="1" dirty="0"/>
              <a:t> 이벤트를 </a:t>
            </a:r>
            <a:endParaRPr lang="en-US" altLang="ko-KR" sz="4000" b="1" dirty="0" smtClean="0"/>
          </a:p>
          <a:p>
            <a:endParaRPr lang="en-US" altLang="ko-KR" sz="4000" b="1" dirty="0"/>
          </a:p>
          <a:p>
            <a:r>
              <a:rPr lang="ko-KR" altLang="en-US" sz="4000" b="1" dirty="0" smtClean="0"/>
              <a:t>다시 </a:t>
            </a:r>
            <a:r>
              <a:rPr lang="ko-KR" altLang="en-US" sz="4000" b="1" dirty="0"/>
              <a:t>발생시키는 </a:t>
            </a:r>
            <a:r>
              <a:rPr lang="ko-KR" altLang="en-US" sz="4000" b="1" dirty="0" smtClean="0"/>
              <a:t>현상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5787320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790" y="-1"/>
            <a:ext cx="8568230" cy="5324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1547664" y="548680"/>
            <a:ext cx="6984776" cy="122413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27884" y="1160748"/>
            <a:ext cx="1908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삭제 버튼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8042" y="5324450"/>
            <a:ext cx="76868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결국 </a:t>
            </a:r>
            <a:r>
              <a:rPr lang="en-US" altLang="ko-KR" sz="2800" b="1" dirty="0" err="1" smtClean="0">
                <a:solidFill>
                  <a:srgbClr val="FF0000"/>
                </a:solidFill>
              </a:rPr>
              <a:t>stopPropagation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은 </a:t>
            </a:r>
            <a:endParaRPr lang="en-US" altLang="ko-KR" sz="2800" b="1" dirty="0" smtClean="0">
              <a:solidFill>
                <a:srgbClr val="FF0000"/>
              </a:solidFill>
            </a:endParaRPr>
          </a:p>
          <a:p>
            <a:endParaRPr lang="en-US" altLang="ko-KR" sz="2800" b="1" dirty="0">
              <a:solidFill>
                <a:srgbClr val="FF0000"/>
              </a:solidFill>
            </a:endParaRPr>
          </a:p>
          <a:p>
            <a:r>
              <a:rPr lang="en-US" altLang="ko-KR" sz="2800" b="1" dirty="0" smtClean="0">
                <a:solidFill>
                  <a:srgbClr val="FF0000"/>
                </a:solidFill>
              </a:rPr>
              <a:t>event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의 독립적인 실행을 보장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1835696" y="1160748"/>
            <a:ext cx="2412629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9014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790" y="-1"/>
            <a:ext cx="8568230" cy="5324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1547664" y="548680"/>
            <a:ext cx="6984776" cy="122413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27884" y="1160748"/>
            <a:ext cx="1908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삭제 버튼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1032" y="5589240"/>
            <a:ext cx="48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 smtClean="0">
                <a:solidFill>
                  <a:srgbClr val="FF0000"/>
                </a:solidFill>
              </a:rPr>
              <a:t>onRemove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함수 실행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1896480" y="1484784"/>
            <a:ext cx="152339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752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25594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325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0" y="3429039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삭제버튼 </a:t>
            </a:r>
            <a:r>
              <a:rPr lang="en-US" altLang="ko-KR" sz="2400" b="1" dirty="0">
                <a:solidFill>
                  <a:srgbClr val="FF0000"/>
                </a:solidFill>
              </a:rPr>
              <a:t>X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0" y="2204864"/>
            <a:ext cx="323528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97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52261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332656"/>
            <a:ext cx="81369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b="1" dirty="0" err="1" smtClean="0">
                <a:solidFill>
                  <a:srgbClr val="FF0000"/>
                </a:solidFill>
              </a:rPr>
              <a:t>stopPropagation</a:t>
            </a:r>
            <a:r>
              <a:rPr lang="en-US" altLang="ko-KR" sz="48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48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4800" b="1" dirty="0" err="1" smtClean="0">
                <a:solidFill>
                  <a:srgbClr val="FF0000"/>
                </a:solidFill>
              </a:rPr>
              <a:t>안하면</a:t>
            </a:r>
            <a:r>
              <a:rPr lang="en-US" altLang="ko-KR" sz="4800" b="1" dirty="0" smtClean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61202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6" y="-28972"/>
            <a:ext cx="7291908" cy="5302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79512" y="5445224"/>
            <a:ext cx="6048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mtClean="0">
                <a:solidFill>
                  <a:srgbClr val="FF0000"/>
                </a:solidFill>
              </a:rPr>
              <a:t>삭제가 제대로 안됨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5649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2261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980729"/>
            <a:ext cx="7772400" cy="4824536"/>
          </a:xfrm>
        </p:spPr>
        <p:txBody>
          <a:bodyPr>
            <a:normAutofit/>
          </a:bodyPr>
          <a:lstStyle/>
          <a:p>
            <a:r>
              <a:rPr lang="ko-KR" altLang="en-US" sz="9600" b="1" dirty="0" smtClean="0"/>
              <a:t>끝</a:t>
            </a:r>
            <a:endParaRPr lang="ko-KR" alt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2188093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113</Words>
  <Application>Microsoft Office PowerPoint</Application>
  <PresentationFormat>화면 슬라이드 쇼(4:3)</PresentationFormat>
  <Paragraphs>65</Paragraphs>
  <Slides>38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39" baseType="lpstr">
      <vt:lpstr>Office 테마</vt:lpstr>
      <vt:lpstr>To do list 프로젝트</vt:lpstr>
      <vt:lpstr>8단계.  삭제 버튼 만들기</vt:lpstr>
      <vt:lpstr>Form.js</vt:lpstr>
      <vt:lpstr>PowerPoint 프레젠테이션</vt:lpstr>
      <vt:lpstr>PowerPoint 프레젠테이션</vt:lpstr>
      <vt:lpstr>App.js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TodoListTemplate.js</vt:lpstr>
      <vt:lpstr>PowerPoint 프레젠테이션</vt:lpstr>
      <vt:lpstr>PowerPoint 프레젠테이션</vt:lpstr>
      <vt:lpstr>TodoItemList.js</vt:lpstr>
      <vt:lpstr>PowerPoint 프레젠테이션</vt:lpstr>
      <vt:lpstr>PowerPoint 프레젠테이션</vt:lpstr>
      <vt:lpstr>PowerPoint 프레젠테이션</vt:lpstr>
      <vt:lpstr>TodoItem.js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연습문제</dc:title>
  <dc:creator>Microsoft Corporation</dc:creator>
  <cp:lastModifiedBy>hb</cp:lastModifiedBy>
  <cp:revision>25</cp:revision>
  <dcterms:created xsi:type="dcterms:W3CDTF">2006-10-05T04:04:58Z</dcterms:created>
  <dcterms:modified xsi:type="dcterms:W3CDTF">2020-08-31T21:34:51Z</dcterms:modified>
</cp:coreProperties>
</file>