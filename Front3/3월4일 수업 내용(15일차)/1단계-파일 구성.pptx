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3" r:id="rId4"/>
    <p:sldId id="274" r:id="rId5"/>
    <p:sldId id="275" r:id="rId6"/>
    <p:sldId id="272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1" r:id="rId15"/>
    <p:sldId id="264" r:id="rId16"/>
    <p:sldId id="265" r:id="rId17"/>
    <p:sldId id="266" r:id="rId18"/>
    <p:sldId id="267" r:id="rId19"/>
    <p:sldId id="268" r:id="rId20"/>
    <p:sldId id="276" r:id="rId21"/>
    <p:sldId id="269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57" autoAdjust="0"/>
  </p:normalViewPr>
  <p:slideViewPr>
    <p:cSldViewPr>
      <p:cViewPr>
        <p:scale>
          <a:sx n="100" d="100"/>
          <a:sy n="100" d="100"/>
        </p:scale>
        <p:origin x="-7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 do list </a:t>
            </a:r>
            <a:r>
              <a:rPr lang="ko-KR" altLang="en-US" sz="4800" b="1" dirty="0" smtClean="0"/>
              <a:t>프로젝트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293003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1</a:t>
            </a:r>
            <a:r>
              <a:rPr lang="ko-KR" altLang="en-US" sz="4800" b="1" dirty="0" smtClean="0"/>
              <a:t>단계 파일 구성하기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7351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 smtClean="0"/>
              <a:t>파일 구성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583179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3672408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99230"/>
            <a:ext cx="3312368" cy="367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9788" y="4005064"/>
            <a:ext cx="2860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가장 상위 파일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App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3968" y="4055235"/>
            <a:ext cx="4788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TodoListTemplate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은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TodoItemList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와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Form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 상위 컴포넌트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9788" y="4805536"/>
            <a:ext cx="398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모든 컴포넌트의 상위 컴포넌트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9512" y="3933056"/>
            <a:ext cx="3816424" cy="13681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288818" y="3938650"/>
            <a:ext cx="4675670" cy="13681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83968" y="5512560"/>
            <a:ext cx="4788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TodoItemList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는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 err="1">
                <a:solidFill>
                  <a:srgbClr val="FF0000"/>
                </a:solidFill>
              </a:rPr>
              <a:t>TodoItem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 상위 컴포넌트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288818" y="5395975"/>
            <a:ext cx="4675670" cy="13681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32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23528" y="764704"/>
            <a:ext cx="2736304" cy="20882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372200" y="4675406"/>
            <a:ext cx="2196244" cy="1921945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23528" y="340583"/>
            <a:ext cx="2860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App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2427" y="1415948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0070C0"/>
                </a:solidFill>
              </a:rPr>
              <a:t>TodoListTemplate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2427" y="1393847"/>
            <a:ext cx="2361381" cy="522985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334197" y="2360833"/>
            <a:ext cx="3254027" cy="2076279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563888" y="2652881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00B050"/>
                </a:solidFill>
              </a:rPr>
              <a:t>form</a:t>
            </a:r>
            <a:endParaRPr lang="ko-KR" altLang="en-US" sz="2000" b="1" dirty="0">
              <a:solidFill>
                <a:srgbClr val="00B05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563888" y="2630780"/>
            <a:ext cx="2361381" cy="522985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63887" y="3421073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chemeClr val="accent6">
                    <a:lumMod val="75000"/>
                  </a:schemeClr>
                </a:solidFill>
              </a:rPr>
              <a:t>TodoItemList</a:t>
            </a:r>
            <a:endParaRPr lang="ko-KR" alt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563887" y="3398972"/>
            <a:ext cx="2361381" cy="522985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>
            <a:stCxn id="8" idx="2"/>
          </p:cNvCxnSpPr>
          <p:nvPr/>
        </p:nvCxnSpPr>
        <p:spPr>
          <a:xfrm>
            <a:off x="1663118" y="1916832"/>
            <a:ext cx="1612738" cy="1482140"/>
          </a:xfrm>
          <a:prstGeom prst="straightConnector1">
            <a:avLst/>
          </a:prstGeom>
          <a:ln w="508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3" idx="2"/>
            <a:endCxn id="5" idx="1"/>
          </p:cNvCxnSpPr>
          <p:nvPr/>
        </p:nvCxnSpPr>
        <p:spPr>
          <a:xfrm>
            <a:off x="4744578" y="3921957"/>
            <a:ext cx="1627622" cy="1714422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8224" y="5156172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7030A0"/>
                </a:solidFill>
              </a:rPr>
              <a:t>TodoItem</a:t>
            </a:r>
            <a:endParaRPr lang="ko-KR" altLang="en-US" sz="2000" b="1" dirty="0">
              <a:solidFill>
                <a:srgbClr val="7030A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588225" y="5134071"/>
            <a:ext cx="1584176" cy="502307"/>
          </a:xfrm>
          <a:prstGeom prst="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319314" y="1913555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0070C0"/>
                </a:solidFill>
              </a:rPr>
              <a:t>TodoListTemplate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60233" y="4237057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chemeClr val="accent6">
                    <a:lumMod val="75000"/>
                  </a:schemeClr>
                </a:solidFill>
              </a:rPr>
              <a:t>TodoItemList</a:t>
            </a:r>
            <a:endParaRPr lang="ko-KR" alt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69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Form.js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84455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40152" cy="61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63888" y="342900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할일 목록을 입력할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입력창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Form.js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604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App.js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9366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388424" cy="585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89956" y="4725144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JSON </a:t>
            </a:r>
            <a:r>
              <a:rPr lang="ko-KR" altLang="en-US" b="1" dirty="0" smtClean="0">
                <a:solidFill>
                  <a:srgbClr val="FF0000"/>
                </a:solidFill>
              </a:rPr>
              <a:t>배열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39752" y="274274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</a:t>
            </a:r>
            <a:r>
              <a:rPr lang="en-US" altLang="ko-KR" b="1" dirty="0" smtClean="0">
                <a:solidFill>
                  <a:srgbClr val="FF0000"/>
                </a:solidFill>
              </a:rPr>
              <a:t>tate</a:t>
            </a:r>
            <a:r>
              <a:rPr lang="ko-KR" altLang="en-US" b="1" dirty="0">
                <a:solidFill>
                  <a:srgbClr val="FF0000"/>
                </a:solidFill>
              </a:rPr>
              <a:t>값</a:t>
            </a:r>
          </a:p>
        </p:txBody>
      </p:sp>
    </p:spTree>
    <p:extLst>
      <p:ext uri="{BB962C8B-B14F-4D97-AF65-F5344CB8AC3E}">
        <p14:creationId xmlns:p14="http://schemas.microsoft.com/office/powerpoint/2010/main" val="225115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370" y="13977"/>
            <a:ext cx="6598594" cy="568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707904" y="1196752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App</a:t>
            </a:r>
            <a:r>
              <a:rPr lang="ko-KR" altLang="en-US" b="1" dirty="0" smtClean="0">
                <a:solidFill>
                  <a:srgbClr val="FF0000"/>
                </a:solidFill>
              </a:rPr>
              <a:t>는 내부에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TodoListTemplate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 포함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110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810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TodoListTemplate.js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3778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28184" cy="573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83768" y="2204864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TodoListTemplate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829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813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TodoItemList.js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8801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44208" cy="584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83396" y="1835532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TodoItemList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8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53560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421" y="17949"/>
            <a:ext cx="5748549" cy="629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39752" y="1916832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TodoItem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409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604448" cy="348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570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6" y="0"/>
            <a:ext cx="8591872" cy="321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117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4824536"/>
          </a:xfrm>
        </p:spPr>
        <p:txBody>
          <a:bodyPr>
            <a:normAutofit/>
          </a:bodyPr>
          <a:lstStyle/>
          <a:p>
            <a:r>
              <a:rPr lang="ko-KR" altLang="en-US" sz="9600" b="1" dirty="0" smtClean="0"/>
              <a:t>끝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1880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66</Words>
  <Application>Microsoft Office PowerPoint</Application>
  <PresentationFormat>화면 슬라이드 쇼(4:3)</PresentationFormat>
  <Paragraphs>31</Paragraphs>
  <Slides>21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테마</vt:lpstr>
      <vt:lpstr>To do list 프로젝트</vt:lpstr>
      <vt:lpstr>1단계 파일 구성하기</vt:lpstr>
      <vt:lpstr>파일 구성</vt:lpstr>
      <vt:lpstr>PowerPoint 프레젠테이션</vt:lpstr>
      <vt:lpstr>PowerPoint 프레젠테이션</vt:lpstr>
      <vt:lpstr>Form.js</vt:lpstr>
      <vt:lpstr>PowerPoint 프레젠테이션</vt:lpstr>
      <vt:lpstr>App.js</vt:lpstr>
      <vt:lpstr>PowerPoint 프레젠테이션</vt:lpstr>
      <vt:lpstr>PowerPoint 프레젠테이션</vt:lpstr>
      <vt:lpstr>PowerPoint 프레젠테이션</vt:lpstr>
      <vt:lpstr>TodoListTemplate.js</vt:lpstr>
      <vt:lpstr>PowerPoint 프레젠테이션</vt:lpstr>
      <vt:lpstr>PowerPoint 프레젠테이션</vt:lpstr>
      <vt:lpstr>TodoItemList.js</vt:lpstr>
      <vt:lpstr>PowerPoint 프레젠테이션</vt:lpstr>
      <vt:lpstr>TodoItem.js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연습문제</dc:title>
  <dc:creator>Microsoft Corporation</dc:creator>
  <cp:lastModifiedBy>hb</cp:lastModifiedBy>
  <cp:revision>24</cp:revision>
  <dcterms:created xsi:type="dcterms:W3CDTF">2006-10-05T04:04:58Z</dcterms:created>
  <dcterms:modified xsi:type="dcterms:W3CDTF">2020-08-31T21:35:11Z</dcterms:modified>
</cp:coreProperties>
</file>