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70" r:id="rId4"/>
    <p:sldId id="286" r:id="rId5"/>
    <p:sldId id="257" r:id="rId6"/>
    <p:sldId id="288" r:id="rId7"/>
    <p:sldId id="258" r:id="rId8"/>
    <p:sldId id="271" r:id="rId9"/>
    <p:sldId id="276" r:id="rId10"/>
    <p:sldId id="289" r:id="rId11"/>
    <p:sldId id="277" r:id="rId12"/>
    <p:sldId id="272" r:id="rId13"/>
    <p:sldId id="262" r:id="rId14"/>
    <p:sldId id="263" r:id="rId15"/>
    <p:sldId id="264" r:id="rId16"/>
    <p:sldId id="274" r:id="rId17"/>
    <p:sldId id="281" r:id="rId18"/>
    <p:sldId id="282" r:id="rId19"/>
    <p:sldId id="266" r:id="rId20"/>
    <p:sldId id="278" r:id="rId21"/>
    <p:sldId id="280" r:id="rId22"/>
    <p:sldId id="283" r:id="rId23"/>
    <p:sldId id="284" r:id="rId24"/>
    <p:sldId id="285" r:id="rId25"/>
    <p:sldId id="269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57" autoAdjust="0"/>
  </p:normalViewPr>
  <p:slideViewPr>
    <p:cSldViewPr>
      <p:cViewPr varScale="1">
        <p:scale>
          <a:sx n="109" d="100"/>
          <a:sy n="109" d="100"/>
        </p:scale>
        <p:origin x="129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/>
              <a:t>To do list </a:t>
            </a:r>
            <a:r>
              <a:rPr lang="ko-KR" altLang="en-US" sz="4800" b="1" dirty="0"/>
              <a:t>프로젝트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293003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628801"/>
            <a:ext cx="7772400" cy="1971650"/>
          </a:xfrm>
        </p:spPr>
        <p:txBody>
          <a:bodyPr>
            <a:normAutofit fontScale="90000"/>
          </a:bodyPr>
          <a:lstStyle/>
          <a:p>
            <a:r>
              <a:rPr lang="en-US" altLang="ko-KR" sz="4800" b="1" dirty="0" smtClean="0"/>
              <a:t>6</a:t>
            </a:r>
            <a:r>
              <a:rPr lang="ko-KR" altLang="en-US" sz="4800" b="1" dirty="0" smtClean="0"/>
              <a:t>단계</a:t>
            </a:r>
            <a:r>
              <a:rPr lang="en-US" altLang="ko-KR" sz="4800" b="1" dirty="0" smtClean="0"/>
              <a:t>.</a:t>
            </a:r>
            <a:br>
              <a:rPr lang="en-US" altLang="ko-KR" sz="4800" b="1" dirty="0" smtClean="0"/>
            </a:b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smtClean="0"/>
              <a:t>추가버튼과 추가기능 만들기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6787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56928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00392" cy="5582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96904" y="1299592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넘겨받은 추가기능 함수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4008" y="3356992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추가기능 함수 실행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714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00392" cy="5582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619672" y="2996952"/>
            <a:ext cx="6480720" cy="10801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483768" y="4077072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추가버튼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00392" cy="5582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619672" y="2996952"/>
            <a:ext cx="6480720" cy="10801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051720" y="4392374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넘겨받</a:t>
            </a:r>
            <a:r>
              <a:rPr lang="ko-KR" altLang="en-US" sz="2800" b="1" dirty="0">
                <a:solidFill>
                  <a:srgbClr val="FF0000"/>
                </a:solidFill>
              </a:rPr>
              <a:t>은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onCreate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함수 호출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580112" y="3356992"/>
            <a:ext cx="24482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10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56376" cy="586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059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0"/>
            <a:ext cx="7404100" cy="598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935460" y="1772816"/>
            <a:ext cx="4860676" cy="38884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92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0"/>
            <a:ext cx="7404100" cy="598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16016" y="2528983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현재의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가져와서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2996" y="3560564"/>
            <a:ext cx="48875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solidFill>
                  <a:srgbClr val="FF0000"/>
                </a:solidFill>
              </a:rPr>
              <a:t>t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odos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에 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id, text, checked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를 추가하여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en-US" altLang="ko-KR" sz="2800" b="1" dirty="0" err="1">
                <a:solidFill>
                  <a:srgbClr val="FF0000"/>
                </a:solidFill>
              </a:rPr>
              <a:t>t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odos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에 다시 할당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35460" y="1772816"/>
            <a:ext cx="4860676" cy="38884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20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392" cy="305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63688" y="270892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this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할당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074238" y="2204864"/>
            <a:ext cx="242575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592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660232" cy="5761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27784" y="2418884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0000"/>
                </a:solidFill>
              </a:rPr>
              <a:t>추가 기능 함수를 넘겨줌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456342" y="2348880"/>
            <a:ext cx="348381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059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" y="22076"/>
            <a:ext cx="6074792" cy="6241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940152" cy="585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0786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0"/>
            <a:ext cx="8187258" cy="5466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05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5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2" y="-1"/>
            <a:ext cx="5776044" cy="6279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789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08304" cy="6113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789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33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6550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212"/>
            <a:ext cx="9144000" cy="402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304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830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</Words>
  <Application>Microsoft Office PowerPoint</Application>
  <PresentationFormat>화면 슬라이드 쇼(4:3)</PresentationFormat>
  <Paragraphs>19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To do list 프로젝트</vt:lpstr>
      <vt:lpstr>6단계.  추가버튼과 추가기능 만들기</vt:lpstr>
      <vt:lpstr>Form.js</vt:lpstr>
      <vt:lpstr>PowerPoint 프레젠테이션</vt:lpstr>
      <vt:lpstr>PowerPoint 프레젠테이션</vt:lpstr>
      <vt:lpstr>PowerPoint 프레젠테이션</vt:lpstr>
      <vt:lpstr>App.js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TodoListTemplate.js</vt:lpstr>
      <vt:lpstr>PowerPoint 프레젠테이션</vt:lpstr>
      <vt:lpstr>TodoItemList.js</vt:lpstr>
      <vt:lpstr>PowerPoint 프레젠테이션</vt:lpstr>
      <vt:lpstr>PowerPoint 프레젠테이션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Windows 사용자</cp:lastModifiedBy>
  <cp:revision>28</cp:revision>
  <dcterms:created xsi:type="dcterms:W3CDTF">2006-10-05T04:04:58Z</dcterms:created>
  <dcterms:modified xsi:type="dcterms:W3CDTF">2021-03-04T09:25:20Z</dcterms:modified>
</cp:coreProperties>
</file>