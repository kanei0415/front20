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0" r:id="rId4"/>
    <p:sldId id="257" r:id="rId5"/>
    <p:sldId id="258" r:id="rId6"/>
    <p:sldId id="259" r:id="rId7"/>
    <p:sldId id="260" r:id="rId8"/>
    <p:sldId id="271" r:id="rId9"/>
    <p:sldId id="262" r:id="rId10"/>
    <p:sldId id="263" r:id="rId11"/>
    <p:sldId id="264" r:id="rId12"/>
    <p:sldId id="273" r:id="rId13"/>
    <p:sldId id="278" r:id="rId14"/>
    <p:sldId id="279" r:id="rId15"/>
    <p:sldId id="275" r:id="rId16"/>
    <p:sldId id="266" r:id="rId17"/>
    <p:sldId id="267" r:id="rId18"/>
    <p:sldId id="277" r:id="rId19"/>
    <p:sldId id="274" r:id="rId20"/>
    <p:sldId id="269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57" autoAdjust="0"/>
  </p:normalViewPr>
  <p:slideViewPr>
    <p:cSldViewPr>
      <p:cViewPr varScale="1">
        <p:scale>
          <a:sx n="109" d="100"/>
          <a:sy n="109" d="100"/>
        </p:scale>
        <p:origin x="129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 do list </a:t>
            </a:r>
            <a:r>
              <a:rPr lang="ko-KR" altLang="en-US" sz="4800" b="1" dirty="0" smtClean="0"/>
              <a:t>프</a:t>
            </a:r>
            <a:r>
              <a:rPr lang="ko-KR" altLang="en-US" sz="4800" b="1" dirty="0" smtClean="0"/>
              <a:t>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293003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800" b="1" dirty="0" smtClean="0"/>
              <a:t>4</a:t>
            </a:r>
            <a:r>
              <a:rPr lang="ko-KR" altLang="en-US" sz="4800" b="1" dirty="0" smtClean="0"/>
              <a:t>단계 </a:t>
            </a:r>
            <a:r>
              <a:rPr lang="en-US" altLang="ko-KR" sz="4800" b="1" dirty="0" err="1" smtClean="0"/>
              <a:t>TodoListItem</a:t>
            </a:r>
            <a:r>
              <a:rPr lang="en-US" altLang="ko-KR" sz="4800" b="1" dirty="0" smtClean="0"/>
              <a:t> </a:t>
            </a:r>
            <a:r>
              <a:rPr lang="ko-KR" altLang="en-US" sz="4800" b="1" dirty="0" smtClean="0"/>
              <a:t>넘겨주기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84628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4157221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0112" cy="5822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40352" cy="595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5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140" y="-1"/>
            <a:ext cx="8261548" cy="5316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2555776" y="2658228"/>
            <a:ext cx="51845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59732" y="3140968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TodoListTemplate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자식 컴포넌트로 넘겨주고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74590" y="3789040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TodoItemList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에는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todos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값을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props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로 전달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11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6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22" y="-1"/>
            <a:ext cx="5975573" cy="6140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1619672" y="4509120"/>
            <a:ext cx="144016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090267" y="4199999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내부의 하위 컴포넌트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TodoItemList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를 출력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868144" cy="6439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91880" y="2171353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넘겨받은 </a:t>
            </a:r>
            <a:r>
              <a:rPr lang="ko-KR" altLang="en-US" b="1" smtClean="0">
                <a:solidFill>
                  <a:srgbClr val="FF0000"/>
                </a:solidFill>
              </a:rPr>
              <a:t>값을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todos</a:t>
            </a:r>
            <a:r>
              <a:rPr lang="ko-KR" altLang="en-US" b="1" dirty="0" smtClean="0">
                <a:solidFill>
                  <a:srgbClr val="FF0000"/>
                </a:solidFill>
              </a:rPr>
              <a:t>에 할당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563888" y="2852936"/>
            <a:ext cx="129614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22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868144" cy="6439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5419725"/>
            <a:ext cx="63817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2762250" y="5419724"/>
            <a:ext cx="6381750" cy="143827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920480"/>
            <a:ext cx="521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3924300" y="3920481"/>
            <a:ext cx="5219700" cy="4572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3563888" y="2852936"/>
            <a:ext cx="129614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/>
          <p:cNvCxnSpPr/>
          <p:nvPr/>
        </p:nvCxnSpPr>
        <p:spPr>
          <a:xfrm flipV="1">
            <a:off x="3203848" y="4509120"/>
            <a:ext cx="4536504" cy="910604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H="1" flipV="1">
            <a:off x="4644008" y="2996952"/>
            <a:ext cx="2160240" cy="92352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91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868144" cy="6439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44008" y="3059668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맵핑</a:t>
            </a:r>
            <a:r>
              <a:rPr lang="ko-KR" altLang="en-US" b="1" dirty="0" smtClean="0">
                <a:solidFill>
                  <a:srgbClr val="FF0000"/>
                </a:solidFill>
              </a:rPr>
              <a:t> 결과를 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todoList</a:t>
            </a:r>
            <a:r>
              <a:rPr lang="ko-KR" altLang="en-US" b="1" dirty="0" smtClean="0">
                <a:solidFill>
                  <a:srgbClr val="FF0000"/>
                </a:solidFill>
              </a:rPr>
              <a:t>에 저장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563888" y="2852936"/>
            <a:ext cx="129614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2123728" y="3429000"/>
            <a:ext cx="93610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446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8100392" cy="531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55976" y="1700808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맵핑</a:t>
            </a:r>
            <a:r>
              <a:rPr lang="ko-KR" altLang="en-US" b="1" dirty="0" smtClean="0">
                <a:solidFill>
                  <a:srgbClr val="FF0000"/>
                </a:solidFill>
              </a:rPr>
              <a:t> 결과 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todoList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895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" y="-1"/>
            <a:ext cx="5858247" cy="6335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95936" y="3861048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넘겨받은 </a:t>
            </a:r>
            <a:r>
              <a:rPr lang="en-US" altLang="ko-KR" b="1" dirty="0" smtClean="0">
                <a:solidFill>
                  <a:srgbClr val="FF0000"/>
                </a:solidFill>
              </a:rPr>
              <a:t>text </a:t>
            </a:r>
            <a:r>
              <a:rPr lang="ko-KR" altLang="en-US" b="1" dirty="0" smtClean="0">
                <a:solidFill>
                  <a:srgbClr val="FF0000"/>
                </a:solidFill>
              </a:rPr>
              <a:t>출</a:t>
            </a:r>
            <a:r>
              <a:rPr lang="ko-KR" altLang="en-US" b="1" dirty="0">
                <a:solidFill>
                  <a:srgbClr val="FF0000"/>
                </a:solidFill>
              </a:rPr>
              <a:t>력</a:t>
            </a:r>
          </a:p>
        </p:txBody>
      </p:sp>
    </p:spTree>
    <p:extLst>
      <p:ext uri="{BB962C8B-B14F-4D97-AF65-F5344CB8AC3E}">
        <p14:creationId xmlns:p14="http://schemas.microsoft.com/office/powerpoint/2010/main" val="2099409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281"/>
            <a:ext cx="8820472" cy="5086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3916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721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</Words>
  <Application>Microsoft Office PowerPoint</Application>
  <PresentationFormat>화면 슬라이드 쇼(4:3)</PresentationFormat>
  <Paragraphs>15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To do list 프로젝트</vt:lpstr>
      <vt:lpstr>4단계 TodoListItem 넘겨주기</vt:lpstr>
      <vt:lpstr>Form.js</vt:lpstr>
      <vt:lpstr>PowerPoint 프레젠테이션</vt:lpstr>
      <vt:lpstr>App.js</vt:lpstr>
      <vt:lpstr>PowerPoint 프레젠테이션</vt:lpstr>
      <vt:lpstr>PowerPoint 프레젠테이션</vt:lpstr>
      <vt:lpstr>PowerPoint 프레젠테이션</vt:lpstr>
      <vt:lpstr>TodoListTemplate.js</vt:lpstr>
      <vt:lpstr>PowerPoint 프레젠테이션</vt:lpstr>
      <vt:lpstr>TodoItemList.js</vt:lpstr>
      <vt:lpstr>PowerPoint 프레젠테이션</vt:lpstr>
      <vt:lpstr>PowerPoint 프레젠테이션</vt:lpstr>
      <vt:lpstr>PowerPoint 프레젠테이션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Windows 사용자</cp:lastModifiedBy>
  <cp:revision>20</cp:revision>
  <dcterms:created xsi:type="dcterms:W3CDTF">2006-10-05T04:04:58Z</dcterms:created>
  <dcterms:modified xsi:type="dcterms:W3CDTF">2021-03-04T09:24:48Z</dcterms:modified>
</cp:coreProperties>
</file>