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5" r:id="rId4"/>
    <p:sldId id="276" r:id="rId5"/>
    <p:sldId id="277" r:id="rId6"/>
    <p:sldId id="278" r:id="rId7"/>
    <p:sldId id="279" r:id="rId8"/>
    <p:sldId id="266" r:id="rId9"/>
    <p:sldId id="270" r:id="rId10"/>
    <p:sldId id="271" r:id="rId11"/>
    <p:sldId id="272" r:id="rId12"/>
    <p:sldId id="280" r:id="rId13"/>
    <p:sldId id="275" r:id="rId14"/>
    <p:sldId id="25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2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4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2.Yarn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35604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A9A24C-CD4B-4038-BF0F-81AC98638775}"/>
              </a:ext>
            </a:extLst>
          </p:cNvPr>
          <p:cNvSpPr txBox="1"/>
          <p:nvPr/>
        </p:nvSpPr>
        <p:spPr>
          <a:xfrm>
            <a:off x="551542" y="787178"/>
            <a:ext cx="102325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effectLst/>
                <a:latin typeface="Apple SD Gothic Neo"/>
              </a:rPr>
              <a:t>Yarn</a:t>
            </a:r>
            <a:r>
              <a:rPr lang="ko-KR" altLang="en-US" sz="3600" b="1" i="0" dirty="0">
                <a:effectLst/>
                <a:latin typeface="Apple SD Gothic Neo"/>
              </a:rPr>
              <a:t>은 프로젝트의 의존성을 관리하는 </a:t>
            </a:r>
            <a:endParaRPr lang="en-US" altLang="ko-KR" sz="3600" b="1" i="0" dirty="0">
              <a:effectLst/>
              <a:latin typeface="Apple SD Gothic Neo"/>
            </a:endParaRPr>
          </a:p>
          <a:p>
            <a:endParaRPr lang="en-US" altLang="ko-KR" sz="3600" b="1" dirty="0">
              <a:latin typeface="Apple SD Gothic Neo"/>
            </a:endParaRPr>
          </a:p>
          <a:p>
            <a:r>
              <a:rPr lang="en-US" altLang="ko-KR" sz="3600" b="1" i="0" dirty="0">
                <a:effectLst/>
                <a:latin typeface="Apple SD Gothic Neo"/>
              </a:rPr>
              <a:t>JavaScript</a:t>
            </a:r>
            <a:r>
              <a:rPr lang="ko-KR" altLang="en-US" sz="3600" b="1" i="0" dirty="0">
                <a:effectLst/>
                <a:latin typeface="Apple SD Gothic Neo"/>
              </a:rPr>
              <a:t>의 패키지 매니저입니다</a:t>
            </a:r>
            <a:r>
              <a:rPr lang="en-US" altLang="ko-KR" sz="3600" b="1" i="0" dirty="0">
                <a:effectLst/>
                <a:latin typeface="Apple SD Gothic Neo"/>
              </a:rPr>
              <a:t>.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64093" y="439588"/>
            <a:ext cx="984377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Apple SD Gothic Neo"/>
              </a:rPr>
              <a:t>JavaScript</a:t>
            </a:r>
            <a:r>
              <a:rPr lang="ko-KR" altLang="en-US" sz="2400" b="1" dirty="0">
                <a:latin typeface="Apple SD Gothic Neo"/>
              </a:rPr>
              <a:t>의 패키지 </a:t>
            </a:r>
            <a:r>
              <a:rPr lang="ko-KR" altLang="en-US" sz="2400" b="1" dirty="0" smtClean="0">
                <a:latin typeface="Apple SD Gothic Neo"/>
              </a:rPr>
              <a:t>매니저는</a:t>
            </a:r>
            <a:endParaRPr lang="en-US" altLang="ko-KR" sz="2400" b="1" dirty="0" smtClean="0">
              <a:latin typeface="Apple SD Gothic Neo"/>
            </a:endParaRPr>
          </a:p>
          <a:p>
            <a:endParaRPr lang="en-US" altLang="ko-KR" sz="2400" b="1" dirty="0">
              <a:latin typeface="Apple SD Gothic Neo"/>
            </a:endParaRPr>
          </a:p>
          <a:p>
            <a:r>
              <a:rPr lang="ko-KR" altLang="en-US" sz="2400" b="1" dirty="0" smtClean="0">
                <a:latin typeface="Apple SD Gothic Neo"/>
              </a:rPr>
              <a:t>서버관리</a:t>
            </a:r>
            <a:r>
              <a:rPr lang="en-US" altLang="ko-KR" sz="2400" b="1" dirty="0" smtClean="0">
                <a:latin typeface="Apple SD Gothic Neo"/>
              </a:rPr>
              <a:t>, </a:t>
            </a:r>
            <a:r>
              <a:rPr lang="ko-KR" altLang="en-US" sz="2400" b="1" dirty="0" smtClean="0">
                <a:latin typeface="Apple SD Gothic Neo"/>
              </a:rPr>
              <a:t>라이브러리 다운 등 많은 역할을 수행</a:t>
            </a:r>
            <a:endParaRPr lang="en-US" altLang="ko-KR" sz="2400" b="1" dirty="0" smtClean="0">
              <a:latin typeface="Apple SD Gothic Neo"/>
            </a:endParaRPr>
          </a:p>
          <a:p>
            <a:endParaRPr lang="en-US" altLang="ko-KR" sz="2400" b="1" dirty="0">
              <a:latin typeface="Apple SD Gothic Neo"/>
            </a:endParaRPr>
          </a:p>
          <a:p>
            <a:r>
              <a:rPr lang="ko-KR" altLang="en-US" sz="2400" b="1" dirty="0" err="1" smtClean="0">
                <a:latin typeface="Apple SD Gothic Neo"/>
              </a:rPr>
              <a:t>리액트에</a:t>
            </a:r>
            <a:r>
              <a:rPr lang="ko-KR" altLang="en-US" sz="2400" b="1" dirty="0" smtClean="0">
                <a:latin typeface="Apple SD Gothic Neo"/>
              </a:rPr>
              <a:t> 사용하는 패키지 매니저는</a:t>
            </a:r>
            <a:endParaRPr lang="en-US" altLang="ko-KR" sz="2400" b="1" dirty="0" smtClean="0">
              <a:latin typeface="Apple SD Gothic Neo"/>
            </a:endParaRPr>
          </a:p>
          <a:p>
            <a:endParaRPr lang="en-US" altLang="ko-KR" sz="2400" b="1" dirty="0">
              <a:latin typeface="Apple SD Gothic Neo"/>
            </a:endParaRPr>
          </a:p>
          <a:p>
            <a:r>
              <a:rPr lang="en-US" altLang="ko-KR" sz="2400" b="1" dirty="0" err="1">
                <a:latin typeface="Apple SD Gothic Neo"/>
              </a:rPr>
              <a:t>n</a:t>
            </a:r>
            <a:r>
              <a:rPr lang="en-US" altLang="ko-KR" sz="2400" b="1" dirty="0" err="1" smtClean="0">
                <a:latin typeface="Apple SD Gothic Neo"/>
              </a:rPr>
              <a:t>pm</a:t>
            </a:r>
            <a:r>
              <a:rPr lang="ko-KR" altLang="en-US" sz="2400" b="1" dirty="0" smtClean="0">
                <a:latin typeface="Apple SD Gothic Neo"/>
              </a:rPr>
              <a:t>과 </a:t>
            </a:r>
            <a:r>
              <a:rPr lang="en-US" altLang="ko-KR" sz="2400" b="1" dirty="0" smtClean="0">
                <a:latin typeface="Apple SD Gothic Neo"/>
              </a:rPr>
              <a:t>yarn</a:t>
            </a:r>
            <a:r>
              <a:rPr lang="ko-KR" altLang="en-US" sz="2400" b="1" dirty="0" smtClean="0">
                <a:latin typeface="Apple SD Gothic Neo"/>
              </a:rPr>
              <a:t>이 있는데</a:t>
            </a:r>
            <a:endParaRPr lang="en-US" altLang="ko-KR" sz="2400" b="1" dirty="0" smtClean="0">
              <a:latin typeface="Apple SD Gothic Neo"/>
            </a:endParaRPr>
          </a:p>
          <a:p>
            <a:endParaRPr lang="en-US" altLang="ko-KR" sz="2400" b="1" dirty="0" smtClean="0"/>
          </a:p>
          <a:p>
            <a:r>
              <a:rPr lang="en-US" altLang="ko-KR" sz="2400" b="1" dirty="0" err="1"/>
              <a:t>n</a:t>
            </a:r>
            <a:r>
              <a:rPr lang="en-US" altLang="ko-KR" sz="2400" b="1" dirty="0" err="1" smtClean="0"/>
              <a:t>pm</a:t>
            </a:r>
            <a:r>
              <a:rPr lang="ko-KR" altLang="en-US" sz="2400" b="1" dirty="0" smtClean="0"/>
              <a:t>도 많이 사용하지만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en-US" altLang="ko-KR" sz="2400" b="1" dirty="0"/>
              <a:t>y</a:t>
            </a:r>
            <a:r>
              <a:rPr lang="en-US" altLang="ko-KR" sz="2400" b="1" dirty="0" smtClean="0"/>
              <a:t>arn</a:t>
            </a:r>
            <a:r>
              <a:rPr lang="ko-KR" altLang="en-US" sz="2400" b="1" dirty="0" smtClean="0"/>
              <a:t>이 성능과 보안상 더 좋음</a:t>
            </a:r>
            <a:endParaRPr lang="en-US" altLang="ko-KR" sz="2400" b="1" dirty="0"/>
          </a:p>
          <a:p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6572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38150"/>
            <a:ext cx="114300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1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96008" y="428536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292929"/>
                </a:solidFill>
                <a:latin typeface="charter"/>
              </a:rPr>
              <a:t>퍼포먼스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292929"/>
                </a:solidFill>
                <a:latin typeface="charter"/>
              </a:rPr>
              <a:t>안정성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err="1">
                <a:solidFill>
                  <a:srgbClr val="292929"/>
                </a:solidFill>
                <a:latin typeface="charter"/>
              </a:rPr>
              <a:t>보안성</a:t>
            </a:r>
            <a:endParaRPr lang="ko-KR" altLang="en-US" b="1" dirty="0">
              <a:solidFill>
                <a:srgbClr val="292929"/>
              </a:solidFill>
              <a:latin typeface="charte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292929"/>
                </a:solidFill>
                <a:latin typeface="charter"/>
              </a:rPr>
              <a:t>사용 </a:t>
            </a:r>
            <a:r>
              <a:rPr lang="ko-KR" altLang="en-US" b="1" dirty="0" smtClean="0">
                <a:solidFill>
                  <a:srgbClr val="292929"/>
                </a:solidFill>
                <a:latin typeface="charter"/>
              </a:rPr>
              <a:t>빈도</a:t>
            </a:r>
            <a:endParaRPr lang="en-US" altLang="ko-KR" b="1" dirty="0" smtClean="0">
              <a:solidFill>
                <a:srgbClr val="292929"/>
              </a:solidFill>
              <a:latin typeface="charter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ko-KR" b="1" i="0" dirty="0">
              <a:solidFill>
                <a:srgbClr val="292929"/>
              </a:solidFill>
              <a:effectLst/>
              <a:latin typeface="charter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ko-KR" b="1" dirty="0" smtClean="0">
              <a:solidFill>
                <a:srgbClr val="292929"/>
              </a:solidFill>
              <a:latin typeface="charter"/>
            </a:endParaRPr>
          </a:p>
          <a:p>
            <a:r>
              <a:rPr lang="ko-KR" altLang="en-US" b="1" dirty="0" smtClean="0">
                <a:solidFill>
                  <a:srgbClr val="292929"/>
                </a:solidFill>
                <a:latin typeface="charter"/>
              </a:rPr>
              <a:t>사용빈도를 빼고는 모두 </a:t>
            </a:r>
            <a:r>
              <a:rPr lang="en-US" altLang="ko-KR" b="1" dirty="0" smtClean="0">
                <a:solidFill>
                  <a:srgbClr val="292929"/>
                </a:solidFill>
                <a:latin typeface="charter"/>
              </a:rPr>
              <a:t>yarn</a:t>
            </a:r>
            <a:r>
              <a:rPr lang="ko-KR" altLang="en-US" b="1" dirty="0" smtClean="0">
                <a:solidFill>
                  <a:srgbClr val="292929"/>
                </a:solidFill>
                <a:latin typeface="charter"/>
              </a:rPr>
              <a:t>이</a:t>
            </a:r>
            <a:r>
              <a:rPr lang="en-US" altLang="ko-KR" b="1" dirty="0" smtClean="0">
                <a:solidFill>
                  <a:srgbClr val="292929"/>
                </a:solidFill>
                <a:latin typeface="charter"/>
              </a:rPr>
              <a:t> </a:t>
            </a:r>
            <a:r>
              <a:rPr lang="ko-KR" altLang="en-US" b="1" dirty="0" smtClean="0">
                <a:solidFill>
                  <a:srgbClr val="292929"/>
                </a:solidFill>
                <a:latin typeface="charter"/>
              </a:rPr>
              <a:t>더 좋다</a:t>
            </a:r>
            <a:r>
              <a:rPr lang="en-US" altLang="ko-KR" b="1" dirty="0" smtClean="0">
                <a:solidFill>
                  <a:srgbClr val="292929"/>
                </a:solidFill>
                <a:latin typeface="charter"/>
              </a:rPr>
              <a:t>.</a:t>
            </a:r>
          </a:p>
          <a:p>
            <a:endParaRPr lang="en-US" altLang="ko-KR" b="1" i="0" dirty="0">
              <a:solidFill>
                <a:srgbClr val="292929"/>
              </a:solidFill>
              <a:effectLst/>
              <a:latin typeface="charter"/>
            </a:endParaRPr>
          </a:p>
          <a:p>
            <a:r>
              <a:rPr lang="en-US" altLang="ko-KR" b="1" dirty="0" err="1">
                <a:solidFill>
                  <a:srgbClr val="292929"/>
                </a:solidFill>
                <a:latin typeface="charter"/>
              </a:rPr>
              <a:t>n</a:t>
            </a:r>
            <a:r>
              <a:rPr lang="en-US" altLang="ko-KR" b="1" dirty="0" err="1" smtClean="0">
                <a:solidFill>
                  <a:srgbClr val="292929"/>
                </a:solidFill>
                <a:latin typeface="charter"/>
              </a:rPr>
              <a:t>pm</a:t>
            </a:r>
            <a:r>
              <a:rPr lang="ko-KR" altLang="en-US" b="1" dirty="0" smtClean="0">
                <a:solidFill>
                  <a:srgbClr val="292929"/>
                </a:solidFill>
                <a:latin typeface="charter"/>
              </a:rPr>
              <a:t>을 사용한다고 큰 문제가 </a:t>
            </a:r>
            <a:r>
              <a:rPr lang="ko-KR" altLang="en-US" b="1" dirty="0" err="1" smtClean="0">
                <a:solidFill>
                  <a:srgbClr val="292929"/>
                </a:solidFill>
                <a:latin typeface="charter"/>
              </a:rPr>
              <a:t>있는건</a:t>
            </a:r>
            <a:r>
              <a:rPr lang="ko-KR" altLang="en-US" b="1" dirty="0" smtClean="0">
                <a:solidFill>
                  <a:srgbClr val="292929"/>
                </a:solidFill>
                <a:latin typeface="charter"/>
              </a:rPr>
              <a:t> 아니지만</a:t>
            </a:r>
            <a:endParaRPr lang="ko-KR" altLang="en-US" b="1" i="0" dirty="0">
              <a:solidFill>
                <a:srgbClr val="292929"/>
              </a:solidFill>
              <a:effectLst/>
              <a:latin typeface="charter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03" y="3212489"/>
            <a:ext cx="8403981" cy="349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2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/>
              <a:t>2-1.Yarn</a:t>
            </a:r>
            <a:r>
              <a:rPr lang="ko-KR" altLang="en-US" b="1" dirty="0" smtClean="0"/>
              <a:t>설치방법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58976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A7F132-F57B-4A48-96F9-FCC63AB80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303000" cy="57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86CDBA-84CB-413F-ABD5-66E57DD3F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47619" cy="6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70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6CC880-3F77-4C39-A760-D43DBCB6D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34800" cy="590595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5ACDFAE-61F8-4A52-9BB7-00001835F968}"/>
              </a:ext>
            </a:extLst>
          </p:cNvPr>
          <p:cNvSpPr/>
          <p:nvPr/>
        </p:nvSpPr>
        <p:spPr>
          <a:xfrm>
            <a:off x="2400300" y="5346700"/>
            <a:ext cx="3873500" cy="4445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B20E7D-1335-4CBB-B04F-A066A604EA8F}"/>
              </a:ext>
            </a:extLst>
          </p:cNvPr>
          <p:cNvSpPr txBox="1"/>
          <p:nvPr/>
        </p:nvSpPr>
        <p:spPr>
          <a:xfrm>
            <a:off x="2400300" y="5905951"/>
            <a:ext cx="3154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FF0000"/>
                </a:solidFill>
              </a:rPr>
              <a:t>얀 설치</a:t>
            </a:r>
          </a:p>
        </p:txBody>
      </p:sp>
    </p:spTree>
    <p:extLst>
      <p:ext uri="{BB962C8B-B14F-4D97-AF65-F5344CB8AC3E}">
        <p14:creationId xmlns:p14="http://schemas.microsoft.com/office/powerpoint/2010/main" val="127603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9CB7C3-8DBD-424D-9AB0-4AEE2C3A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34200" cy="588251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7FBCBE7-E363-4AFB-995B-638EBE2AA500}"/>
              </a:ext>
            </a:extLst>
          </p:cNvPr>
          <p:cNvSpPr/>
          <p:nvPr/>
        </p:nvSpPr>
        <p:spPr>
          <a:xfrm>
            <a:off x="0" y="5156200"/>
            <a:ext cx="4889500" cy="9017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57566-8C8E-4B51-B01C-3F20EFFBDCF5}"/>
              </a:ext>
            </a:extLst>
          </p:cNvPr>
          <p:cNvSpPr txBox="1"/>
          <p:nvPr/>
        </p:nvSpPr>
        <p:spPr>
          <a:xfrm>
            <a:off x="4889500" y="5134610"/>
            <a:ext cx="562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>
                <a:solidFill>
                  <a:srgbClr val="FF0000"/>
                </a:solidFill>
              </a:rPr>
              <a:t>프로젝트 내부 위치로 들어가서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1BEE4-55E6-4815-93AE-FAF2EEE64E4B}"/>
              </a:ext>
            </a:extLst>
          </p:cNvPr>
          <p:cNvSpPr txBox="1"/>
          <p:nvPr/>
        </p:nvSpPr>
        <p:spPr>
          <a:xfrm>
            <a:off x="3467100" y="6057900"/>
            <a:ext cx="562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rgbClr val="FF0000"/>
                </a:solidFill>
              </a:rPr>
              <a:t>얀으로</a:t>
            </a:r>
            <a:r>
              <a:rPr lang="ko-KR" altLang="en-US" sz="2800" b="1" dirty="0">
                <a:solidFill>
                  <a:srgbClr val="FF0000"/>
                </a:solidFill>
              </a:rPr>
              <a:t> 프로젝트 실행</a:t>
            </a:r>
          </a:p>
        </p:txBody>
      </p:sp>
    </p:spTree>
    <p:extLst>
      <p:ext uri="{BB962C8B-B14F-4D97-AF65-F5344CB8AC3E}">
        <p14:creationId xmlns:p14="http://schemas.microsoft.com/office/powerpoint/2010/main" val="2957497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91BEE4-55E6-4815-93AE-FAF2EEE64E4B}"/>
              </a:ext>
            </a:extLst>
          </p:cNvPr>
          <p:cNvSpPr txBox="1"/>
          <p:nvPr/>
        </p:nvSpPr>
        <p:spPr>
          <a:xfrm>
            <a:off x="284284" y="386862"/>
            <a:ext cx="8455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vscode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내부에 있는 터미널을 사용해도 됩니다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.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445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212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85</Words>
  <Application>Microsoft Office PowerPoint</Application>
  <PresentationFormat>와이드스크린</PresentationFormat>
  <Paragraphs>31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Apple SD Gothic Neo</vt:lpstr>
      <vt:lpstr>charter</vt:lpstr>
      <vt:lpstr>맑은 고딕</vt:lpstr>
      <vt:lpstr>Arial</vt:lpstr>
      <vt:lpstr>Office 테마</vt:lpstr>
      <vt:lpstr>리액트 자료</vt:lpstr>
      <vt:lpstr>2.Yarn이란?</vt:lpstr>
      <vt:lpstr>PowerPoint 프레젠테이션</vt:lpstr>
      <vt:lpstr>PowerPoint 프레젠테이션</vt:lpstr>
      <vt:lpstr>PowerPoint 프레젠테이션</vt:lpstr>
      <vt:lpstr>PowerPoint 프레젠테이션</vt:lpstr>
      <vt:lpstr>2-1.Yarn설치방법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FullName</cp:lastModifiedBy>
  <cp:revision>28</cp:revision>
  <dcterms:created xsi:type="dcterms:W3CDTF">2020-07-14T07:30:35Z</dcterms:created>
  <dcterms:modified xsi:type="dcterms:W3CDTF">2021-02-15T09:41:31Z</dcterms:modified>
</cp:coreProperties>
</file>