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9" r:id="rId4"/>
    <p:sldId id="270" r:id="rId5"/>
    <p:sldId id="276" r:id="rId6"/>
    <p:sldId id="275" r:id="rId7"/>
    <p:sldId id="271" r:id="rId8"/>
    <p:sldId id="267" r:id="rId9"/>
    <p:sldId id="268" r:id="rId10"/>
    <p:sldId id="272" r:id="rId11"/>
    <p:sldId id="273" r:id="rId12"/>
    <p:sldId id="274" r:id="rId13"/>
    <p:sldId id="25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6" d="100"/>
          <a:sy n="116" d="100"/>
        </p:scale>
        <p:origin x="-354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2020-08-14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B1EC43FF-555F-44E5-A88B-46445003B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85867" cy="595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68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C0B2E068-02DC-4094-9C69-E1F469DAA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381067" cy="605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3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4BA7FBDC-D727-4A43-B791-BF92BBC08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773561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90FCAA46-965D-4548-94CB-FD8BF3CFF412}"/>
              </a:ext>
            </a:extLst>
          </p:cNvPr>
          <p:cNvSpPr/>
          <p:nvPr/>
        </p:nvSpPr>
        <p:spPr>
          <a:xfrm>
            <a:off x="561013" y="3654979"/>
            <a:ext cx="962988" cy="96644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524001" y="4053016"/>
            <a:ext cx="4020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Components </a:t>
            </a:r>
            <a:r>
              <a:rPr lang="ko-KR" altLang="en-US" b="1" dirty="0" smtClean="0">
                <a:solidFill>
                  <a:srgbClr val="FF0000"/>
                </a:solidFill>
              </a:rPr>
              <a:t>폴더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내부에 파일을 포함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707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4BA7FBDC-D727-4A43-B791-BF92BBC08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773561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90FCAA46-965D-4548-94CB-FD8BF3CFF412}"/>
              </a:ext>
            </a:extLst>
          </p:cNvPr>
          <p:cNvSpPr/>
          <p:nvPr/>
        </p:nvSpPr>
        <p:spPr>
          <a:xfrm>
            <a:off x="2488666" y="911779"/>
            <a:ext cx="2971855" cy="580591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544067" y="846039"/>
            <a:ext cx="3212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파일을 </a:t>
            </a:r>
            <a:r>
              <a:rPr lang="en-US" altLang="ko-KR" b="1" dirty="0" smtClean="0">
                <a:solidFill>
                  <a:srgbClr val="FF0000"/>
                </a:solidFill>
              </a:rPr>
              <a:t>import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620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4BA7FBDC-D727-4A43-B791-BF92BBC08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773561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4D76589C-5754-4CB8-8B24-5810B9C051E5}"/>
              </a:ext>
            </a:extLst>
          </p:cNvPr>
          <p:cNvCxnSpPr/>
          <p:nvPr/>
        </p:nvCxnSpPr>
        <p:spPr>
          <a:xfrm>
            <a:off x="2506133" y="1941689"/>
            <a:ext cx="19304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90FCAA46-965D-4548-94CB-FD8BF3CFF412}"/>
              </a:ext>
            </a:extLst>
          </p:cNvPr>
          <p:cNvSpPr/>
          <p:nvPr/>
        </p:nvSpPr>
        <p:spPr>
          <a:xfrm>
            <a:off x="2963119" y="2326511"/>
            <a:ext cx="5208608" cy="68286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985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012EB25E-1DDB-40E5-AE1E-2A44DB29E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63064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F4951846-A44E-434C-A867-DC29645B7A3D}"/>
              </a:ext>
            </a:extLst>
          </p:cNvPr>
          <p:cNvCxnSpPr>
            <a:cxnSpLocks/>
          </p:cNvCxnSpPr>
          <p:nvPr/>
        </p:nvCxnSpPr>
        <p:spPr>
          <a:xfrm>
            <a:off x="2448259" y="1258782"/>
            <a:ext cx="220476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="" xmlns:a16="http://schemas.microsoft.com/office/drawing/2014/main" id="{F4951846-A44E-434C-A867-DC29645B7A3D}"/>
              </a:ext>
            </a:extLst>
          </p:cNvPr>
          <p:cNvCxnSpPr>
            <a:cxnSpLocks/>
          </p:cNvCxnSpPr>
          <p:nvPr/>
        </p:nvCxnSpPr>
        <p:spPr>
          <a:xfrm>
            <a:off x="2448259" y="3174080"/>
            <a:ext cx="1596519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881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0F5124A4-3C98-45AF-A581-30A6671B1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047503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EEA859BA-5E24-42BA-B644-02D124224780}"/>
              </a:ext>
            </a:extLst>
          </p:cNvPr>
          <p:cNvCxnSpPr>
            <a:cxnSpLocks/>
          </p:cNvCxnSpPr>
          <p:nvPr/>
        </p:nvCxnSpPr>
        <p:spPr>
          <a:xfrm>
            <a:off x="2448259" y="1258782"/>
            <a:ext cx="220476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="" xmlns:a16="http://schemas.microsoft.com/office/drawing/2014/main" id="{F4951846-A44E-434C-A867-DC29645B7A3D}"/>
              </a:ext>
            </a:extLst>
          </p:cNvPr>
          <p:cNvCxnSpPr>
            <a:cxnSpLocks/>
          </p:cNvCxnSpPr>
          <p:nvPr/>
        </p:nvCxnSpPr>
        <p:spPr>
          <a:xfrm>
            <a:off x="2448259" y="3174080"/>
            <a:ext cx="1596519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511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32A7FD9E-356C-4AEF-B3E2-318F6EC4C8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32524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FE5C99FB-A16D-49A1-99E0-3D1FB4E17CC6}"/>
              </a:ext>
            </a:extLst>
          </p:cNvPr>
          <p:cNvCxnSpPr>
            <a:cxnSpLocks/>
          </p:cNvCxnSpPr>
          <p:nvPr/>
        </p:nvCxnSpPr>
        <p:spPr>
          <a:xfrm>
            <a:off x="2448259" y="1258782"/>
            <a:ext cx="197327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="" xmlns:a16="http://schemas.microsoft.com/office/drawing/2014/main" id="{F4951846-A44E-434C-A867-DC29645B7A3D}"/>
              </a:ext>
            </a:extLst>
          </p:cNvPr>
          <p:cNvCxnSpPr>
            <a:cxnSpLocks/>
          </p:cNvCxnSpPr>
          <p:nvPr/>
        </p:nvCxnSpPr>
        <p:spPr>
          <a:xfrm>
            <a:off x="2448258" y="3627161"/>
            <a:ext cx="134938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247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E1C51577-F9BF-4C86-BB47-524787E82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48363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5A3BCB68-CE35-481A-A054-CFA1E23620C9}"/>
              </a:ext>
            </a:extLst>
          </p:cNvPr>
          <p:cNvCxnSpPr>
            <a:cxnSpLocks/>
          </p:cNvCxnSpPr>
          <p:nvPr/>
        </p:nvCxnSpPr>
        <p:spPr>
          <a:xfrm>
            <a:off x="5109365" y="5518265"/>
            <a:ext cx="86317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020492" y="5148933"/>
            <a:ext cx="2627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0000"/>
                </a:solidFill>
              </a:rPr>
              <a:t>실</a:t>
            </a:r>
            <a:r>
              <a:rPr lang="ko-KR" altLang="en-US" sz="2400" b="1">
                <a:solidFill>
                  <a:srgbClr val="FF0000"/>
                </a:solidFill>
              </a:rPr>
              <a:t>행</a:t>
            </a:r>
          </a:p>
        </p:txBody>
      </p:sp>
    </p:spTree>
    <p:extLst>
      <p:ext uri="{BB962C8B-B14F-4D97-AF65-F5344CB8AC3E}">
        <p14:creationId xmlns:p14="http://schemas.microsoft.com/office/powerpoint/2010/main" val="2035102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C90924FF-34B7-4480-BAE9-3FB909173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7918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777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6364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</Words>
  <Application>Microsoft Office PowerPoint</Application>
  <PresentationFormat>사용자 지정</PresentationFormat>
  <Paragraphs>6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Windows 사용자</cp:lastModifiedBy>
  <cp:revision>11</cp:revision>
  <dcterms:created xsi:type="dcterms:W3CDTF">2020-07-14T07:30:35Z</dcterms:created>
  <dcterms:modified xsi:type="dcterms:W3CDTF">2020-08-14T07:31:06Z</dcterms:modified>
</cp:coreProperties>
</file>