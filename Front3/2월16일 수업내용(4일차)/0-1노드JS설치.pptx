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2" r:id="rId5"/>
    <p:sldId id="263" r:id="rId6"/>
    <p:sldId id="264" r:id="rId7"/>
    <p:sldId id="273" r:id="rId8"/>
    <p:sldId id="274" r:id="rId9"/>
    <p:sldId id="275" r:id="rId10"/>
    <p:sldId id="25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26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0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1.NodeJS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2.Yarn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150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1.NodeJS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br>
              <a:rPr lang="en-US" altLang="ko-KR" b="1" dirty="0"/>
            </a:b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5036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12AB2D-6235-44C8-B72B-5338B2DD1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73" y="545368"/>
            <a:ext cx="9428769" cy="57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4B182-9D4C-407D-B863-47E758A97D23}"/>
              </a:ext>
            </a:extLst>
          </p:cNvPr>
          <p:cNvSpPr txBox="1"/>
          <p:nvPr/>
        </p:nvSpPr>
        <p:spPr>
          <a:xfrm>
            <a:off x="807402" y="1016685"/>
            <a:ext cx="108892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i="0" dirty="0">
                <a:effectLst/>
                <a:latin typeface="Apple SD Gothic Neo"/>
              </a:rPr>
              <a:t>Node.js</a:t>
            </a:r>
            <a:r>
              <a:rPr lang="ko-KR" altLang="en-US" sz="2800" b="1" i="0" dirty="0">
                <a:effectLst/>
                <a:latin typeface="Apple SD Gothic Neo"/>
              </a:rPr>
              <a:t>는 확장성 있는 </a:t>
            </a:r>
            <a:endParaRPr lang="en-US" altLang="ko-KR" sz="2800" b="1" i="0" dirty="0">
              <a:effectLst/>
              <a:latin typeface="Apple SD Gothic Neo"/>
            </a:endParaRPr>
          </a:p>
          <a:p>
            <a:endParaRPr lang="en-US" altLang="ko-KR" sz="2800" b="1" dirty="0">
              <a:latin typeface="Apple SD Gothic Neo"/>
            </a:endParaRPr>
          </a:p>
          <a:p>
            <a:r>
              <a:rPr lang="ko-KR" altLang="en-US" sz="2800" b="1" i="0" dirty="0">
                <a:effectLst/>
                <a:latin typeface="Apple SD Gothic Neo"/>
              </a:rPr>
              <a:t>네트워크 애플리케이션 개발에 사용되는 </a:t>
            </a:r>
            <a:endParaRPr lang="en-US" altLang="ko-KR" sz="2800" b="1" i="0" dirty="0">
              <a:effectLst/>
              <a:latin typeface="Apple SD Gothic Neo"/>
            </a:endParaRPr>
          </a:p>
          <a:p>
            <a:endParaRPr lang="en-US" altLang="ko-KR" sz="2800" b="1" i="0" dirty="0">
              <a:effectLst/>
              <a:latin typeface="Apple SD Gothic Neo"/>
            </a:endParaRPr>
          </a:p>
          <a:p>
            <a:r>
              <a:rPr lang="ko-KR" altLang="en-US" sz="2800" b="1" i="0" dirty="0">
                <a:effectLst/>
                <a:latin typeface="Apple SD Gothic Neo"/>
              </a:rPr>
              <a:t>소프트웨어 플랫폼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A00FA-344B-4909-A1AB-A77A5FF58556}"/>
              </a:ext>
            </a:extLst>
          </p:cNvPr>
          <p:cNvSpPr txBox="1"/>
          <p:nvPr/>
        </p:nvSpPr>
        <p:spPr>
          <a:xfrm>
            <a:off x="537028" y="721249"/>
            <a:ext cx="109808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effectLst/>
                <a:latin typeface="Apple SD Gothic Neo"/>
              </a:rPr>
              <a:t>Node.js </a:t>
            </a:r>
            <a:r>
              <a:rPr lang="ko-KR" altLang="en-US" sz="3600" b="1" dirty="0">
                <a:effectLst/>
                <a:latin typeface="Apple SD Gothic Neo"/>
              </a:rPr>
              <a:t>는 서버사이드 자바스크립트 이며 </a:t>
            </a:r>
            <a:endParaRPr lang="en-US" altLang="ko-KR" sz="3600" b="1" dirty="0">
              <a:effectLst/>
              <a:latin typeface="Apple SD Gothic Neo"/>
            </a:endParaRPr>
          </a:p>
          <a:p>
            <a:endParaRPr lang="en-US" altLang="ko-KR" sz="3600" b="1" dirty="0">
              <a:latin typeface="Apple SD Gothic Neo"/>
            </a:endParaRPr>
          </a:p>
          <a:p>
            <a:r>
              <a:rPr lang="ko-KR" altLang="en-US" sz="3600" b="1" dirty="0">
                <a:effectLst/>
                <a:latin typeface="Apple SD Gothic Neo"/>
              </a:rPr>
              <a:t>구글의 자바스크립트 엔진인 </a:t>
            </a:r>
            <a:r>
              <a:rPr lang="en-US" altLang="ko-KR" sz="3600" b="1" dirty="0">
                <a:effectLst/>
                <a:latin typeface="Apple SD Gothic Neo"/>
              </a:rPr>
              <a:t>V8</a:t>
            </a:r>
            <a:r>
              <a:rPr lang="ko-KR" altLang="en-US" sz="3600" b="1" dirty="0">
                <a:effectLst/>
                <a:latin typeface="Apple SD Gothic Neo"/>
              </a:rPr>
              <a:t>을 기반으로 구성된</a:t>
            </a:r>
            <a:endParaRPr lang="en-US" altLang="ko-KR" sz="3600" b="1" dirty="0">
              <a:effectLst/>
              <a:latin typeface="Apple SD Gothic Neo"/>
            </a:endParaRPr>
          </a:p>
          <a:p>
            <a:endParaRPr lang="en-US" altLang="ko-KR" sz="3600" b="1" dirty="0">
              <a:latin typeface="Apple SD Gothic Neo"/>
            </a:endParaRPr>
          </a:p>
          <a:p>
            <a:r>
              <a:rPr lang="ko-KR" altLang="en-US" sz="3600" b="1" dirty="0">
                <a:effectLst/>
                <a:latin typeface="Apple SD Gothic Neo"/>
              </a:rPr>
              <a:t>일종의 소프트웨어 시스템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350"/>
            <a:ext cx="12192000" cy="630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6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284"/>
            <a:ext cx="12192000" cy="56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39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21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34</Words>
  <Application>Microsoft Office PowerPoint</Application>
  <PresentationFormat>와이드스크린</PresentationFormat>
  <Paragraphs>14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Apple SD Gothic Neo</vt:lpstr>
      <vt:lpstr>맑은 고딕</vt:lpstr>
      <vt:lpstr>Arial</vt:lpstr>
      <vt:lpstr>Office 테마</vt:lpstr>
      <vt:lpstr>리액트 자료</vt:lpstr>
      <vt:lpstr>1.NodeJS란?  2.Yarn이란?</vt:lpstr>
      <vt:lpstr>1.NodeJS란?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FullName</cp:lastModifiedBy>
  <cp:revision>22</cp:revision>
  <dcterms:created xsi:type="dcterms:W3CDTF">2020-07-14T07:30:35Z</dcterms:created>
  <dcterms:modified xsi:type="dcterms:W3CDTF">2021-02-15T09:36:45Z</dcterms:modified>
</cp:coreProperties>
</file>