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9" r:id="rId3"/>
    <p:sldId id="270" r:id="rId4"/>
    <p:sldId id="263" r:id="rId5"/>
    <p:sldId id="264" r:id="rId6"/>
    <p:sldId id="271" r:id="rId7"/>
    <p:sldId id="268" r:id="rId8"/>
    <p:sldId id="265" r:id="rId9"/>
    <p:sldId id="25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354" y="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D5AFBE-F20A-4C9A-9100-94AD7D2ED47A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2F6900-2073-47BC-A5DC-86BBB0F853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81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props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2153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524" y="183250"/>
            <a:ext cx="9144000" cy="994761"/>
          </a:xfrm>
        </p:spPr>
        <p:txBody>
          <a:bodyPr/>
          <a:lstStyle/>
          <a:p>
            <a:r>
              <a:rPr lang="en-US" altLang="ko-KR" b="1" dirty="0" smtClean="0"/>
              <a:t>props</a:t>
            </a:r>
            <a:endParaRPr lang="ko-KR" altLang="en-US" b="1" dirty="0"/>
          </a:p>
        </p:txBody>
      </p:sp>
      <p:sp>
        <p:nvSpPr>
          <p:cNvPr id="3" name="직사각형 2"/>
          <p:cNvSpPr/>
          <p:nvPr/>
        </p:nvSpPr>
        <p:spPr>
          <a:xfrm>
            <a:off x="313038" y="1731659"/>
            <a:ext cx="1169773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props</a:t>
            </a:r>
            <a:r>
              <a:rPr lang="ko-KR" altLang="en-US" sz="2400" b="1" dirty="0"/>
              <a:t>는 </a:t>
            </a:r>
            <a:r>
              <a:rPr lang="en-US" altLang="ko-KR" sz="2400" b="1" dirty="0"/>
              <a:t>Immutable Data </a:t>
            </a:r>
            <a:r>
              <a:rPr lang="ko-KR" altLang="en-US" sz="2400" b="1" dirty="0"/>
              <a:t>즉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변하지 않는 데이터입니다</a:t>
            </a:r>
            <a:r>
              <a:rPr lang="en-US" altLang="ko-KR" sz="2400" b="1" dirty="0"/>
              <a:t>. </a:t>
            </a:r>
            <a:endParaRPr lang="en-US" altLang="ko-KR" sz="2400" b="1" dirty="0"/>
          </a:p>
          <a:p>
            <a:endParaRPr lang="en-US" altLang="ko-KR" sz="2400" b="1" dirty="0" smtClean="0"/>
          </a:p>
          <a:p>
            <a:r>
              <a:rPr lang="ko-KR" altLang="en-US" sz="2400" b="1" dirty="0" smtClean="0"/>
              <a:t>상위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부모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컴포넌트에서 하위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자식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컴포넌트로 </a:t>
            </a:r>
            <a:endParaRPr lang="en-US" altLang="ko-KR" sz="2400" b="1" dirty="0" smtClean="0"/>
          </a:p>
          <a:p>
            <a:endParaRPr lang="en-US" altLang="ko-KR" sz="2400" b="1" dirty="0"/>
          </a:p>
          <a:p>
            <a:r>
              <a:rPr lang="ko-KR" altLang="en-US" sz="2400" b="1" dirty="0" smtClean="0"/>
              <a:t>데이터를 </a:t>
            </a:r>
            <a:r>
              <a:rPr lang="ko-KR" altLang="en-US" sz="2400" b="1" dirty="0"/>
              <a:t>넘겨줄 때 사용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32653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F8FC975F-CCDF-483E-8CDC-F8CF19A8A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80325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5F6F819B-35F7-4E7C-AB79-D0795B114B46}"/>
              </a:ext>
            </a:extLst>
          </p:cNvPr>
          <p:cNvCxnSpPr>
            <a:cxnSpLocks/>
          </p:cNvCxnSpPr>
          <p:nvPr/>
        </p:nvCxnSpPr>
        <p:spPr>
          <a:xfrm>
            <a:off x="4210756" y="1986129"/>
            <a:ext cx="12192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="" xmlns:a16="http://schemas.microsoft.com/office/drawing/2014/main" id="{8FA77FBC-562E-45C7-980D-281DE355A19A}"/>
              </a:ext>
            </a:extLst>
          </p:cNvPr>
          <p:cNvCxnSpPr>
            <a:cxnSpLocks/>
          </p:cNvCxnSpPr>
          <p:nvPr/>
        </p:nvCxnSpPr>
        <p:spPr>
          <a:xfrm>
            <a:off x="3855156" y="2183685"/>
            <a:ext cx="112324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829920" y="1801463"/>
            <a:ext cx="402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생성시에 넘겨준 정보를 받음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983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931DBABA-D02B-4585-9685-2B3F64880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15052" cy="6858000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2434" y="1988640"/>
            <a:ext cx="28479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직선 연결선 10">
            <a:extLst>
              <a:ext uri="{FF2B5EF4-FFF2-40B4-BE49-F238E27FC236}">
                <a16:creationId xmlns="" xmlns:a16="http://schemas.microsoft.com/office/drawing/2014/main" id="{8FA77FBC-562E-45C7-980D-281DE355A19A}"/>
              </a:ext>
            </a:extLst>
          </p:cNvPr>
          <p:cNvCxnSpPr>
            <a:cxnSpLocks/>
          </p:cNvCxnSpPr>
          <p:nvPr/>
        </p:nvCxnSpPr>
        <p:spPr>
          <a:xfrm>
            <a:off x="2512389" y="3106323"/>
            <a:ext cx="192780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8FA77FBC-562E-45C7-980D-281DE355A19A}"/>
              </a:ext>
            </a:extLst>
          </p:cNvPr>
          <p:cNvCxnSpPr>
            <a:cxnSpLocks/>
          </p:cNvCxnSpPr>
          <p:nvPr/>
        </p:nvCxnSpPr>
        <p:spPr>
          <a:xfrm>
            <a:off x="3093156" y="3779741"/>
            <a:ext cx="363715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="" xmlns:a16="http://schemas.microsoft.com/office/drawing/2014/main" id="{8FA77FBC-562E-45C7-980D-281DE355A19A}"/>
              </a:ext>
            </a:extLst>
          </p:cNvPr>
          <p:cNvCxnSpPr>
            <a:cxnSpLocks/>
          </p:cNvCxnSpPr>
          <p:nvPr/>
        </p:nvCxnSpPr>
        <p:spPr>
          <a:xfrm>
            <a:off x="8657815" y="2251622"/>
            <a:ext cx="227379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40195" y="2807661"/>
            <a:ext cx="2084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상위 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30315" y="3438583"/>
            <a:ext cx="182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rgbClr val="FF0000"/>
                </a:solidFill>
              </a:rPr>
              <a:t>하위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57815" y="1626832"/>
            <a:ext cx="182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rgbClr val="FF0000"/>
                </a:solidFill>
              </a:rPr>
              <a:t>하위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505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931DBABA-D02B-4585-9685-2B3F64880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15052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19328153-114C-4919-9B21-B565869BF439}"/>
              </a:ext>
            </a:extLst>
          </p:cNvPr>
          <p:cNvCxnSpPr>
            <a:cxnSpLocks/>
          </p:cNvCxnSpPr>
          <p:nvPr/>
        </p:nvCxnSpPr>
        <p:spPr>
          <a:xfrm>
            <a:off x="3685822" y="3775418"/>
            <a:ext cx="762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985D9165-B82E-4419-ABC7-1DE9CFFCA8E8}"/>
              </a:ext>
            </a:extLst>
          </p:cNvPr>
          <p:cNvCxnSpPr>
            <a:cxnSpLocks/>
          </p:cNvCxnSpPr>
          <p:nvPr/>
        </p:nvCxnSpPr>
        <p:spPr>
          <a:xfrm>
            <a:off x="4526844" y="3775418"/>
            <a:ext cx="146755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26844" y="3139610"/>
            <a:ext cx="402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Sub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2434" y="1988640"/>
            <a:ext cx="28479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직선 화살표 연결선 6"/>
          <p:cNvCxnSpPr/>
          <p:nvPr/>
        </p:nvCxnSpPr>
        <p:spPr>
          <a:xfrm flipV="1">
            <a:off x="4364966" y="2829464"/>
            <a:ext cx="4856672" cy="759125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flipV="1">
            <a:off x="5492151" y="3019245"/>
            <a:ext cx="3789872" cy="569346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757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931DBABA-D02B-4585-9685-2B3F64880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15052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19328153-114C-4919-9B21-B565869BF439}"/>
              </a:ext>
            </a:extLst>
          </p:cNvPr>
          <p:cNvCxnSpPr>
            <a:cxnSpLocks/>
          </p:cNvCxnSpPr>
          <p:nvPr/>
        </p:nvCxnSpPr>
        <p:spPr>
          <a:xfrm>
            <a:off x="3685822" y="4109955"/>
            <a:ext cx="762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985D9165-B82E-4419-ABC7-1DE9CFFCA8E8}"/>
              </a:ext>
            </a:extLst>
          </p:cNvPr>
          <p:cNvCxnSpPr>
            <a:cxnSpLocks/>
          </p:cNvCxnSpPr>
          <p:nvPr/>
        </p:nvCxnSpPr>
        <p:spPr>
          <a:xfrm>
            <a:off x="4616053" y="4093958"/>
            <a:ext cx="2810659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="" xmlns:a16="http://schemas.microsoft.com/office/drawing/2014/main" id="{19328153-114C-4919-9B21-B565869BF439}"/>
              </a:ext>
            </a:extLst>
          </p:cNvPr>
          <p:cNvCxnSpPr>
            <a:cxnSpLocks/>
          </p:cNvCxnSpPr>
          <p:nvPr/>
        </p:nvCxnSpPr>
        <p:spPr>
          <a:xfrm>
            <a:off x="3335866" y="1731028"/>
            <a:ext cx="119097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="" xmlns:a16="http://schemas.microsoft.com/office/drawing/2014/main" id="{19328153-114C-4919-9B21-B565869BF439}"/>
              </a:ext>
            </a:extLst>
          </p:cNvPr>
          <p:cNvCxnSpPr>
            <a:cxnSpLocks/>
          </p:cNvCxnSpPr>
          <p:nvPr/>
        </p:nvCxnSpPr>
        <p:spPr>
          <a:xfrm>
            <a:off x="3141615" y="1920598"/>
            <a:ext cx="111815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flipV="1">
            <a:off x="4093622" y="1811547"/>
            <a:ext cx="354200" cy="2070342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H="1" flipV="1">
            <a:off x="4066822" y="2001328"/>
            <a:ext cx="1497216" cy="1880561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881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89B4312E-C198-47AB-82F6-AF387AB6D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16622" cy="553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1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40</Words>
  <Application>Microsoft Office PowerPoint</Application>
  <PresentationFormat>사용자 지정</PresentationFormat>
  <Paragraphs>14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리액트 자료</vt:lpstr>
      <vt:lpstr>props</vt:lpstr>
      <vt:lpstr>props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Windows 사용자</cp:lastModifiedBy>
  <cp:revision>10</cp:revision>
  <dcterms:created xsi:type="dcterms:W3CDTF">2020-07-14T07:30:35Z</dcterms:created>
  <dcterms:modified xsi:type="dcterms:W3CDTF">2020-08-14T07:28:29Z</dcterms:modified>
</cp:coreProperties>
</file>