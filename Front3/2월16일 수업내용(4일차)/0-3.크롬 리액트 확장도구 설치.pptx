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88329-B203-4ABF-A371-C62719CB0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7E741C-E7AB-400C-BC0B-C3F3D267F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A995B-A282-43F9-AB86-C7A313D4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3B202-9B93-4014-B747-1ED60B65A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01604-82B0-473E-B97C-A75B98CE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4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07A4-45A4-4D28-B085-F7726D47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90C32-3455-4EC1-B6D3-7DB71FEFF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B31ADF-4755-4AFF-AF0F-FF458584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02B5A-1DC0-44E8-9AC6-330D8C9A2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E76B73-14D8-45AF-91ED-78FBE200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8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81D2F-675E-484F-922A-BB154D52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A90DC0-BC09-440B-B5ED-8BA168F5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2E3A1-70EA-44BD-9D4C-52ACE441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0CC96D-945F-4D80-BB1F-C087B1B8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76CF-58C0-4E65-8327-2871EE84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950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C3EB5-F467-44BC-8AEE-D0A3F640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8307C-DE30-441A-AD7E-47880B8DD1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D88D6-2678-4B59-A86E-BE1E3D67E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F67FAB-B6CF-4D56-9CC5-2005B795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66E6FC-03A4-44B5-AAE1-CCB9DFDC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9A750-24C4-47F6-B88B-974EBDC4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87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BFC5-5057-482A-B223-EF8759F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23A064-1D55-42F5-9A92-7BB9C4D4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0B66-812C-41D6-ABFB-3576B1291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AE7F76-9CDB-44CE-89E9-F623B0E8F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7A3619-BB5C-4F18-AD2E-D08CF301A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912564C-1A82-4261-9AB5-A0DB3C4C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58D25E-1AF2-4071-83B1-7B975D0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691A1F-B0EB-4E37-A8CB-127227EBA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71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60CEF-39CF-4D7A-A764-87880502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B1DD04-7560-484A-84C1-1AED4CE0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6F53ED-7AE2-4AB3-955A-4E7DB4AB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AE5AFC-08B4-444C-AEA4-674184C6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11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D8F445-18B4-42B4-9789-DF2EBE94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9BBA5F-20BB-4940-AFA5-B532E8921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F7303-39A7-4555-B397-7D800456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70BFE-88B3-4C22-8DCE-1E47BB27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E78F-276F-49CA-B767-2DDAE22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73CB4A-C93C-4F79-B4EB-2E564F21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24B6CC-AEAF-4CE3-92F5-69F254D2C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88BDC3-B925-485A-BD46-491BFFF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092FD7-207B-4EB8-B15F-01677CB0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113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FBE52-933A-477C-92BF-0FB8D866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1AAA7-2782-4EA7-A1A3-937F82177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0E6866-AE0A-4608-B116-3262DCA94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7D9A2-AB91-476D-ACA6-C66FEF1B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FB9135-5AB3-4358-AA4F-E6F6E51C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A90446-6215-4987-BB1D-379E95B09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85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C4E8E-1929-46C5-86D0-5CD37F8D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2300E1-4CAA-4CF1-B23F-DCB98B251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AA0A5E-4BEB-4D4E-B023-6040E50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7DE21C-511C-4EDC-A5DC-6DCBDC4A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01986-ECC5-4CAD-9BD0-6182E1A2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FDA791-F0DE-47DB-835F-0B8DE621B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C8B96A-D786-4219-ACF2-7C8C48C2A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DF9AE-149F-4BCB-815B-8DD460159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50DA-CFD8-43A4-82E7-5A15A74D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83AD5-8D92-4825-9501-4799A19C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37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951C-EE95-4DF3-A461-34ECA4BEC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8AF63F-FCFF-47D8-8A39-F5A6AB29E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4111DA-7AE4-472C-83BD-BDBD9A630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DD14E-CCC0-4E0D-8AFD-730B1D7AF723}" type="datetimeFigureOut">
              <a:rPr lang="ko-KR" altLang="en-US" smtClean="0"/>
              <a:t>2021-02-15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3E79FC-A481-4823-A54E-C03F329EF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E0EEE-F88D-450D-89F6-523B8380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39A76-0C2B-45FE-9FAF-DE2BAC1B93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71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/>
              <a:t>리액트</a:t>
            </a:r>
            <a:r>
              <a:rPr lang="ko-KR" altLang="en-US" b="1" dirty="0"/>
              <a:t> 자료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E0AFA5-E103-42E9-8490-B9139D1600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37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952" y="576619"/>
            <a:ext cx="8638095" cy="5704762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3437792" y="2734408"/>
            <a:ext cx="504678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27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15" y="0"/>
            <a:ext cx="9199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69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257" y="0"/>
            <a:ext cx="96494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1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69" y="0"/>
            <a:ext cx="9534662" cy="685800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585574" y="5847062"/>
            <a:ext cx="5124317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3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C5083-8144-4D2B-A5C5-2649797CF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618970"/>
          </a:xfrm>
        </p:spPr>
        <p:txBody>
          <a:bodyPr>
            <a:norm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393813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리액트 자료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s</dc:creator>
  <cp:lastModifiedBy>FullName</cp:lastModifiedBy>
  <cp:revision>2</cp:revision>
  <dcterms:created xsi:type="dcterms:W3CDTF">2020-07-14T07:30:35Z</dcterms:created>
  <dcterms:modified xsi:type="dcterms:W3CDTF">2021-02-15T09:31:11Z</dcterms:modified>
</cp:coreProperties>
</file>