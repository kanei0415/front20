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9" r:id="rId4"/>
    <p:sldId id="270" r:id="rId5"/>
    <p:sldId id="274" r:id="rId6"/>
    <p:sldId id="271" r:id="rId7"/>
    <p:sldId id="275" r:id="rId8"/>
    <p:sldId id="272" r:id="rId9"/>
    <p:sldId id="267" r:id="rId10"/>
    <p:sldId id="268" r:id="rId11"/>
    <p:sldId id="276" r:id="rId12"/>
    <p:sldId id="273" r:id="rId13"/>
    <p:sldId id="25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6" d="100"/>
          <a:sy n="116" d="100"/>
        </p:scale>
        <p:origin x="-354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1BDDAA94-CCB9-4A03-8E2B-09624A373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8395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68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806BFA97-08AD-4E3D-BB7C-F48036158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864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616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A13D39A2-D487-4FAE-BFD1-CF311B2F6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23283" cy="6858000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="" xmlns:a16="http://schemas.microsoft.com/office/drawing/2014/main" id="{0FF200DE-88A1-45E0-8369-05F770AB5E15}"/>
              </a:ext>
            </a:extLst>
          </p:cNvPr>
          <p:cNvCxnSpPr>
            <a:cxnSpLocks/>
          </p:cNvCxnSpPr>
          <p:nvPr/>
        </p:nvCxnSpPr>
        <p:spPr>
          <a:xfrm>
            <a:off x="2686755" y="1162756"/>
            <a:ext cx="2009423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89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A13D39A2-D487-4FAE-BFD1-CF311B2F6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23283" cy="6858000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="" xmlns:a16="http://schemas.microsoft.com/office/drawing/2014/main" id="{0FF200DE-88A1-45E0-8369-05F770AB5E15}"/>
              </a:ext>
            </a:extLst>
          </p:cNvPr>
          <p:cNvCxnSpPr>
            <a:cxnSpLocks/>
          </p:cNvCxnSpPr>
          <p:nvPr/>
        </p:nvCxnSpPr>
        <p:spPr>
          <a:xfrm>
            <a:off x="2686755" y="1162756"/>
            <a:ext cx="2009423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7D676A37-82F3-4901-8D5E-BED131AC7E6E}"/>
              </a:ext>
            </a:extLst>
          </p:cNvPr>
          <p:cNvSpPr/>
          <p:nvPr/>
        </p:nvSpPr>
        <p:spPr>
          <a:xfrm>
            <a:off x="2955984" y="1671294"/>
            <a:ext cx="3479322" cy="54569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250724" y="1293725"/>
            <a:ext cx="3863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state</a:t>
            </a:r>
            <a:r>
              <a:rPr lang="ko-KR" altLang="en-US" b="1" dirty="0" smtClean="0">
                <a:solidFill>
                  <a:srgbClr val="FF0000"/>
                </a:solidFill>
              </a:rPr>
              <a:t>값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245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F331E867-1523-434B-90FB-CFDF7C83BE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57637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7D676A37-82F3-4901-8D5E-BED131AC7E6E}"/>
              </a:ext>
            </a:extLst>
          </p:cNvPr>
          <p:cNvSpPr/>
          <p:nvPr/>
        </p:nvSpPr>
        <p:spPr>
          <a:xfrm>
            <a:off x="3188898" y="1800689"/>
            <a:ext cx="5387472" cy="128117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519351" y="1977466"/>
            <a:ext cx="3863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State</a:t>
            </a:r>
            <a:r>
              <a:rPr lang="ko-KR" altLang="en-US" b="1" dirty="0" smtClean="0">
                <a:solidFill>
                  <a:srgbClr val="FF0000"/>
                </a:solidFill>
              </a:rPr>
              <a:t>값을 </a:t>
            </a:r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>
                <a:solidFill>
                  <a:srgbClr val="FF0000"/>
                </a:solidFill>
              </a:rPr>
              <a:t>로 넘김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33" y="1800689"/>
            <a:ext cx="275272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5273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F331E867-1523-434B-90FB-CFDF7C83BE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57637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7D676A37-82F3-4901-8D5E-BED131AC7E6E}"/>
              </a:ext>
            </a:extLst>
          </p:cNvPr>
          <p:cNvSpPr/>
          <p:nvPr/>
        </p:nvSpPr>
        <p:spPr>
          <a:xfrm>
            <a:off x="3097427" y="1721709"/>
            <a:ext cx="2586681" cy="94735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5649" y="1643707"/>
            <a:ext cx="275272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연결선 5"/>
          <p:cNvCxnSpPr/>
          <p:nvPr/>
        </p:nvCxnSpPr>
        <p:spPr>
          <a:xfrm>
            <a:off x="3188898" y="2193686"/>
            <a:ext cx="236340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3188897" y="2354324"/>
            <a:ext cx="236340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5552302" y="2108886"/>
            <a:ext cx="4143633" cy="378941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>
            <a:off x="5552301" y="2314832"/>
            <a:ext cx="4143634" cy="378941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10013947" y="2586682"/>
            <a:ext cx="1288367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9695935" y="2759678"/>
            <a:ext cx="1178011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907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485A45FD-5BB8-4307-A42D-FAF5F1F0E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63967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A606178D-B81C-4C2B-96B7-5225DA2611A6}"/>
              </a:ext>
            </a:extLst>
          </p:cNvPr>
          <p:cNvCxnSpPr>
            <a:cxnSpLocks/>
          </p:cNvCxnSpPr>
          <p:nvPr/>
        </p:nvCxnSpPr>
        <p:spPr>
          <a:xfrm>
            <a:off x="2630311" y="1365956"/>
            <a:ext cx="229164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4D6711AC-BA66-41A3-B523-FC5401E88304}"/>
              </a:ext>
            </a:extLst>
          </p:cNvPr>
          <p:cNvSpPr/>
          <p:nvPr/>
        </p:nvSpPr>
        <p:spPr>
          <a:xfrm>
            <a:off x="3369520" y="1800691"/>
            <a:ext cx="2026569" cy="45708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494637" y="1800689"/>
            <a:ext cx="3591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“WEB”</a:t>
            </a: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“World Wide Web”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809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12F49033-4306-4673-8B49-AA540EFCC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843612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0A823348-EF0E-4CC1-B27C-5E22150154C7}"/>
              </a:ext>
            </a:extLst>
          </p:cNvPr>
          <p:cNvCxnSpPr>
            <a:cxnSpLocks/>
          </p:cNvCxnSpPr>
          <p:nvPr/>
        </p:nvCxnSpPr>
        <p:spPr>
          <a:xfrm>
            <a:off x="2596444" y="1320801"/>
            <a:ext cx="195297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511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BFBDA05F-A261-4C96-996B-9A1C8547C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45051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0BA957A7-6C3F-428A-9988-DB11C2FBC5B6}"/>
              </a:ext>
            </a:extLst>
          </p:cNvPr>
          <p:cNvSpPr/>
          <p:nvPr/>
        </p:nvSpPr>
        <p:spPr>
          <a:xfrm>
            <a:off x="3166321" y="1766825"/>
            <a:ext cx="1970124" cy="4232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="" xmlns:a16="http://schemas.microsoft.com/office/drawing/2014/main" id="{1B9EB568-C65B-4A65-8CC5-7B63F7E0C169}"/>
              </a:ext>
            </a:extLst>
          </p:cNvPr>
          <p:cNvCxnSpPr>
            <a:cxnSpLocks/>
          </p:cNvCxnSpPr>
          <p:nvPr/>
        </p:nvCxnSpPr>
        <p:spPr>
          <a:xfrm>
            <a:off x="2596444" y="1320801"/>
            <a:ext cx="225777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247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543675" cy="387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001" y="741277"/>
            <a:ext cx="25527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직선 연결선 6">
            <a:extLst>
              <a:ext uri="{FF2B5EF4-FFF2-40B4-BE49-F238E27FC236}">
                <a16:creationId xmlns="" xmlns:a16="http://schemas.microsoft.com/office/drawing/2014/main" id="{1B9EB568-C65B-4A65-8CC5-7B63F7E0C169}"/>
              </a:ext>
            </a:extLst>
          </p:cNvPr>
          <p:cNvCxnSpPr>
            <a:cxnSpLocks/>
          </p:cNvCxnSpPr>
          <p:nvPr/>
        </p:nvCxnSpPr>
        <p:spPr>
          <a:xfrm>
            <a:off x="1787611" y="2819487"/>
            <a:ext cx="9144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 flipV="1">
            <a:off x="2380735" y="1540477"/>
            <a:ext cx="5461687" cy="1001025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 flipV="1">
            <a:off x="3863546" y="1795850"/>
            <a:ext cx="3978876" cy="745652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="" xmlns:a16="http://schemas.microsoft.com/office/drawing/2014/main" id="{1B9EB568-C65B-4A65-8CC5-7B63F7E0C169}"/>
              </a:ext>
            </a:extLst>
          </p:cNvPr>
          <p:cNvCxnSpPr>
            <a:cxnSpLocks/>
          </p:cNvCxnSpPr>
          <p:nvPr/>
        </p:nvCxnSpPr>
        <p:spPr>
          <a:xfrm>
            <a:off x="2773558" y="2819487"/>
            <a:ext cx="291055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="" xmlns:a16="http://schemas.microsoft.com/office/drawing/2014/main" id="{1B9EB568-C65B-4A65-8CC5-7B63F7E0C169}"/>
              </a:ext>
            </a:extLst>
          </p:cNvPr>
          <p:cNvCxnSpPr>
            <a:cxnSpLocks/>
          </p:cNvCxnSpPr>
          <p:nvPr/>
        </p:nvCxnSpPr>
        <p:spPr>
          <a:xfrm>
            <a:off x="8222888" y="1641389"/>
            <a:ext cx="122591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="" xmlns:a16="http://schemas.microsoft.com/office/drawing/2014/main" id="{1B9EB568-C65B-4A65-8CC5-7B63F7E0C169}"/>
              </a:ext>
            </a:extLst>
          </p:cNvPr>
          <p:cNvCxnSpPr>
            <a:cxnSpLocks/>
          </p:cNvCxnSpPr>
          <p:nvPr/>
        </p:nvCxnSpPr>
        <p:spPr>
          <a:xfrm>
            <a:off x="7954395" y="1816443"/>
            <a:ext cx="1164891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683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3B6526AA-61AF-4AE8-8826-F64FB8DCC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" y="0"/>
            <a:ext cx="88013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115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</Words>
  <Application>Microsoft Office PowerPoint</Application>
  <PresentationFormat>사용자 지정</PresentationFormat>
  <Paragraphs>6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Windows 사용자</cp:lastModifiedBy>
  <cp:revision>14</cp:revision>
  <dcterms:created xsi:type="dcterms:W3CDTF">2020-07-14T07:30:35Z</dcterms:created>
  <dcterms:modified xsi:type="dcterms:W3CDTF">2020-08-14T07:39:49Z</dcterms:modified>
</cp:coreProperties>
</file>