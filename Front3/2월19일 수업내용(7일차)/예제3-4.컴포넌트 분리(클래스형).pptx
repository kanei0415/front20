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9" r:id="rId5"/>
    <p:sldId id="260" r:id="rId6"/>
    <p:sldId id="261" r:id="rId7"/>
    <p:sldId id="262" r:id="rId8"/>
    <p:sldId id="263" r:id="rId9"/>
    <p:sldId id="258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664" y="-8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자료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3715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컴포넌트 분리 </a:t>
            </a:r>
            <a:r>
              <a:rPr lang="en-US" altLang="ko-KR" b="1" dirty="0" smtClean="0"/>
              <a:t>- </a:t>
            </a:r>
            <a:r>
              <a:rPr lang="ko-KR" altLang="en-US" b="1" dirty="0" err="1" smtClean="0"/>
              <a:t>클래스형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9198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07)\참고자료 - ReactJS 이정도는 알아야지\예제3 - 컴포넌트 분리\4.분리후(클래스형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2150" cy="621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00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리액트 (20.08.07)\참고자료 - ReactJS 이정도는 알아야지\예제3 - 컴포넌트 분리\4.분리후(클래스형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4" y="9004"/>
            <a:ext cx="8806408" cy="562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021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8.07)\참고자료 - ReactJS 이정도는 알아야지\예제3 - 컴포넌트 분리\4.분리후(클래스형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88424" cy="666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021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esktop\리액트 (20.08.07)\참고자료 - ReactJS 이정도는 알아야지\예제3 - 컴포넌트 분리\4.분리후(클래스형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60"/>
            <a:ext cx="8266113" cy="666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021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esktop\리액트 (20.08.07)\참고자료 - ReactJS 이정도는 알아야지\예제3 - 컴포넌트 분리\4.분리후(클래스형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6" y="0"/>
            <a:ext cx="7427913" cy="664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021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esktop\리액트 (20.08.07)\참고자료 - ReactJS 이정도는 알아야지\예제3 - 컴포넌트 분리\4.분리후(클래스형)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8" y="25647"/>
            <a:ext cx="5495156" cy="6356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021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10743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163259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Office PowerPoint</Application>
  <PresentationFormat>화면 슬라이드 쇼(4:3)</PresentationFormat>
  <Paragraphs>3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리액트 자료</vt:lpstr>
      <vt:lpstr>컴포넌트 분리 - 클래스형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Microsoft Corporation</dc:creator>
  <cp:lastModifiedBy>Windows 사용자</cp:lastModifiedBy>
  <cp:revision>5</cp:revision>
  <dcterms:created xsi:type="dcterms:W3CDTF">2006-10-05T04:04:58Z</dcterms:created>
  <dcterms:modified xsi:type="dcterms:W3CDTF">2020-08-17T08:11:16Z</dcterms:modified>
</cp:coreProperties>
</file>