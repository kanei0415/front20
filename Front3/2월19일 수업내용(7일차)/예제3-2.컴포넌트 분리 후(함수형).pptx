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3 - 컴포넌트 분리\2.분리후(함수형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652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07)\참고자료 - ReactJS 이정도는 알아야지\예제3 - 컴포넌트 분리\2.분리후(함수형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" y="0"/>
            <a:ext cx="7658720" cy="641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1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3 - 컴포넌트 분리\2.분리후(함수형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68891" cy="536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15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80" y="0"/>
            <a:ext cx="41529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80" y="3140968"/>
            <a:ext cx="62960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>
            <a:off x="2267744" y="908720"/>
            <a:ext cx="432048" cy="280831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2064370" y="1196752"/>
            <a:ext cx="2363614" cy="252028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137" y="4391025"/>
            <a:ext cx="37242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직선 화살표 연결선 13"/>
          <p:cNvCxnSpPr/>
          <p:nvPr/>
        </p:nvCxnSpPr>
        <p:spPr>
          <a:xfrm>
            <a:off x="2064370" y="3988693"/>
            <a:ext cx="5531966" cy="124050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635896" y="3933056"/>
            <a:ext cx="4320480" cy="187220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835696" y="908720"/>
            <a:ext cx="8640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619672" y="1196752"/>
            <a:ext cx="8640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2267744" y="3933056"/>
            <a:ext cx="97843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950377" y="3933056"/>
            <a:ext cx="113728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761635" y="3933056"/>
            <a:ext cx="36209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273803" y="3929112"/>
            <a:ext cx="5781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7452320" y="5445224"/>
            <a:ext cx="9361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7488324" y="6021288"/>
            <a:ext cx="11161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64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07)\참고자료 - ReactJS 이정도는 알아야지\예제3 - 컴포넌트 분리\2.분리후(함수형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444208" cy="621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15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화면 슬라이드 쇼(4:3)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5</cp:revision>
  <dcterms:created xsi:type="dcterms:W3CDTF">2006-10-05T04:04:58Z</dcterms:created>
  <dcterms:modified xsi:type="dcterms:W3CDTF">2020-08-17T07:59:24Z</dcterms:modified>
</cp:coreProperties>
</file>