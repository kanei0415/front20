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58" r:id="rId1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2664" y="-8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2020-08-17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자료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53715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esktop\리액트 (20.08.07)\참고자료 - ReactJS 이정도는 알아야지\예제1 - 함수형 컴포넌트, 클래스형 컴포넌트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532440" cy="2838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2003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esktop\리액트 (20.08.07)\참고자료 - ReactJS 이정도는 알아야지\예제1 - 함수형 컴포넌트, 클래스형 컴포넌트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099"/>
            <a:ext cx="9144000" cy="4787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13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esktop\리액트 (20.08.07)\참고자료 - ReactJS 이정도는 알아야지\예제1 - 함수형 컴포넌트, 클래스형 컴포넌트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036496" cy="5527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13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b\Desktop\리액트 (20.08.07)\참고자료 - ReactJS 이정도는 알아야지\예제1 - 함수형 컴포넌트, 클래스형 컴포넌트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8244408" cy="6717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427984" y="162879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원래 코드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213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hb\Desktop\리액트 (20.08.07)\참고자료 - ReactJS 이정도는 알아야지\예제1 - 함수형 컴포넌트, 클래스형 컴포넌트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72" y="0"/>
            <a:ext cx="7599908" cy="6327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501828" y="2083591"/>
            <a:ext cx="3024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함수형 컴포넌트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213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hb\Desktop\리액트 (20.08.07)\참고자료 - ReactJS 이정도는 알아야지\예제1 - 함수형 컴포넌트, 클래스형 컴포넌트\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" y="17511"/>
            <a:ext cx="8602464" cy="4780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5831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hb\Desktop\리액트 (20.08.07)\참고자료 - ReactJS 이정도는 알아야지\예제1 - 함수형 컴포넌트, 클래스형 컴포넌트\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8100392" cy="456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5831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hb\Desktop\리액트 (20.08.07)\참고자료 - ReactJS 이정도는 알아야지\예제1 - 함수형 컴포넌트, 클래스형 컴포넌트\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8388424" cy="6422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572000" y="2737809"/>
            <a:ext cx="3024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 smtClean="0">
                <a:solidFill>
                  <a:srgbClr val="FF0000"/>
                </a:solidFill>
              </a:rPr>
              <a:t>클래스</a:t>
            </a:r>
            <a:r>
              <a:rPr lang="ko-KR" altLang="en-US" sz="2400" b="1" dirty="0" err="1">
                <a:solidFill>
                  <a:srgbClr val="FF0000"/>
                </a:solidFill>
              </a:rPr>
              <a:t>형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컴포넌트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831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hb\Desktop\리액트 (20.08.07)\참고자료 - ReactJS 이정도는 알아야지\예제1 - 함수형 컴포넌트, 클래스형 컴포넌트\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532440" cy="6025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4884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810743"/>
          </a:xfrm>
        </p:spPr>
        <p:txBody>
          <a:bodyPr>
            <a:normAutofit/>
          </a:bodyPr>
          <a:lstStyle/>
          <a:p>
            <a:r>
              <a:rPr lang="ko-KR" altLang="en-US" sz="8800" b="1" dirty="0" smtClean="0"/>
              <a:t>끝</a:t>
            </a:r>
            <a:endParaRPr lang="ko-KR" alt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1632598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</Words>
  <Application>Microsoft Office PowerPoint</Application>
  <PresentationFormat>화면 슬라이드 쇼(4:3)</PresentationFormat>
  <Paragraphs>5</Paragraphs>
  <Slides>11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2" baseType="lpstr">
      <vt:lpstr>Office 테마</vt:lpstr>
      <vt:lpstr>리액트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Microsoft Corporation</dc:creator>
  <cp:lastModifiedBy>Windows 사용자</cp:lastModifiedBy>
  <cp:revision>5</cp:revision>
  <dcterms:created xsi:type="dcterms:W3CDTF">2006-10-05T04:04:58Z</dcterms:created>
  <dcterms:modified xsi:type="dcterms:W3CDTF">2020-08-17T07:37:00Z</dcterms:modified>
</cp:coreProperties>
</file>