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07)\참고자료 - ReactJS 이정도는 알아야지\예제3 - 컴포넌트 분리\1.분리전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532440" cy="296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0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07)\참고자료 - ReactJS 이정도는 알아야지\예제3 - 컴포넌트 분리\1.분리전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68144" cy="632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43808" y="7598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함수형 컴포넌트 </a:t>
            </a:r>
            <a:r>
              <a:rPr lang="en-US" altLang="ko-KR" b="1" dirty="0" smtClean="0">
                <a:solidFill>
                  <a:srgbClr val="FF0000"/>
                </a:solidFill>
              </a:rPr>
              <a:t>Post</a:t>
            </a:r>
            <a:r>
              <a:rPr lang="ko-KR" altLang="en-US" b="1" dirty="0" smtClean="0">
                <a:solidFill>
                  <a:srgbClr val="FF0000"/>
                </a:solidFill>
              </a:rPr>
              <a:t>안에 모두 들어가 있음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983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3 - 컴포넌트 분리\1.분리전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164288" cy="507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71800" y="692696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 </a:t>
            </a:r>
            <a:r>
              <a:rPr lang="en-US" altLang="ko-KR" b="1" dirty="0" smtClean="0">
                <a:solidFill>
                  <a:srgbClr val="FF0000"/>
                </a:solidFill>
              </a:rPr>
              <a:t>Post</a:t>
            </a:r>
            <a:r>
              <a:rPr lang="ko-KR" altLang="en-US" b="1" smtClean="0">
                <a:solidFill>
                  <a:srgbClr val="FF0000"/>
                </a:solidFill>
              </a:rPr>
              <a:t>에 </a:t>
            </a:r>
            <a:r>
              <a:rPr lang="en-US" altLang="ko-KR" b="1" smtClean="0">
                <a:solidFill>
                  <a:srgbClr val="FF0000"/>
                </a:solidFill>
              </a:rPr>
              <a:t>props </a:t>
            </a:r>
            <a:r>
              <a:rPr lang="ko-KR" altLang="en-US" b="1" smtClean="0">
                <a:solidFill>
                  <a:srgbClr val="FF0000"/>
                </a:solidFill>
              </a:rPr>
              <a:t>값 전달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98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07)\참고자료 - ReactJS 이정도는 알아야지\예제3 - 컴포넌트 분리\1.분리전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" y="10141"/>
            <a:ext cx="6437311" cy="634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98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</Words>
  <Application>Microsoft Office PowerPoint</Application>
  <PresentationFormat>화면 슬라이드 쇼(4:3)</PresentationFormat>
  <Paragraphs>4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5</cp:revision>
  <dcterms:created xsi:type="dcterms:W3CDTF">2006-10-05T04:04:58Z</dcterms:created>
  <dcterms:modified xsi:type="dcterms:W3CDTF">2020-08-17T07:54:50Z</dcterms:modified>
</cp:coreProperties>
</file>