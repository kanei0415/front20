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58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664" y="-8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자료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3715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컴포넌트 분리 </a:t>
            </a:r>
            <a:r>
              <a:rPr lang="en-US" altLang="ko-KR" b="1" dirty="0" smtClean="0"/>
              <a:t>- </a:t>
            </a:r>
            <a:r>
              <a:rPr lang="ko-KR" altLang="en-US" b="1" dirty="0" smtClean="0"/>
              <a:t>함수형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947200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ownloads\리액트 (20.08.17)\참고자료 - ReactJS 이정도는 알아야지\예제3 - 컴포넌트 분리\3.분리후(함수형 - 개별파일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2308978" cy="666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15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istrator\Downloads\리액트 (20.08.17)\참고자료 - ReactJS 이정도는 알아야지\예제3 - 컴포넌트 분리\3.분리후(함수형 - 개별파일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0" y="0"/>
            <a:ext cx="6211664" cy="660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01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istrator\Downloads\리액트 (20.08.17)\참고자료 - ReactJS 이정도는 알아야지\예제3 - 컴포넌트 분리\3.분리후(함수형 - 개별파일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36496" cy="4690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01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istrator\Downloads\리액트 (20.08.17)\참고자료 - ReactJS 이정도는 알아야지\예제3 - 컴포넌트 분리\3.분리후(함수형 - 개별파일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388424" cy="5741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01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ministrator\Downloads\리액트 (20.08.17)\참고자료 - ReactJS 이정도는 알아야지\예제3 - 컴포넌트 분리\3.분리후(함수형 - 개별파일)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72400" cy="601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01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istrator\Downloads\리액트 (20.08.17)\참고자료 - ReactJS 이정도는 알아야지\예제3 - 컴포넌트 분리\3.분리후(함수형 - 개별파일)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020272" cy="613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645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istrator\Downloads\리액트 (20.08.17)\참고자료 - ReactJS 이정도는 알아야지\예제3 - 컴포넌트 분리\3.분리후(함수형 - 개별파일)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36" y="123"/>
            <a:ext cx="5228208" cy="6047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4169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810743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163259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</Words>
  <Application>Microsoft Office PowerPoint</Application>
  <PresentationFormat>화면 슬라이드 쇼(4:3)</PresentationFormat>
  <Paragraphs>3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리액트 자료</vt:lpstr>
      <vt:lpstr>컴포넌트 분리 - 함수형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Microsoft Corporation</dc:creator>
  <cp:lastModifiedBy>Windows 사용자</cp:lastModifiedBy>
  <cp:revision>8</cp:revision>
  <dcterms:created xsi:type="dcterms:W3CDTF">2006-10-05T04:04:58Z</dcterms:created>
  <dcterms:modified xsi:type="dcterms:W3CDTF">2020-08-17T08:11:19Z</dcterms:modified>
</cp:coreProperties>
</file>