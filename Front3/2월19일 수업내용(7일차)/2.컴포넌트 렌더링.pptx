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59" r:id="rId5"/>
    <p:sldId id="260" r:id="rId6"/>
    <p:sldId id="261" r:id="rId7"/>
    <p:sldId id="262" r:id="rId8"/>
    <p:sldId id="263" r:id="rId9"/>
    <p:sldId id="258" r:id="rId1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16" d="100"/>
          <a:sy n="116" d="100"/>
        </p:scale>
        <p:origin x="-1494" y="-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 smtClean="0"/>
              <a:t>리액트</a:t>
            </a:r>
            <a:r>
              <a:rPr lang="ko-KR" altLang="en-US" b="1" dirty="0" smtClean="0"/>
              <a:t> 자료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53715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hb\Desktop\리액트 (20.08.07)\참고자료 - ReactJS 이정도는 알아야지\예제2 - 컴포넌트 렌더링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209" y="-1"/>
            <a:ext cx="8129601" cy="6322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716016" y="3573016"/>
            <a:ext cx="36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err="1" smtClean="0">
                <a:solidFill>
                  <a:srgbClr val="FF0000"/>
                </a:solidFill>
              </a:rPr>
              <a:t>NumberType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컴포넌트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2003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hb\Desktop\리액트 (20.08.07)\참고자료 - ReactJS 이정도는 알아야지\예제2 - 컴포넌트 렌더링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209" y="-1"/>
            <a:ext cx="8129601" cy="6322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716016" y="3573016"/>
            <a:ext cx="44279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FF0000"/>
                </a:solidFill>
              </a:rPr>
              <a:t>p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rops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로 </a:t>
            </a:r>
            <a:endParaRPr lang="en-US" altLang="ko-KR" sz="2400" b="1" dirty="0" smtClean="0">
              <a:solidFill>
                <a:srgbClr val="FF0000"/>
              </a:solidFill>
            </a:endParaRPr>
          </a:p>
          <a:p>
            <a:r>
              <a:rPr lang="ko-KR" altLang="en-US" sz="2400" b="1" dirty="0" smtClean="0">
                <a:solidFill>
                  <a:srgbClr val="FF0000"/>
                </a:solidFill>
              </a:rPr>
              <a:t>하위 컴포넌트에 넘길</a:t>
            </a:r>
            <a:endParaRPr lang="en-US" altLang="ko-KR" sz="2400" b="1" dirty="0" smtClean="0">
              <a:solidFill>
                <a:srgbClr val="FF0000"/>
              </a:solidFill>
            </a:endParaRPr>
          </a:p>
          <a:p>
            <a:r>
              <a:rPr lang="ko-KR" altLang="en-US" sz="2400" b="1" dirty="0" smtClean="0">
                <a:solidFill>
                  <a:srgbClr val="FF0000"/>
                </a:solidFill>
              </a:rPr>
              <a:t>이름과 값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2148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hb\Desktop\리액트 (20.08.07)\참고자료 - ReactJS 이정도는 알아야지\예제2 - 컴포넌트 렌더링\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875713" cy="56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851920" y="2972851"/>
            <a:ext cx="51845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rgbClr val="FF0000"/>
                </a:solidFill>
              </a:rPr>
              <a:t>상위 컴포넌트가 넘긴 </a:t>
            </a:r>
            <a:endParaRPr lang="en-US" altLang="ko-KR" sz="2400" b="1" dirty="0" smtClean="0">
              <a:solidFill>
                <a:srgbClr val="FF0000"/>
              </a:solidFill>
            </a:endParaRPr>
          </a:p>
          <a:p>
            <a:r>
              <a:rPr lang="en-US" altLang="ko-KR" sz="2400" b="1" dirty="0" smtClean="0">
                <a:solidFill>
                  <a:srgbClr val="FF0000"/>
                </a:solidFill>
              </a:rPr>
              <a:t>number 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값을 받음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6598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hb\Desktop\리액트 (20.08.07)\참고자료 - ReactJS 이정도는 알아야지\예제2 - 컴포넌트 렌더링\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8388424" cy="5592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6598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hb\Desktop\리액트 (20.08.07)\참고자료 - ReactJS 이정도는 알아야지\예제2 - 컴포넌트 렌더링\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8820472" cy="5956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932040" y="3717032"/>
            <a:ext cx="3888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err="1" smtClean="0">
                <a:solidFill>
                  <a:srgbClr val="FF0000"/>
                </a:solidFill>
              </a:rPr>
              <a:t>삼항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 연산자 방식 사용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6598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hb\Desktop\리액트 (20.08.07)\참고자료 - ReactJS 이정도는 알아야지\예제2 - 컴포넌트 렌더링\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028384" cy="5507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6598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hb\Desktop\리액트 (20.08.07)\참고자료 - ReactJS 이정도는 알아야지\예제2 - 컴포넌트 렌더링\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964488" cy="4996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6598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810743"/>
          </a:xfrm>
        </p:spPr>
        <p:txBody>
          <a:bodyPr>
            <a:normAutofit/>
          </a:bodyPr>
          <a:lstStyle/>
          <a:p>
            <a:r>
              <a:rPr lang="ko-KR" altLang="en-US" sz="8800" b="1" dirty="0" smtClean="0"/>
              <a:t>끝</a:t>
            </a:r>
            <a:endParaRPr lang="ko-KR" altLang="en-US" sz="8800" b="1" dirty="0"/>
          </a:p>
        </p:txBody>
      </p:sp>
    </p:spTree>
    <p:extLst>
      <p:ext uri="{BB962C8B-B14F-4D97-AF65-F5344CB8AC3E}">
        <p14:creationId xmlns:p14="http://schemas.microsoft.com/office/powerpoint/2010/main" val="1632598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22</Words>
  <Application>Microsoft Office PowerPoint</Application>
  <PresentationFormat>화면 슬라이드 쇼(4:3)</PresentationFormat>
  <Paragraphs>9</Paragraphs>
  <Slides>9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0" baseType="lpstr">
      <vt:lpstr>Office 테마</vt:lpstr>
      <vt:lpstr>리액트 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자료</dc:title>
  <dc:creator>Microsoft Corporation</dc:creator>
  <cp:lastModifiedBy>Windows 사용자</cp:lastModifiedBy>
  <cp:revision>5</cp:revision>
  <dcterms:created xsi:type="dcterms:W3CDTF">2006-10-05T04:04:58Z</dcterms:created>
  <dcterms:modified xsi:type="dcterms:W3CDTF">2020-08-17T07:40:33Z</dcterms:modified>
</cp:coreProperties>
</file>