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59" r:id="rId7"/>
    <p:sldId id="260" r:id="rId8"/>
    <p:sldId id="266" r:id="rId9"/>
    <p:sldId id="261" r:id="rId10"/>
    <p:sldId id="268" r:id="rId11"/>
    <p:sldId id="262" r:id="rId12"/>
    <p:sldId id="267" r:id="rId13"/>
    <p:sldId id="258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95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자료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3715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hb\Desktop\리액트 (20.08.07)\참고자료 - ReactJS 이정도는 알아야지\예제3 - 점 표기법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72400" cy="6258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003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hb\Desktop\리액트 (20.08.07)\참고자료 - ReactJS 이정도는 알아야지\예제3 - 점 표기법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72400" cy="6258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012160" y="1844824"/>
            <a:ext cx="313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UserInfo</a:t>
            </a:r>
            <a:r>
              <a:rPr lang="ko-KR" altLang="en-US" b="1" dirty="0" smtClean="0">
                <a:solidFill>
                  <a:srgbClr val="FF0000"/>
                </a:solidFill>
              </a:rPr>
              <a:t>의 </a:t>
            </a:r>
            <a:r>
              <a:rPr lang="en-US" altLang="ko-KR" b="1" dirty="0" smtClean="0">
                <a:solidFill>
                  <a:srgbClr val="FF0000"/>
                </a:solidFill>
              </a:rPr>
              <a:t>Name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68144" y="2420888"/>
            <a:ext cx="313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UserInfo</a:t>
            </a:r>
            <a:r>
              <a:rPr lang="ko-KR" altLang="en-US" b="1" dirty="0" smtClean="0">
                <a:solidFill>
                  <a:srgbClr val="FF0000"/>
                </a:solidFill>
              </a:rPr>
              <a:t>의 </a:t>
            </a:r>
            <a:r>
              <a:rPr lang="en-US" altLang="ko-KR" b="1" smtClean="0">
                <a:solidFill>
                  <a:srgbClr val="FF0000"/>
                </a:solidFill>
              </a:rPr>
              <a:t>Job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4572000" y="1772816"/>
            <a:ext cx="72008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4211960" y="2214156"/>
            <a:ext cx="36004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4211960" y="2852936"/>
            <a:ext cx="36004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071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hb\Desktop\리액트 (20.08.07)\참고자료 - ReactJS 이정도는 알아야지\예제3 - 점 표기법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72400" cy="6258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84702" y="4941168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UserInfo</a:t>
            </a:r>
            <a:r>
              <a:rPr lang="ko-KR" altLang="en-US" b="1" dirty="0" smtClean="0">
                <a:solidFill>
                  <a:srgbClr val="FF0000"/>
                </a:solidFill>
              </a:rPr>
              <a:t>의 </a:t>
            </a:r>
            <a:r>
              <a:rPr lang="en-US" altLang="ko-KR" b="1" dirty="0" smtClean="0">
                <a:solidFill>
                  <a:srgbClr val="FF0000"/>
                </a:solidFill>
              </a:rPr>
              <a:t>Name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컴포넌트에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를 </a:t>
            </a:r>
            <a:r>
              <a:rPr lang="en-US" altLang="ko-KR" b="1" dirty="0" smtClean="0">
                <a:solidFill>
                  <a:srgbClr val="FF0000"/>
                </a:solidFill>
              </a:rPr>
              <a:t>name</a:t>
            </a:r>
            <a:r>
              <a:rPr lang="ko-KR" altLang="en-US" b="1" dirty="0" smtClean="0">
                <a:solidFill>
                  <a:srgbClr val="FF0000"/>
                </a:solidFill>
              </a:rPr>
              <a:t>이름으로 </a:t>
            </a:r>
            <a:r>
              <a:rPr lang="en-US" altLang="ko-KR" b="1" dirty="0" smtClean="0">
                <a:solidFill>
                  <a:srgbClr val="FF0000"/>
                </a:solidFill>
              </a:rPr>
              <a:t>“</a:t>
            </a:r>
            <a:r>
              <a:rPr lang="en-US" altLang="ko-KR" b="1" dirty="0" err="1" smtClean="0">
                <a:solidFill>
                  <a:srgbClr val="FF0000"/>
                </a:solidFill>
              </a:rPr>
              <a:t>kim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chul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soo</a:t>
            </a:r>
            <a:r>
              <a:rPr lang="en-US" altLang="ko-KR" b="1" dirty="0" smtClean="0">
                <a:solidFill>
                  <a:srgbClr val="FF0000"/>
                </a:solidFill>
              </a:rPr>
              <a:t>” </a:t>
            </a:r>
            <a:r>
              <a:rPr lang="ko-KR" altLang="en-US" b="1" dirty="0" smtClean="0">
                <a:solidFill>
                  <a:srgbClr val="FF0000"/>
                </a:solidFill>
              </a:rPr>
              <a:t>값으로 전달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4716016" y="4725144"/>
            <a:ext cx="295232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678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hb\Desktop\리액트 (20.08.07)\참고자료 - ReactJS 이정도는 알아야지\예제3 - 점 표기법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72400" cy="6258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84702" y="4941168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UserInfo</a:t>
            </a:r>
            <a:r>
              <a:rPr lang="ko-KR" altLang="en-US" b="1" dirty="0" smtClean="0">
                <a:solidFill>
                  <a:srgbClr val="FF0000"/>
                </a:solidFill>
              </a:rPr>
              <a:t>의 </a:t>
            </a:r>
            <a:r>
              <a:rPr lang="en-US" altLang="ko-KR" b="1" dirty="0" smtClean="0">
                <a:solidFill>
                  <a:srgbClr val="FF0000"/>
                </a:solidFill>
              </a:rPr>
              <a:t>Job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컴포넌트에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를 </a:t>
            </a:r>
            <a:r>
              <a:rPr lang="en-US" altLang="ko-KR" b="1" dirty="0" smtClean="0">
                <a:solidFill>
                  <a:srgbClr val="FF0000"/>
                </a:solidFill>
              </a:rPr>
              <a:t>job</a:t>
            </a:r>
            <a:r>
              <a:rPr lang="ko-KR" altLang="en-US" b="1" dirty="0" smtClean="0">
                <a:solidFill>
                  <a:srgbClr val="FF0000"/>
                </a:solidFill>
              </a:rPr>
              <a:t>이름으로 </a:t>
            </a:r>
            <a:r>
              <a:rPr lang="en-US" altLang="ko-KR" b="1" dirty="0" smtClean="0">
                <a:solidFill>
                  <a:srgbClr val="FF0000"/>
                </a:solidFill>
              </a:rPr>
              <a:t>“programmer” </a:t>
            </a:r>
            <a:r>
              <a:rPr lang="ko-KR" altLang="en-US" b="1" dirty="0" smtClean="0">
                <a:solidFill>
                  <a:srgbClr val="FF0000"/>
                </a:solidFill>
              </a:rPr>
              <a:t>값으로 전달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4716016" y="4941168"/>
            <a:ext cx="273630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100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hb\Desktop\리액트 (20.08.07)\참고자료 - ReactJS 이정도는 알아야지\예제3 - 점 표기법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692" y="0"/>
            <a:ext cx="8690148" cy="358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9163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esktop\리액트 (20.08.07)\참고자료 - ReactJS 이정도는 알아야지\예제3 - 점 표기법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0"/>
            <a:ext cx="6650707" cy="6012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9163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esktop\리액트 (20.08.07)\참고자료 - ReactJS 이정도는 알아야지\예제3 - 점 표기법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0"/>
            <a:ext cx="6650707" cy="6012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화살표 연결선 2"/>
          <p:cNvCxnSpPr/>
          <p:nvPr/>
        </p:nvCxnSpPr>
        <p:spPr>
          <a:xfrm flipH="1">
            <a:off x="2195736" y="2204864"/>
            <a:ext cx="288032" cy="2520280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/>
          <p:cNvCxnSpPr/>
          <p:nvPr/>
        </p:nvCxnSpPr>
        <p:spPr>
          <a:xfrm flipH="1">
            <a:off x="2195736" y="3429000"/>
            <a:ext cx="288032" cy="1656184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256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21"/>
            <a:ext cx="7236296" cy="6560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923928" y="12921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>
                <a:solidFill>
                  <a:srgbClr val="FF0000"/>
                </a:solidFill>
              </a:rPr>
              <a:t>함수형 컴포넌트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06214" y="382253"/>
            <a:ext cx="3634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넘겨준 </a:t>
            </a:r>
            <a:r>
              <a:rPr lang="en-US" altLang="ko-KR" b="1" dirty="0" smtClean="0">
                <a:solidFill>
                  <a:srgbClr val="FF0000"/>
                </a:solidFill>
              </a:rPr>
              <a:t>props type</a:t>
            </a:r>
            <a:r>
              <a:rPr lang="ko-KR" altLang="en-US" b="1" dirty="0" smtClean="0">
                <a:solidFill>
                  <a:srgbClr val="FF0000"/>
                </a:solidFill>
              </a:rPr>
              <a:t>이 </a:t>
            </a:r>
            <a:r>
              <a:rPr lang="en-US" altLang="ko-KR" b="1" dirty="0" smtClean="0">
                <a:solidFill>
                  <a:srgbClr val="FF0000"/>
                </a:solidFill>
              </a:rPr>
              <a:t>name</a:t>
            </a:r>
            <a:r>
              <a:rPr lang="ko-KR" altLang="en-US" b="1" dirty="0" smtClean="0">
                <a:solidFill>
                  <a:srgbClr val="FF0000"/>
                </a:solidFill>
              </a:rPr>
              <a:t>이면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Name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04048" y="1340768"/>
            <a:ext cx="3634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넘겨준 </a:t>
            </a:r>
            <a:r>
              <a:rPr lang="en-US" altLang="ko-KR" b="1" dirty="0" smtClean="0">
                <a:solidFill>
                  <a:srgbClr val="FF0000"/>
                </a:solidFill>
              </a:rPr>
              <a:t>props type</a:t>
            </a:r>
            <a:r>
              <a:rPr lang="ko-KR" altLang="en-US" b="1" dirty="0" smtClean="0">
                <a:solidFill>
                  <a:srgbClr val="FF0000"/>
                </a:solidFill>
              </a:rPr>
              <a:t>이 </a:t>
            </a:r>
            <a:r>
              <a:rPr lang="en-US" altLang="ko-KR" b="1" dirty="0" smtClean="0">
                <a:solidFill>
                  <a:srgbClr val="FF0000"/>
                </a:solidFill>
              </a:rPr>
              <a:t>job</a:t>
            </a:r>
            <a:r>
              <a:rPr lang="ko-KR" altLang="en-US" b="1" dirty="0" smtClean="0">
                <a:solidFill>
                  <a:srgbClr val="FF0000"/>
                </a:solidFill>
              </a:rPr>
              <a:t>이면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smtClean="0">
                <a:solidFill>
                  <a:srgbClr val="FF0000"/>
                </a:solidFill>
              </a:rPr>
              <a:t>Job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163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21"/>
            <a:ext cx="7236296" cy="6560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035170" y="4936704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j</a:t>
            </a:r>
            <a:r>
              <a:rPr lang="en-US" altLang="ko-KR" b="1" dirty="0" smtClean="0">
                <a:solidFill>
                  <a:srgbClr val="FF0000"/>
                </a:solidFill>
              </a:rPr>
              <a:t>ob</a:t>
            </a:r>
            <a:r>
              <a:rPr lang="ko-KR" altLang="en-US" b="1" dirty="0" smtClean="0">
                <a:solidFill>
                  <a:srgbClr val="FF0000"/>
                </a:solidFill>
              </a:rPr>
              <a:t>타입</a:t>
            </a:r>
            <a:r>
              <a:rPr lang="ko-KR" altLang="en-US" b="1" dirty="0" smtClean="0">
                <a:solidFill>
                  <a:srgbClr val="FF0000"/>
                </a:solidFill>
              </a:rPr>
              <a:t>은 </a:t>
            </a:r>
            <a:r>
              <a:rPr lang="en-US" altLang="ko-KR" b="1" dirty="0" smtClean="0">
                <a:solidFill>
                  <a:srgbClr val="FF0000"/>
                </a:solidFill>
              </a:rPr>
              <a:t>Job 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15816" y="3429000"/>
            <a:ext cx="3634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na</a:t>
            </a:r>
            <a:r>
              <a:rPr lang="en-US" altLang="ko-KR" b="1" dirty="0" smtClean="0">
                <a:solidFill>
                  <a:srgbClr val="FF0000"/>
                </a:solidFill>
              </a:rPr>
              <a:t>me</a:t>
            </a:r>
            <a:r>
              <a:rPr lang="ko-KR" altLang="en-US" b="1" dirty="0" smtClean="0">
                <a:solidFill>
                  <a:srgbClr val="FF0000"/>
                </a:solidFill>
              </a:rPr>
              <a:t>타입은 </a:t>
            </a:r>
            <a:r>
              <a:rPr lang="en-US" altLang="ko-KR" b="1" dirty="0" smtClean="0">
                <a:solidFill>
                  <a:srgbClr val="FF0000"/>
                </a:solidFill>
              </a:rPr>
              <a:t>Name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524" y="2290628"/>
            <a:ext cx="2133600" cy="133350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6372200" y="2276872"/>
            <a:ext cx="2160240" cy="133679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 flipH="1">
            <a:off x="4139952" y="2852936"/>
            <a:ext cx="2520280" cy="1152128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flipH="1">
            <a:off x="4317706" y="3342121"/>
            <a:ext cx="2520280" cy="1152128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783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esktop\리액트 (20.08.07)\참고자료 - ReactJS 이정도는 알아야지\예제3 - 점 표기법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" y="-1"/>
            <a:ext cx="8457406" cy="4646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9163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3098775"/>
          </a:xfrm>
        </p:spPr>
        <p:txBody>
          <a:bodyPr>
            <a:normAutofit fontScale="90000"/>
          </a:bodyPr>
          <a:lstStyle/>
          <a:p>
            <a:r>
              <a:rPr lang="ko-KR" altLang="en-US" b="1" dirty="0" smtClean="0"/>
              <a:t>이렇게 같은 결과라도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 smtClean="0"/>
              <a:t>다양한 표현 방법이 있으니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 err="1" smtClean="0"/>
              <a:t>여러가지</a:t>
            </a:r>
            <a:r>
              <a:rPr lang="ko-KR" altLang="en-US" b="1" dirty="0" smtClean="0"/>
              <a:t> 표현법을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 smtClean="0"/>
              <a:t>잘 이해해보도록 합시다</a:t>
            </a:r>
            <a:r>
              <a:rPr lang="en-US" altLang="ko-KR" b="1" dirty="0" smtClean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0492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810743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163259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68</Words>
  <Application>Microsoft Office PowerPoint</Application>
  <PresentationFormat>화면 슬라이드 쇼(4:3)</PresentationFormat>
  <Paragraphs>16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이렇게 같은 결과라도  다양한 표현 방법이 있으니  여러가지 표현법을   잘 이해해보도록 합시다.</vt:lpstr>
      <vt:lpstr>끝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Microsoft Corporation</dc:creator>
  <cp:lastModifiedBy>FullName</cp:lastModifiedBy>
  <cp:revision>11</cp:revision>
  <dcterms:created xsi:type="dcterms:W3CDTF">2006-10-05T04:04:58Z</dcterms:created>
  <dcterms:modified xsi:type="dcterms:W3CDTF">2021-02-09T10:34:34Z</dcterms:modified>
</cp:coreProperties>
</file>