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59" r:id="rId8"/>
    <p:sldId id="25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React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5593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2308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285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9338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461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013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155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0207869" cy="540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824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128738" cy="535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</Words>
  <Application>Microsoft Office PowerPoint</Application>
  <PresentationFormat>와이드스크린</PresentationFormat>
  <Paragraphs>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React 강의자료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5</cp:revision>
  <dcterms:created xsi:type="dcterms:W3CDTF">2020-07-24T04:52:29Z</dcterms:created>
  <dcterms:modified xsi:type="dcterms:W3CDTF">2021-04-09T09:49:18Z</dcterms:modified>
</cp:coreProperties>
</file>