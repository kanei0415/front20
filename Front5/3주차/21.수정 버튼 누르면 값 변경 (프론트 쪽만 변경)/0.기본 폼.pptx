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1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40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29300" cy="485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4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28338" cy="589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89785" cy="579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04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2021-04-09T09:50:05Z</dcterms:modified>
</cp:coreProperties>
</file>