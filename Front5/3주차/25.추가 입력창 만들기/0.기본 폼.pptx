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63" r:id="rId8"/>
    <p:sldId id="264" r:id="rId9"/>
    <p:sldId id="257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828" y="0"/>
            <a:ext cx="2126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76" y="0"/>
            <a:ext cx="108486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667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946" y="0"/>
            <a:ext cx="102701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0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42" y="0"/>
            <a:ext cx="114401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25" y="0"/>
            <a:ext cx="8667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99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33" y="1109952"/>
            <a:ext cx="10333333" cy="4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59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2021-04-19T09:51:03Z</dcterms:modified>
</cp:coreProperties>
</file>