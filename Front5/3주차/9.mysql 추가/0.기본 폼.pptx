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22372" cy="432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8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5</cp:revision>
  <dcterms:created xsi:type="dcterms:W3CDTF">2020-07-24T04:52:29Z</dcterms:created>
  <dcterms:modified xsi:type="dcterms:W3CDTF">2021-04-16T11:49:38Z</dcterms:modified>
</cp:coreProperties>
</file>