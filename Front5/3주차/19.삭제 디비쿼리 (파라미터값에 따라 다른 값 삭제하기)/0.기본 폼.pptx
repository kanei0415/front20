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59" r:id="rId6"/>
    <p:sldId id="262" r:id="rId7"/>
    <p:sldId id="263" r:id="rId8"/>
    <p:sldId id="264" r:id="rId9"/>
    <p:sldId id="265" r:id="rId10"/>
    <p:sldId id="257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React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359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0783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82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706914" cy="6137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201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0594731" cy="560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4783015" cy="603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366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0673862" cy="457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150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7491046" cy="607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530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5795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513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2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React 강의자료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5</cp:revision>
  <dcterms:created xsi:type="dcterms:W3CDTF">2020-07-24T04:52:29Z</dcterms:created>
  <dcterms:modified xsi:type="dcterms:W3CDTF">2021-04-19T09:48:57Z</dcterms:modified>
</cp:coreProperties>
</file>