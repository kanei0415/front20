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57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96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A60AE3-B3ED-4E3D-9372-ECE333D7F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111084E-B3A3-488D-B6F0-9B49F68F31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4FAF163-3992-4040-BDAE-27FED55A7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7E66CF5-352A-4019-B70E-B65DE0F5E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F6C434-26A8-4242-B33F-402169645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9491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C9C565-2DA9-4242-87D7-8F4D0FC51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C78B137-7597-4F7E-9685-E87BCC1766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8B5D4C8-93E0-48C1-8918-0D184CD48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FAA92B-55E1-4782-A355-8583A5660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DBD77E-B81D-418A-8183-5B1A8DE96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5727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4D2D17-26F6-489F-98A6-31A72A500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5FA90D0-40E9-4DA5-A8CA-A15B9918F2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6AC5E86-B71F-49DE-A232-8AF783458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929F0B-984E-40CD-B8AD-3C1E1C70A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5EC4380-4890-4B51-BDA9-7D4CA7066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5527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66EEC1-CB96-45B4-9E54-E2614D113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1E93620-398D-425E-9F4A-57E0B619AA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D7D6826-9CD0-40EA-8D97-F224B34CB0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30C1ADC-A37C-4AD3-A181-F37C25DF9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85BBA3C-969A-4E9A-AEAA-C1F5BBC2B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0198E27-2067-4C54-B9B5-2C90C9862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47088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C698B4-286A-4E43-B83D-BFC09A890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932CAF1-9569-4F40-9322-3D9115DDAB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E78BA8E-9759-445B-9454-5BD859B604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F6B0EB0-306A-4469-9E2E-2668CE72DA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36EBCD2-569E-4686-B335-00AC52D57C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67B924B-1F63-4668-9F27-DABCDD4BD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37B2F25-3FB1-41DF-917F-96E785AC9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696110A-8EE2-4477-BA46-BAD1155F1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1377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C6D661-0AE0-4A39-9295-F5A374596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C7DC0D1-3201-414F-AAA4-044FB95B5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0EFBC13-BB25-4831-B50D-F2C93FEBF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DC7677F-67C7-4A12-9099-A61992064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3887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DAE8CD5-27A8-4913-AA78-D8084F1DD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F530F6B-894B-496D-B5B8-7009A69F3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41EA277-61F3-4F94-93BC-277C599C0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9165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733B66-4F35-472C-875F-EC1BEAE8C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8FDEE53-BF68-4B22-9310-E98B1994F2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32AEA08-6629-4B0B-A7A8-6C97841760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E1A68AF-CD30-40DE-B1F9-8DE4421E9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B5A9A10-8403-4CD3-876C-34ED3021A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356746F-414F-45A1-8FA9-652FC8561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5345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7EC89E-A179-4D41-9AC0-506076946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82EF334-EBD6-45BA-9ADD-504D08E8B1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378B46F-D774-47ED-9299-93BD966F5A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9137BB2-1E58-4361-AA02-0759ABAB1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85E63B9-5E6F-4C05-83B8-0EDCA14EC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D07B4CA-54A4-4783-AA62-C55071436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8613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5DDC15-1FBF-4FED-AAE3-A45587FEC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08F82DA-AF5D-4771-855D-D12471491A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B9E77A3-8773-4A1C-B628-F7E33D562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5E9043-87B2-4A01-89A1-60A0AB02E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F467C25-CA83-4C75-9687-F840AA60E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84707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F778D5A-DF75-4088-95F7-C3A793BC0D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B5C191C-8EF4-4FB4-B9A3-F498921E65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A98FF33-E69D-441A-9E83-854CAAFA8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E8C4BF3-022F-454E-B7FF-12B58F9CA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1F4F011-1EF5-48C5-83EF-56180B05F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6997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7041561-D6B4-4F35-97D9-91B6E56F1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48DE5F2-DC99-471C-BCB6-11EB57753B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B70BA47-1E61-46C4-B875-17AE425C9A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2F9B60-EB7D-4950-BDEB-48903CF55AB8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0222B51-3B3D-4B2F-AF53-4FE78F6A67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9CAE1D6-3175-477B-ACB5-657DF855D3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8800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b="1" dirty="0" smtClean="0"/>
              <a:t>React </a:t>
            </a:r>
            <a:r>
              <a:rPr lang="ko-KR" altLang="en-US" b="1" dirty="0"/>
              <a:t>강의자료</a:t>
            </a:r>
          </a:p>
        </p:txBody>
      </p:sp>
    </p:spTree>
    <p:extLst>
      <p:ext uri="{BB962C8B-B14F-4D97-AF65-F5344CB8AC3E}">
        <p14:creationId xmlns:p14="http://schemas.microsoft.com/office/powerpoint/2010/main" val="2992065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83043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8818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154746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00367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2675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83069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128768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41430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483504"/>
          </a:xfrm>
        </p:spPr>
        <p:txBody>
          <a:bodyPr>
            <a:normAutofit/>
          </a:bodyPr>
          <a:lstStyle/>
          <a:p>
            <a:r>
              <a:rPr lang="ko-KR" altLang="en-US" sz="9600" b="1" dirty="0"/>
              <a:t>끝</a:t>
            </a:r>
          </a:p>
        </p:txBody>
      </p:sp>
    </p:spTree>
    <p:extLst>
      <p:ext uri="{BB962C8B-B14F-4D97-AF65-F5344CB8AC3E}">
        <p14:creationId xmlns:p14="http://schemas.microsoft.com/office/powerpoint/2010/main" val="12662153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3</Words>
  <Application>Microsoft Office PowerPoint</Application>
  <PresentationFormat>와이드스크린</PresentationFormat>
  <Paragraphs>2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9" baseType="lpstr">
      <vt:lpstr>맑은 고딕</vt:lpstr>
      <vt:lpstr>Arial</vt:lpstr>
      <vt:lpstr>Office 테마</vt:lpstr>
      <vt:lpstr>React 강의자료</vt:lpstr>
      <vt:lpstr>PowerPoint 프레젠테이션</vt:lpstr>
      <vt:lpstr>PowerPoint 프레젠테이션</vt:lpstr>
      <vt:lpstr>PowerPoint 프레젠테이션</vt:lpstr>
      <vt:lpstr>PowerPoint 프레젠테이션</vt:lpstr>
      <vt:lpstr>끝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Vue 강의자료</dc:title>
  <dc:creator>s</dc:creator>
  <cp:lastModifiedBy>FullName</cp:lastModifiedBy>
  <cp:revision>5</cp:revision>
  <dcterms:created xsi:type="dcterms:W3CDTF">2020-07-24T04:52:29Z</dcterms:created>
  <dcterms:modified xsi:type="dcterms:W3CDTF">2021-04-16T10:45:59Z</dcterms:modified>
</cp:coreProperties>
</file>