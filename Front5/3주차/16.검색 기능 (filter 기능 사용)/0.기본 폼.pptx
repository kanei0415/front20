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59" r:id="rId11"/>
    <p:sldId id="267" r:id="rId12"/>
    <p:sldId id="25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864469" cy="66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13277" cy="614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2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060723" cy="392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31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744200" cy="583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89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7957038" cy="508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5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1553092" cy="440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59262" cy="341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210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28938" cy="665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60423" cy="467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889023" cy="3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94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와이드스크린</PresentationFormat>
  <Paragraphs>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fdgr</cp:lastModifiedBy>
  <cp:revision>5</cp:revision>
  <dcterms:created xsi:type="dcterms:W3CDTF">2020-07-24T04:52:29Z</dcterms:created>
  <dcterms:modified xsi:type="dcterms:W3CDTF">2021-04-08T08:36:20Z</dcterms:modified>
</cp:coreProperties>
</file>