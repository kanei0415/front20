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57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React </a:t>
            </a:r>
            <a:r>
              <a:rPr lang="ko-KR" altLang="en-US" b="1" dirty="0"/>
              <a:t>강의자료</a:t>
            </a:r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38095" cy="64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583615" cy="619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587762" cy="650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428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0840915" cy="6098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517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와이드스크린</PresentationFormat>
  <Paragraphs>2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React 강의자료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fdgr</cp:lastModifiedBy>
  <cp:revision>4</cp:revision>
  <dcterms:created xsi:type="dcterms:W3CDTF">2020-07-24T04:52:29Z</dcterms:created>
  <dcterms:modified xsi:type="dcterms:W3CDTF">2021-04-08T08:33:05Z</dcterms:modified>
</cp:coreProperties>
</file>