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02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154257" cy="685800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5475890" y="5738648"/>
            <a:ext cx="1439917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15615" y="287197"/>
            <a:ext cx="1147729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  <a:latin typeface="-apple-system"/>
              </a:rPr>
              <a:t>Express.js</a:t>
            </a:r>
            <a:r>
              <a:rPr lang="ko-KR" altLang="en-US" sz="2400" b="1" dirty="0">
                <a:solidFill>
                  <a:srgbClr val="222426"/>
                </a:solidFill>
                <a:latin typeface="-apple-system"/>
              </a:rPr>
              <a:t>는 </a:t>
            </a:r>
            <a:r>
              <a:rPr lang="en-US" altLang="ko-KR" sz="3600" b="1" dirty="0">
                <a:solidFill>
                  <a:srgbClr val="00B050"/>
                </a:solidFill>
                <a:latin typeface="-apple-system"/>
              </a:rPr>
              <a:t>Node.js</a:t>
            </a:r>
            <a:r>
              <a:rPr lang="en-US" altLang="ko-KR" sz="2400" b="1" dirty="0">
                <a:solidFill>
                  <a:srgbClr val="222426"/>
                </a:solidFill>
                <a:latin typeface="-apple-system"/>
              </a:rPr>
              <a:t> </a:t>
            </a:r>
            <a:r>
              <a:rPr lang="ko-KR" altLang="en-US" sz="2400" b="1" dirty="0">
                <a:solidFill>
                  <a:srgbClr val="222426"/>
                </a:solidFill>
                <a:latin typeface="-apple-system"/>
              </a:rPr>
              <a:t>환경에서 </a:t>
            </a:r>
            <a:endParaRPr lang="en-US" altLang="ko-KR" sz="2400" b="1" dirty="0" smtClean="0">
              <a:solidFill>
                <a:srgbClr val="222426"/>
              </a:solidFill>
              <a:latin typeface="-apple-system"/>
            </a:endParaRPr>
          </a:p>
          <a:p>
            <a:endParaRPr lang="en-US" altLang="ko-KR" sz="2400" b="1" dirty="0">
              <a:solidFill>
                <a:srgbClr val="222426"/>
              </a:solidFill>
              <a:latin typeface="-apple-system"/>
            </a:endParaRPr>
          </a:p>
          <a:p>
            <a:r>
              <a:rPr lang="ko-KR" altLang="en-US" sz="2400" b="1" dirty="0" smtClean="0">
                <a:solidFill>
                  <a:srgbClr val="222426"/>
                </a:solidFill>
                <a:latin typeface="-apple-system"/>
              </a:rPr>
              <a:t>웹 </a:t>
            </a:r>
            <a:r>
              <a:rPr lang="ko-KR" altLang="en-US" sz="2400" b="1" dirty="0">
                <a:solidFill>
                  <a:srgbClr val="222426"/>
                </a:solidFill>
                <a:latin typeface="-apple-system"/>
              </a:rPr>
              <a:t>어플리케이션 혹은 </a:t>
            </a:r>
            <a:r>
              <a:rPr lang="en-US" altLang="ko-KR" sz="2400" b="1" dirty="0">
                <a:solidFill>
                  <a:srgbClr val="222426"/>
                </a:solidFill>
                <a:latin typeface="-apple-system"/>
              </a:rPr>
              <a:t>API</a:t>
            </a:r>
            <a:r>
              <a:rPr lang="ko-KR" altLang="en-US" sz="2400" b="1" dirty="0">
                <a:solidFill>
                  <a:srgbClr val="222426"/>
                </a:solidFill>
                <a:latin typeface="-apple-system"/>
              </a:rPr>
              <a:t>를 제작하기 위해 사용되는 </a:t>
            </a:r>
            <a:endParaRPr lang="en-US" altLang="ko-KR" sz="2400" b="1" dirty="0" smtClean="0">
              <a:solidFill>
                <a:srgbClr val="222426"/>
              </a:solidFill>
              <a:latin typeface="-apple-system"/>
            </a:endParaRPr>
          </a:p>
          <a:p>
            <a:endParaRPr lang="en-US" altLang="ko-KR" sz="2400" b="1" dirty="0">
              <a:solidFill>
                <a:srgbClr val="222426"/>
              </a:solidFill>
              <a:latin typeface="-apple-system"/>
            </a:endParaRPr>
          </a:p>
          <a:p>
            <a:r>
              <a:rPr lang="ko-KR" altLang="en-US" sz="2400" b="1" dirty="0" smtClean="0">
                <a:solidFill>
                  <a:srgbClr val="222426"/>
                </a:solidFill>
                <a:latin typeface="-apple-system"/>
              </a:rPr>
              <a:t>인기있는 프레임 워크 입니다</a:t>
            </a:r>
            <a:r>
              <a:rPr lang="en-US" altLang="ko-KR" sz="2400" b="1" dirty="0">
                <a:solidFill>
                  <a:srgbClr val="222426"/>
                </a:solidFill>
                <a:latin typeface="-apple-system"/>
              </a:rPr>
              <a:t>.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84084" y="371280"/>
            <a:ext cx="1147729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b="1" dirty="0" smtClean="0">
                <a:solidFill>
                  <a:srgbClr val="FF0000"/>
                </a:solidFill>
                <a:latin typeface="-apple-system"/>
              </a:rPr>
              <a:t>Express.js</a:t>
            </a:r>
            <a:r>
              <a:rPr lang="ko-KR" altLang="en-US" sz="2400" b="1" dirty="0" smtClean="0">
                <a:solidFill>
                  <a:srgbClr val="222426"/>
                </a:solidFill>
                <a:latin typeface="-apple-system"/>
              </a:rPr>
              <a:t>를</a:t>
            </a:r>
            <a:endParaRPr lang="en-US" altLang="ko-KR" sz="2400" b="1" dirty="0" smtClean="0">
              <a:solidFill>
                <a:srgbClr val="222426"/>
              </a:solidFill>
              <a:latin typeface="-apple-system"/>
            </a:endParaRPr>
          </a:p>
          <a:p>
            <a:endParaRPr lang="en-US" altLang="ko-KR" sz="2400" b="1" dirty="0">
              <a:solidFill>
                <a:srgbClr val="222426"/>
              </a:solidFill>
              <a:latin typeface="-apple-system"/>
            </a:endParaRPr>
          </a:p>
          <a:p>
            <a:r>
              <a:rPr lang="ko-KR" altLang="en-US" sz="2400" b="1" dirty="0" smtClean="0">
                <a:solidFill>
                  <a:srgbClr val="222426"/>
                </a:solidFill>
                <a:latin typeface="-apple-system"/>
              </a:rPr>
              <a:t>이용하여 시스템 서버 </a:t>
            </a:r>
            <a:r>
              <a:rPr lang="en-US" altLang="ko-KR" sz="2400" b="1" dirty="0" smtClean="0">
                <a:solidFill>
                  <a:srgbClr val="222426"/>
                </a:solidFill>
                <a:latin typeface="-apple-system"/>
              </a:rPr>
              <a:t>(4000</a:t>
            </a:r>
            <a:r>
              <a:rPr lang="ko-KR" altLang="en-US" sz="2400" b="1" dirty="0" smtClean="0">
                <a:solidFill>
                  <a:srgbClr val="222426"/>
                </a:solidFill>
                <a:latin typeface="-apple-system"/>
              </a:rPr>
              <a:t>번 포트</a:t>
            </a:r>
            <a:r>
              <a:rPr lang="en-US" altLang="ko-KR" sz="2400" b="1" dirty="0" smtClean="0">
                <a:solidFill>
                  <a:srgbClr val="222426"/>
                </a:solidFill>
                <a:latin typeface="-apple-system"/>
              </a:rPr>
              <a:t>)</a:t>
            </a:r>
            <a:r>
              <a:rPr lang="ko-KR" altLang="en-US" sz="2400" b="1" dirty="0" smtClean="0">
                <a:solidFill>
                  <a:srgbClr val="222426"/>
                </a:solidFill>
                <a:latin typeface="-apple-system"/>
              </a:rPr>
              <a:t>를 구축합니다</a:t>
            </a:r>
            <a:r>
              <a:rPr lang="en-US" altLang="ko-KR" sz="2400" b="1" dirty="0" smtClean="0">
                <a:solidFill>
                  <a:srgbClr val="222426"/>
                </a:solidFill>
                <a:latin typeface="-apple-system"/>
              </a:rPr>
              <a:t>.</a:t>
            </a:r>
          </a:p>
          <a:p>
            <a:endParaRPr lang="en-US" altLang="ko-KR" sz="2400" b="1" dirty="0">
              <a:solidFill>
                <a:srgbClr val="222426"/>
              </a:solidFill>
              <a:latin typeface="-apple-system"/>
            </a:endParaRPr>
          </a:p>
          <a:p>
            <a:r>
              <a:rPr lang="ko-KR" altLang="en-US" sz="2400" b="1" dirty="0" smtClean="0">
                <a:solidFill>
                  <a:srgbClr val="222426"/>
                </a:solidFill>
                <a:latin typeface="-apple-system"/>
              </a:rPr>
              <a:t>이미 기존의 클라이언트 서버 </a:t>
            </a:r>
            <a:r>
              <a:rPr lang="en-US" altLang="ko-KR" sz="2400" b="1" dirty="0" smtClean="0">
                <a:solidFill>
                  <a:srgbClr val="222426"/>
                </a:solidFill>
                <a:latin typeface="-apple-system"/>
              </a:rPr>
              <a:t>(3000</a:t>
            </a:r>
            <a:r>
              <a:rPr lang="ko-KR" altLang="en-US" sz="2400" b="1" dirty="0" smtClean="0">
                <a:solidFill>
                  <a:srgbClr val="222426"/>
                </a:solidFill>
                <a:latin typeface="-apple-system"/>
              </a:rPr>
              <a:t>번 포트</a:t>
            </a:r>
            <a:r>
              <a:rPr lang="en-US" altLang="ko-KR" sz="2400" b="1" dirty="0" smtClean="0">
                <a:solidFill>
                  <a:srgbClr val="222426"/>
                </a:solidFill>
                <a:latin typeface="-apple-system"/>
              </a:rPr>
              <a:t>)</a:t>
            </a:r>
            <a:r>
              <a:rPr lang="ko-KR" altLang="en-US" sz="2400" b="1" dirty="0" smtClean="0">
                <a:solidFill>
                  <a:srgbClr val="222426"/>
                </a:solidFill>
                <a:latin typeface="-apple-system"/>
              </a:rPr>
              <a:t>와는 별개로</a:t>
            </a:r>
            <a:endParaRPr lang="en-US" altLang="ko-KR" sz="2400" b="1" dirty="0" smtClean="0">
              <a:solidFill>
                <a:srgbClr val="222426"/>
              </a:solidFill>
              <a:latin typeface="-apple-system"/>
            </a:endParaRPr>
          </a:p>
          <a:p>
            <a:endParaRPr lang="en-US" altLang="ko-KR" sz="2400" b="1" dirty="0">
              <a:solidFill>
                <a:srgbClr val="222426"/>
              </a:solidFill>
              <a:latin typeface="-apple-system"/>
            </a:endParaRPr>
          </a:p>
          <a:p>
            <a:r>
              <a:rPr lang="ko-KR" altLang="en-US" sz="2400" b="1" dirty="0" smtClean="0">
                <a:solidFill>
                  <a:srgbClr val="222426"/>
                </a:solidFill>
                <a:latin typeface="-apple-system"/>
              </a:rPr>
              <a:t>서버가 추가적으로 생기는 것입니다</a:t>
            </a:r>
            <a:r>
              <a:rPr lang="en-US" altLang="ko-KR" sz="2400" b="1" dirty="0" smtClean="0">
                <a:solidFill>
                  <a:srgbClr val="222426"/>
                </a:solidFill>
                <a:latin typeface="-apple-system"/>
              </a:rPr>
              <a:t>.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2920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84084" y="371280"/>
            <a:ext cx="1147729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b="1" dirty="0" smtClean="0">
                <a:solidFill>
                  <a:srgbClr val="FF0000"/>
                </a:solidFill>
                <a:latin typeface="-apple-system"/>
              </a:rPr>
              <a:t>Express.js</a:t>
            </a:r>
            <a:r>
              <a:rPr lang="ko-KR" altLang="en-US" sz="2400" b="1" dirty="0" smtClean="0">
                <a:solidFill>
                  <a:srgbClr val="222426"/>
                </a:solidFill>
                <a:latin typeface="-apple-system"/>
              </a:rPr>
              <a:t>를</a:t>
            </a:r>
            <a:endParaRPr lang="en-US" altLang="ko-KR" sz="2400" b="1" dirty="0" smtClean="0">
              <a:solidFill>
                <a:srgbClr val="222426"/>
              </a:solidFill>
              <a:latin typeface="-apple-system"/>
            </a:endParaRPr>
          </a:p>
          <a:p>
            <a:endParaRPr lang="en-US" altLang="ko-KR" sz="2400" b="1" dirty="0">
              <a:solidFill>
                <a:srgbClr val="222426"/>
              </a:solidFill>
              <a:latin typeface="-apple-system"/>
            </a:endParaRPr>
          </a:p>
          <a:p>
            <a:r>
              <a:rPr lang="ko-KR" altLang="en-US" sz="2400" b="1" dirty="0" smtClean="0"/>
              <a:t>이용하여 </a:t>
            </a:r>
            <a:r>
              <a:rPr lang="en-US" altLang="ko-KR" sz="2400" b="1" dirty="0" smtClean="0"/>
              <a:t>4000</a:t>
            </a:r>
            <a:r>
              <a:rPr lang="ko-KR" altLang="en-US" sz="2400" b="1" dirty="0" smtClean="0"/>
              <a:t>번 포트 서버를 추가로 만드는 이유는 무엇일까</a:t>
            </a:r>
            <a:r>
              <a:rPr lang="en-US" altLang="ko-KR" sz="2400" b="1" dirty="0" smtClean="0"/>
              <a:t>?</a:t>
            </a:r>
          </a:p>
          <a:p>
            <a:endParaRPr lang="en-US" altLang="ko-KR" sz="2400" b="1" dirty="0"/>
          </a:p>
          <a:p>
            <a:r>
              <a:rPr lang="en-US" altLang="ko-KR" sz="2400" b="1" dirty="0" smtClean="0"/>
              <a:t>-&gt; </a:t>
            </a:r>
            <a:r>
              <a:rPr lang="ko-KR" altLang="en-US" sz="2400" b="1" dirty="0" smtClean="0"/>
              <a:t>유저 측 </a:t>
            </a:r>
            <a:r>
              <a:rPr lang="en-US" altLang="ko-KR" sz="2400" b="1" dirty="0" smtClean="0"/>
              <a:t>(UI </a:t>
            </a:r>
            <a:r>
              <a:rPr lang="ko-KR" altLang="en-US" sz="2400" b="1" dirty="0" err="1" smtClean="0"/>
              <a:t>인터랙션</a:t>
            </a:r>
            <a:r>
              <a:rPr lang="en-US" altLang="ko-KR" sz="2400" b="1" dirty="0" smtClean="0"/>
              <a:t>)</a:t>
            </a:r>
          </a:p>
          <a:p>
            <a:r>
              <a:rPr lang="en-US" altLang="ko-KR" sz="2400" b="1" dirty="0" smtClean="0"/>
              <a:t>-&gt; </a:t>
            </a:r>
            <a:r>
              <a:rPr lang="ko-KR" altLang="en-US" sz="2400" b="1" dirty="0" smtClean="0"/>
              <a:t>시스템 측 </a:t>
            </a:r>
            <a:r>
              <a:rPr lang="en-US" altLang="ko-KR" sz="2400" b="1" dirty="0" smtClean="0"/>
              <a:t>(</a:t>
            </a:r>
            <a:r>
              <a:rPr lang="ko-KR" altLang="en-US" sz="2400" b="1" dirty="0" smtClean="0"/>
              <a:t>데이터베이스</a:t>
            </a:r>
            <a:r>
              <a:rPr lang="en-US" altLang="ko-KR" sz="2400" b="1" dirty="0" smtClean="0"/>
              <a:t>, </a:t>
            </a:r>
            <a:r>
              <a:rPr lang="ko-KR" altLang="en-US" sz="2400" b="1" dirty="0" smtClean="0"/>
              <a:t>시스템 관련</a:t>
            </a:r>
            <a:r>
              <a:rPr lang="en-US" altLang="ko-KR" sz="2400" b="1" dirty="0" smtClean="0"/>
              <a:t>…</a:t>
            </a:r>
            <a:r>
              <a:rPr lang="ko-KR" altLang="en-US" sz="2400" b="1" dirty="0" smtClean="0"/>
              <a:t>연결</a:t>
            </a:r>
            <a:r>
              <a:rPr lang="en-US" altLang="ko-KR" sz="2400" b="1" dirty="0" smtClean="0"/>
              <a:t>,</a:t>
            </a:r>
            <a:r>
              <a:rPr lang="ko-KR" altLang="en-US" sz="2400" b="1" dirty="0" smtClean="0"/>
              <a:t>설정</a:t>
            </a:r>
            <a:r>
              <a:rPr lang="en-US" altLang="ko-KR" sz="2400" b="1" dirty="0" smtClean="0"/>
              <a:t>…)</a:t>
            </a:r>
          </a:p>
          <a:p>
            <a:endParaRPr lang="en-US" altLang="ko-KR" sz="2400" b="1" dirty="0"/>
          </a:p>
          <a:p>
            <a:r>
              <a:rPr lang="ko-KR" altLang="en-US" sz="2400" b="1" dirty="0" smtClean="0"/>
              <a:t>유저 측과 시스템  측을 분리하기 위함입니다</a:t>
            </a:r>
            <a:r>
              <a:rPr lang="en-US" altLang="ko-KR" sz="2400" b="1" dirty="0" smtClean="0"/>
              <a:t>…</a:t>
            </a:r>
          </a:p>
          <a:p>
            <a:endParaRPr lang="en-US" altLang="ko-KR" sz="2400" b="1" dirty="0"/>
          </a:p>
          <a:p>
            <a:r>
              <a:rPr lang="en-US" altLang="ko-KR" sz="2400" b="1" dirty="0" smtClean="0"/>
              <a:t>SPRING FRAMEWORK(JAVA)</a:t>
            </a:r>
            <a:r>
              <a:rPr lang="ko-KR" altLang="en-US" sz="2400" b="1" dirty="0" smtClean="0"/>
              <a:t>의 </a:t>
            </a:r>
            <a:r>
              <a:rPr lang="en-US" altLang="ko-KR" sz="2400" b="1" dirty="0" smtClean="0"/>
              <a:t>MVC</a:t>
            </a:r>
            <a:r>
              <a:rPr lang="ko-KR" altLang="en-US" sz="2400" b="1" dirty="0" smtClean="0"/>
              <a:t>디자인 </a:t>
            </a:r>
            <a:r>
              <a:rPr lang="ko-KR" altLang="en-US" sz="2400" b="1" dirty="0" err="1" smtClean="0"/>
              <a:t>패턴과도</a:t>
            </a:r>
            <a:r>
              <a:rPr lang="ko-KR" altLang="en-US" sz="2400" b="1" dirty="0" smtClean="0"/>
              <a:t> 닮아있습니다</a:t>
            </a:r>
            <a:r>
              <a:rPr lang="en-US" altLang="ko-KR" sz="2400" b="1" dirty="0" smtClean="0"/>
              <a:t>.</a:t>
            </a:r>
          </a:p>
          <a:p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2103618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/>
          <p:cNvSpPr/>
          <p:nvPr/>
        </p:nvSpPr>
        <p:spPr>
          <a:xfrm>
            <a:off x="503583" y="1974574"/>
            <a:ext cx="2849217" cy="2849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b="1" dirty="0" smtClean="0">
                <a:solidFill>
                  <a:srgbClr val="FF0000"/>
                </a:solidFill>
              </a:rPr>
              <a:t>App.js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5" name="타원 4"/>
          <p:cNvSpPr/>
          <p:nvPr/>
        </p:nvSpPr>
        <p:spPr>
          <a:xfrm>
            <a:off x="4823791" y="1974573"/>
            <a:ext cx="2849217" cy="2849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 smtClean="0">
                <a:solidFill>
                  <a:srgbClr val="FF0000"/>
                </a:solidFill>
              </a:rPr>
              <a:t>Server.js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9143999" y="1974573"/>
            <a:ext cx="2849217" cy="2849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rgbClr val="FF0000"/>
                </a:solidFill>
              </a:rPr>
              <a:t>DBMS</a:t>
            </a:r>
          </a:p>
          <a:p>
            <a:pPr algn="ctr"/>
            <a:r>
              <a:rPr lang="en-US" altLang="ko-KR" sz="3200" b="1" dirty="0" smtClean="0">
                <a:solidFill>
                  <a:srgbClr val="FF0000"/>
                </a:solidFill>
              </a:rPr>
              <a:t>(MySQL)</a:t>
            </a:r>
            <a:endParaRPr lang="ko-KR" altLang="en-US" sz="3200" dirty="0"/>
          </a:p>
        </p:txBody>
      </p:sp>
      <p:cxnSp>
        <p:nvCxnSpPr>
          <p:cNvPr id="8" name="직선 화살표 연결선 7"/>
          <p:cNvCxnSpPr>
            <a:stCxn id="4" idx="7"/>
            <a:endCxn id="5" idx="1"/>
          </p:cNvCxnSpPr>
          <p:nvPr/>
        </p:nvCxnSpPr>
        <p:spPr>
          <a:xfrm flipV="1">
            <a:off x="2935542" y="2391831"/>
            <a:ext cx="2305507" cy="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5" idx="3"/>
            <a:endCxn id="4" idx="5"/>
          </p:cNvCxnSpPr>
          <p:nvPr/>
        </p:nvCxnSpPr>
        <p:spPr>
          <a:xfrm flipH="1">
            <a:off x="2935542" y="4406532"/>
            <a:ext cx="2305507" cy="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5" idx="7"/>
            <a:endCxn id="6" idx="1"/>
          </p:cNvCxnSpPr>
          <p:nvPr/>
        </p:nvCxnSpPr>
        <p:spPr>
          <a:xfrm>
            <a:off x="7255750" y="2391831"/>
            <a:ext cx="2305507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6" idx="3"/>
            <a:endCxn id="5" idx="5"/>
          </p:cNvCxnSpPr>
          <p:nvPr/>
        </p:nvCxnSpPr>
        <p:spPr>
          <a:xfrm flipH="1">
            <a:off x="7255750" y="4406532"/>
            <a:ext cx="2305507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9478" y="1304280"/>
            <a:ext cx="2597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0000"/>
                </a:solidFill>
              </a:rPr>
              <a:t>프론트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엔드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영역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41049" y="1376904"/>
            <a:ext cx="2093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0000"/>
                </a:solidFill>
              </a:rPr>
              <a:t>백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엔드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영역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455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84084" y="371280"/>
            <a:ext cx="1147729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b="1" dirty="0" smtClean="0">
                <a:solidFill>
                  <a:srgbClr val="FF0000"/>
                </a:solidFill>
                <a:latin typeface="-apple-system"/>
              </a:rPr>
              <a:t>Express.js</a:t>
            </a:r>
            <a:r>
              <a:rPr lang="ko-KR" altLang="en-US" sz="2400" b="1" dirty="0" smtClean="0">
                <a:solidFill>
                  <a:srgbClr val="222426"/>
                </a:solidFill>
                <a:latin typeface="-apple-system"/>
              </a:rPr>
              <a:t>를</a:t>
            </a:r>
            <a:endParaRPr lang="en-US" altLang="ko-KR" sz="2400" b="1" dirty="0" smtClean="0">
              <a:solidFill>
                <a:srgbClr val="222426"/>
              </a:solidFill>
              <a:latin typeface="-apple-system"/>
            </a:endParaRPr>
          </a:p>
          <a:p>
            <a:endParaRPr lang="en-US" altLang="ko-KR" sz="2400" b="1" dirty="0">
              <a:solidFill>
                <a:srgbClr val="222426"/>
              </a:solidFill>
              <a:latin typeface="-apple-system"/>
            </a:endParaRPr>
          </a:p>
          <a:p>
            <a:r>
              <a:rPr lang="ko-KR" altLang="en-US" sz="2400" b="1" dirty="0" smtClean="0"/>
              <a:t>가 </a:t>
            </a:r>
            <a:r>
              <a:rPr lang="ko-KR" altLang="en-US" sz="2400" b="1" dirty="0" err="1" smtClean="0"/>
              <a:t>백엔드</a:t>
            </a:r>
            <a:r>
              <a:rPr lang="ko-KR" altLang="en-US" sz="2400" b="1" dirty="0" smtClean="0"/>
              <a:t> 영역 </a:t>
            </a:r>
            <a:r>
              <a:rPr lang="en-US" altLang="ko-KR" sz="2400" b="1" dirty="0" smtClean="0"/>
              <a:t>(DBMS)</a:t>
            </a:r>
            <a:r>
              <a:rPr lang="ko-KR" altLang="en-US" sz="2400" b="1" dirty="0" smtClean="0"/>
              <a:t>에 접근하기 때문에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ko-KR" altLang="en-US" sz="2400" b="1" dirty="0" err="1" smtClean="0"/>
              <a:t>풀스택</a:t>
            </a:r>
            <a:r>
              <a:rPr lang="ko-KR" altLang="en-US" sz="2400" b="1" dirty="0" smtClean="0"/>
              <a:t> 환경이 </a:t>
            </a:r>
            <a:r>
              <a:rPr lang="ko-KR" altLang="en-US" sz="2400" b="1" dirty="0" err="1" smtClean="0"/>
              <a:t>구성된것</a:t>
            </a:r>
            <a:endParaRPr lang="en-US" altLang="ko-KR" sz="2400" b="1" dirty="0"/>
          </a:p>
        </p:txBody>
      </p:sp>
      <p:sp>
        <p:nvSpPr>
          <p:cNvPr id="4" name="직사각형 3"/>
          <p:cNvSpPr/>
          <p:nvPr/>
        </p:nvSpPr>
        <p:spPr>
          <a:xfrm>
            <a:off x="84084" y="3134358"/>
            <a:ext cx="114772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 smtClean="0"/>
              <a:t>React, </a:t>
            </a:r>
            <a:r>
              <a:rPr lang="en-US" altLang="ko-KR" sz="2400" b="1" dirty="0" err="1" smtClean="0"/>
              <a:t>Vue</a:t>
            </a:r>
            <a:r>
              <a:rPr lang="en-US" altLang="ko-KR" sz="2400" b="1" dirty="0" smtClean="0"/>
              <a:t>, Angular (</a:t>
            </a:r>
            <a:r>
              <a:rPr lang="ko-KR" altLang="en-US" sz="2400" b="1" dirty="0" smtClean="0"/>
              <a:t>프론트 </a:t>
            </a:r>
            <a:r>
              <a:rPr lang="ko-KR" altLang="en-US" sz="2400" b="1" dirty="0" err="1" smtClean="0"/>
              <a:t>엔드</a:t>
            </a:r>
            <a:r>
              <a:rPr lang="ko-KR" altLang="en-US" sz="2400" b="1" dirty="0" smtClean="0"/>
              <a:t> 프레임워크</a:t>
            </a:r>
            <a:r>
              <a:rPr lang="en-US" altLang="ko-KR" sz="2400" b="1" dirty="0" smtClean="0"/>
              <a:t>)</a:t>
            </a:r>
          </a:p>
          <a:p>
            <a:endParaRPr lang="en-US" altLang="ko-KR" sz="2400" b="1" dirty="0"/>
          </a:p>
          <a:p>
            <a:r>
              <a:rPr lang="ko-KR" altLang="en-US" sz="2400" b="1" dirty="0" smtClean="0"/>
              <a:t>프론트 </a:t>
            </a:r>
            <a:r>
              <a:rPr lang="ko-KR" altLang="en-US" sz="2400" b="1" dirty="0" err="1" smtClean="0"/>
              <a:t>엔드라고</a:t>
            </a:r>
            <a:r>
              <a:rPr lang="ko-KR" altLang="en-US" sz="2400" b="1" dirty="0" smtClean="0"/>
              <a:t> 불리지만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ko-KR" altLang="en-US" sz="2400" b="1" dirty="0" smtClean="0"/>
              <a:t>결국엔 </a:t>
            </a:r>
            <a:r>
              <a:rPr lang="ko-KR" altLang="en-US" sz="2400" b="1" dirty="0" err="1" smtClean="0"/>
              <a:t>풀스택을</a:t>
            </a:r>
            <a:r>
              <a:rPr lang="ko-KR" altLang="en-US" sz="2400" b="1" dirty="0" smtClean="0"/>
              <a:t> 가능하게 하는 프레임워크이다</a:t>
            </a:r>
            <a:r>
              <a:rPr lang="en-US" altLang="ko-KR" sz="2400" b="1" dirty="0" smtClean="0"/>
              <a:t>!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2036133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142</Words>
  <Application>Microsoft Office PowerPoint</Application>
  <PresentationFormat>와이드스크린</PresentationFormat>
  <Paragraphs>40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-apple-system</vt:lpstr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6</cp:revision>
  <dcterms:created xsi:type="dcterms:W3CDTF">2020-07-24T04:52:29Z</dcterms:created>
  <dcterms:modified xsi:type="dcterms:W3CDTF">2021-04-16T10:32:22Z</dcterms:modified>
</cp:coreProperties>
</file>