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61" r:id="rId5"/>
    <p:sldId id="262" r:id="rId6"/>
    <p:sldId id="259" r:id="rId7"/>
    <p:sldId id="263" r:id="rId8"/>
    <p:sldId id="264" r:id="rId9"/>
    <p:sldId id="265" r:id="rId10"/>
    <p:sldId id="266" r:id="rId11"/>
    <p:sldId id="267" r:id="rId12"/>
    <p:sldId id="268" r:id="rId13"/>
    <p:sldId id="257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A60AE3-B3ED-4E3D-9372-ECE333D7F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111084E-B3A3-488D-B6F0-9B49F68F3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FAF163-3992-4040-BDAE-27FED55A7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E66CF5-352A-4019-B70E-B65DE0F5E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F6C434-26A8-4242-B33F-402169645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491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C9C565-2DA9-4242-87D7-8F4D0FC51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78B137-7597-4F7E-9685-E87BCC176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B5D4C8-93E0-48C1-8918-0D184CD4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FAA92B-55E1-4782-A355-8583A5660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DBD77E-B81D-418A-8183-5B1A8DE9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727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4D2D17-26F6-489F-98A6-31A72A500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FA90D0-40E9-4DA5-A8CA-A15B9918F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AC5E86-B71F-49DE-A232-8AF783458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929F0B-984E-40CD-B8AD-3C1E1C70A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EC4380-4890-4B51-BDA9-7D4CA7066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527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66EEC1-CB96-45B4-9E54-E2614D113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E93620-398D-425E-9F4A-57E0B619A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D7D6826-9CD0-40EA-8D97-F224B34CB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30C1ADC-A37C-4AD3-A181-F37C25DF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5BBA3C-969A-4E9A-AEAA-C1F5BBC2B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198E27-2067-4C54-B9B5-2C90C986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708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C698B4-286A-4E43-B83D-BFC09A890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932CAF1-9569-4F40-9322-3D9115DDA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E78BA8E-9759-445B-9454-5BD859B60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F6B0EB0-306A-4469-9E2E-2668CE72DA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36EBCD2-569E-4686-B335-00AC52D57C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67B924B-1F63-4668-9F27-DABCDD4B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37B2F25-3FB1-41DF-917F-96E785AC9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696110A-8EE2-4477-BA46-BAD1155F1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377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C6D661-0AE0-4A39-9295-F5A374596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C7DC0D1-3201-414F-AAA4-044FB95B5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0EFBC13-BB25-4831-B50D-F2C93FEBF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DC7677F-67C7-4A12-9099-A6199206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887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DAE8CD5-27A8-4913-AA78-D8084F1DD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F530F6B-894B-496D-B5B8-7009A69F3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1EA277-61F3-4F94-93BC-277C599C0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165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733B66-4F35-472C-875F-EC1BEAE8C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FDEE53-BF68-4B22-9310-E98B1994F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32AEA08-6629-4B0B-A7A8-6C9784176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E1A68AF-CD30-40DE-B1F9-8DE4421E9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5A9A10-8403-4CD3-876C-34ED3021A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356746F-414F-45A1-8FA9-652FC8561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345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7EC89E-A179-4D41-9AC0-506076946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82EF334-EBD6-45BA-9ADD-504D08E8B1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378B46F-D774-47ED-9299-93BD966F5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9137BB2-1E58-4361-AA02-0759ABAB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85E63B9-5E6F-4C05-83B8-0EDCA14E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D07B4CA-54A4-4783-AA62-C5507143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613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5DDC15-1FBF-4FED-AAE3-A45587FEC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08F82DA-AF5D-4771-855D-D12471491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9E77A3-8773-4A1C-B628-F7E33D562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5E9043-87B2-4A01-89A1-60A0AB02E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467C25-CA83-4C75-9687-F840AA60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470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F778D5A-DF75-4088-95F7-C3A793BC0D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B5C191C-8EF4-4FB4-B9A3-F498921E6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98FF33-E69D-441A-9E83-854CAAFA8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8C4BF3-022F-454E-B7FF-12B58F9CA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F4F011-1EF5-48C5-83EF-56180B05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99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041561-D6B4-4F35-97D9-91B6E56F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48DE5F2-DC99-471C-BCB6-11EB57753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70BA47-1E61-46C4-B875-17AE425C9A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F9B60-EB7D-4950-BDEB-48903CF55AB8}" type="datetimeFigureOut">
              <a:rPr lang="ko-KR" altLang="en-US" smtClean="0"/>
              <a:t>2021-04-19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222B51-3B3D-4B2F-AF53-4FE78F6A6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CAE1D6-3175-477B-ACB5-657DF855D3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800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 smtClean="0"/>
              <a:t>React </a:t>
            </a:r>
            <a:r>
              <a:rPr lang="ko-KR" altLang="en-US" b="1" dirty="0"/>
              <a:t>강의자료</a:t>
            </a:r>
          </a:p>
        </p:txBody>
      </p:sp>
    </p:spTree>
    <p:extLst>
      <p:ext uri="{BB962C8B-B14F-4D97-AF65-F5344CB8AC3E}">
        <p14:creationId xmlns:p14="http://schemas.microsoft.com/office/powerpoint/2010/main" val="2992065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0784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881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5305" y="0"/>
            <a:ext cx="968139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703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6594"/>
            <a:ext cx="12192000" cy="6504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8503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2627"/>
            <a:ext cx="12192000" cy="6312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1775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6849"/>
            <a:ext cx="12192000" cy="5904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036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4387"/>
            <a:ext cx="12192000" cy="646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4850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9187"/>
            <a:ext cx="12192000" cy="5839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8580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7664"/>
            <a:ext cx="12192000" cy="6662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6235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65" y="0"/>
            <a:ext cx="1206347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3131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89" y="0"/>
            <a:ext cx="119662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4697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718" y="0"/>
            <a:ext cx="117845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945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483504"/>
          </a:xfrm>
        </p:spPr>
        <p:txBody>
          <a:bodyPr>
            <a:normAutofit/>
          </a:bodyPr>
          <a:lstStyle/>
          <a:p>
            <a:r>
              <a:rPr lang="ko-KR" altLang="en-US" sz="9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1266215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와이드스크린</PresentationFormat>
  <Paragraphs>2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맑은 고딕</vt:lpstr>
      <vt:lpstr>Arial</vt:lpstr>
      <vt:lpstr>Office 테마</vt:lpstr>
      <vt:lpstr>React 강의자료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Vue 강의자료</dc:title>
  <dc:creator>s</dc:creator>
  <cp:lastModifiedBy>FullName</cp:lastModifiedBy>
  <cp:revision>4</cp:revision>
  <dcterms:created xsi:type="dcterms:W3CDTF">2020-07-24T04:52:29Z</dcterms:created>
  <dcterms:modified xsi:type="dcterms:W3CDTF">2021-04-19T09:50:18Z</dcterms:modified>
</cp:coreProperties>
</file>