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64" r:id="rId9"/>
    <p:sldId id="265" r:id="rId10"/>
    <p:sldId id="266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356" y="0"/>
            <a:ext cx="2475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351"/>
            <a:ext cx="12192000" cy="623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543"/>
            <a:ext cx="12192000" cy="62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956"/>
            <a:ext cx="12192000" cy="61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8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137"/>
            <a:ext cx="12192000" cy="626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62" y="176619"/>
            <a:ext cx="6790476" cy="6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6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762" y="309952"/>
            <a:ext cx="7190476" cy="6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6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190" y="957571"/>
            <a:ext cx="5247619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93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831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4</cp:revision>
  <dcterms:created xsi:type="dcterms:W3CDTF">2020-07-24T04:52:29Z</dcterms:created>
  <dcterms:modified xsi:type="dcterms:W3CDTF">2021-03-23T08:46:26Z</dcterms:modified>
</cp:coreProperties>
</file>