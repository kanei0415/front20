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63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78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7941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78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33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20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12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44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726115" cy="532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903785" cy="624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00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2021-04-09T09:50:49Z</dcterms:modified>
</cp:coreProperties>
</file>