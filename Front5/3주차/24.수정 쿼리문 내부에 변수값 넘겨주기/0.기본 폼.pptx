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59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799" y="0"/>
            <a:ext cx="2078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305" y="0"/>
            <a:ext cx="96813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1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20" y="0"/>
            <a:ext cx="116927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33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91" y="0"/>
            <a:ext cx="1163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965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924"/>
            <a:ext cx="12192000" cy="663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80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539"/>
            <a:ext cx="12192000" cy="657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2021-04-19T09:50:38Z</dcterms:modified>
</cp:coreProperties>
</file>