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9986" cy="462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15752" cy="370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2021-04-16T11:49:16Z</dcterms:modified>
</cp:coreProperties>
</file>