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43" y="0"/>
            <a:ext cx="6595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42" y="0"/>
            <a:ext cx="10416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4</cp:revision>
  <dcterms:created xsi:type="dcterms:W3CDTF">2020-07-24T04:52:29Z</dcterms:created>
  <dcterms:modified xsi:type="dcterms:W3CDTF">2021-03-23T08:46:45Z</dcterms:modified>
</cp:coreProperties>
</file>