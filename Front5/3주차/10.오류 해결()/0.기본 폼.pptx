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61" r:id="rId7"/>
    <p:sldId id="259" r:id="rId8"/>
    <p:sldId id="260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16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10916" cy="54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7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55698" cy="49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48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26761" cy="629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9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8.0 </a:t>
            </a:r>
            <a:r>
              <a:rPr lang="ko-KR" altLang="en-US" dirty="0"/>
              <a:t>버전으로 오면서 </a:t>
            </a:r>
            <a:r>
              <a:rPr lang="ko-KR" altLang="en-US" dirty="0" err="1"/>
              <a:t>외부접속</a:t>
            </a:r>
            <a:r>
              <a:rPr lang="ko-KR" altLang="en-US" dirty="0"/>
              <a:t> 시 로컬 비밀번호가 아니라 암호화된 다른 비밀번호를 사용하도록 바뀐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그래서 </a:t>
            </a:r>
            <a:r>
              <a:rPr lang="ko-KR" altLang="en-US" dirty="0"/>
              <a:t>일반적으로 접속할 때 사용하는 비밀번호로도 외부에서 접속이 가능하게끔 설정해주어야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127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68753" cy="562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34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6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</Words>
  <Application>Microsoft Office PowerPoint</Application>
  <PresentationFormat>와이드스크린</PresentationFormat>
  <Paragraphs>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8</cp:revision>
  <dcterms:created xsi:type="dcterms:W3CDTF">2020-07-24T04:52:29Z</dcterms:created>
  <dcterms:modified xsi:type="dcterms:W3CDTF">2021-04-26T10:57:46Z</dcterms:modified>
</cp:coreProperties>
</file>