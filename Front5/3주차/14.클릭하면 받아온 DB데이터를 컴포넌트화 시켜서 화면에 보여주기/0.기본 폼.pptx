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01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29800" cy="628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2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157438" cy="394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13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7288823" cy="624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6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325815" cy="617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fdgr</cp:lastModifiedBy>
  <cp:revision>5</cp:revision>
  <dcterms:created xsi:type="dcterms:W3CDTF">2020-07-24T04:52:29Z</dcterms:created>
  <dcterms:modified xsi:type="dcterms:W3CDTF">2021-04-08T08:34:03Z</dcterms:modified>
</cp:coreProperties>
</file>