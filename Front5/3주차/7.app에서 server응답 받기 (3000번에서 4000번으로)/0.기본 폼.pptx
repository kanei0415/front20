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99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21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6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6915807" cy="34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04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46979" cy="55355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634" y="5717628"/>
            <a:ext cx="327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netstat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-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ano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94991" y="5717627"/>
            <a:ext cx="5817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한 </a:t>
            </a:r>
            <a:r>
              <a:rPr lang="ko-KR" altLang="en-US" sz="3200" b="1" smtClean="0">
                <a:solidFill>
                  <a:srgbClr val="FF0000"/>
                </a:solidFill>
              </a:rPr>
              <a:t>다음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4000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번 포트 검색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816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73103" cy="56231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3777" y="4393324"/>
            <a:ext cx="94593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pid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가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3436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인</a:t>
            </a:r>
            <a:r>
              <a:rPr lang="en-US" altLang="ko-KR" sz="3200" b="1" dirty="0">
                <a:solidFill>
                  <a:srgbClr val="FF0000"/>
                </a:solidFill>
              </a:rPr>
              <a:t>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프로세스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(4000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번 포트 서버 종료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)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Office PowerPoint</Application>
  <PresentationFormat>와이드스크린</PresentationFormat>
  <Paragraphs>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7</cp:revision>
  <dcterms:created xsi:type="dcterms:W3CDTF">2020-07-24T04:52:29Z</dcterms:created>
  <dcterms:modified xsi:type="dcterms:W3CDTF">2021-04-16T11:48:29Z</dcterms:modified>
</cp:coreProperties>
</file>