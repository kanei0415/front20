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0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291482" cy="505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8857129" cy="622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fdgr</cp:lastModifiedBy>
  <cp:revision>4</cp:revision>
  <dcterms:created xsi:type="dcterms:W3CDTF">2020-07-24T04:52:29Z</dcterms:created>
  <dcterms:modified xsi:type="dcterms:W3CDTF">2021-03-23T08:42:27Z</dcterms:modified>
</cp:coreProperties>
</file>