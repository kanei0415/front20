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42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1738" y="549956"/>
            <a:ext cx="108151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Noto Sans KR"/>
              </a:rPr>
              <a:t>React</a:t>
            </a:r>
            <a:r>
              <a:rPr lang="ko-KR" altLang="en-US" sz="2400" b="1" dirty="0">
                <a:latin typeface="Noto Sans KR"/>
              </a:rPr>
              <a:t>에서 </a:t>
            </a:r>
            <a:r>
              <a:rPr lang="ko-KR" altLang="en-US" sz="2400" b="1" dirty="0" err="1">
                <a:latin typeface="Noto Sans KR"/>
              </a:rPr>
              <a:t>백엔드</a:t>
            </a:r>
            <a:r>
              <a:rPr lang="ko-KR" altLang="en-US" sz="2400" b="1" dirty="0">
                <a:latin typeface="Noto Sans KR"/>
              </a:rPr>
              <a:t> 서버로 </a:t>
            </a:r>
            <a:r>
              <a:rPr lang="en-US" altLang="ko-KR" sz="2400" b="1" dirty="0">
                <a:latin typeface="Noto Sans KR"/>
              </a:rPr>
              <a:t>API </a:t>
            </a:r>
            <a:r>
              <a:rPr lang="ko-KR" altLang="en-US" sz="2400" b="1" dirty="0">
                <a:latin typeface="Noto Sans KR"/>
              </a:rPr>
              <a:t>요청 시 호출 할 때 발생 할 수 있는 </a:t>
            </a:r>
            <a:endParaRPr lang="en-US" altLang="ko-KR" sz="2400" b="1" dirty="0" smtClean="0">
              <a:latin typeface="Noto Sans KR"/>
            </a:endParaRPr>
          </a:p>
          <a:p>
            <a:endParaRPr lang="en-US" altLang="ko-KR" sz="2400" b="1" dirty="0">
              <a:latin typeface="Noto Sans KR"/>
            </a:endParaRPr>
          </a:p>
          <a:p>
            <a:r>
              <a:rPr lang="en-US" altLang="ko-KR" sz="2400" b="1" dirty="0" smtClean="0">
                <a:latin typeface="Noto Sans KR"/>
              </a:rPr>
              <a:t>CORS </a:t>
            </a:r>
            <a:r>
              <a:rPr lang="ko-KR" altLang="en-US" sz="2400" b="1" dirty="0">
                <a:latin typeface="Noto Sans KR"/>
              </a:rPr>
              <a:t>관련 오류를 방지하기 위하여 </a:t>
            </a:r>
            <a:r>
              <a:rPr lang="en-US" altLang="ko-KR" sz="2400" b="1" dirty="0">
                <a:latin typeface="Noto Sans KR"/>
              </a:rPr>
              <a:t>Proxy</a:t>
            </a:r>
            <a:r>
              <a:rPr lang="ko-KR" altLang="en-US" sz="2400" b="1" dirty="0" smtClean="0">
                <a:latin typeface="Noto Sans KR"/>
              </a:rPr>
              <a:t>를</a:t>
            </a:r>
            <a:r>
              <a:rPr lang="ko-KR" altLang="en-US" sz="2400" b="1" dirty="0" smtClean="0"/>
              <a:t> </a:t>
            </a:r>
            <a:r>
              <a:rPr lang="ko-KR" altLang="en-US" sz="2400" b="1" dirty="0" smtClean="0">
                <a:latin typeface="Noto Sans KR"/>
              </a:rPr>
              <a:t>설정하여 </a:t>
            </a:r>
            <a:r>
              <a:rPr lang="ko-KR" altLang="en-US" sz="2400" b="1" dirty="0">
                <a:latin typeface="Noto Sans KR"/>
              </a:rPr>
              <a:t>준다</a:t>
            </a:r>
            <a:r>
              <a:rPr lang="en-US" altLang="ko-KR" sz="2400" b="1" dirty="0" smtClean="0">
                <a:latin typeface="Noto Sans KR"/>
              </a:rPr>
              <a:t>.</a:t>
            </a:r>
          </a:p>
          <a:p>
            <a:endParaRPr lang="en-US" altLang="ko-KR" sz="2400" b="1" dirty="0" smtClean="0">
              <a:latin typeface="Noto Sans KR"/>
            </a:endParaRPr>
          </a:p>
          <a:p>
            <a:r>
              <a:rPr lang="en-US" altLang="ko-KR" sz="2400" b="1" dirty="0" smtClean="0">
                <a:latin typeface="Noto Sans KR"/>
              </a:rPr>
              <a:t>+ </a:t>
            </a:r>
            <a:r>
              <a:rPr lang="ko-KR" altLang="en-US" sz="2400" b="1" dirty="0" smtClean="0">
                <a:latin typeface="Noto Sans KR"/>
              </a:rPr>
              <a:t>사용의 편리성</a:t>
            </a:r>
            <a:endParaRPr lang="en-US" altLang="ko-KR" sz="2400" b="1" dirty="0" smtClean="0">
              <a:latin typeface="Noto Sans KR"/>
            </a:endParaRPr>
          </a:p>
          <a:p>
            <a:r>
              <a:rPr lang="en-US" altLang="ko-KR" sz="2400" b="1" dirty="0" smtClean="0">
                <a:latin typeface="Noto Sans KR"/>
              </a:rPr>
              <a:t>(</a:t>
            </a:r>
            <a:r>
              <a:rPr lang="ko-KR" altLang="en-US" sz="2400" b="1" dirty="0" smtClean="0">
                <a:latin typeface="Noto Sans KR"/>
              </a:rPr>
              <a:t>서버 주소를 계속 중복으로 써주지 </a:t>
            </a:r>
            <a:r>
              <a:rPr lang="ko-KR" altLang="en-US" sz="2400" b="1" dirty="0" err="1" smtClean="0">
                <a:latin typeface="Noto Sans KR"/>
              </a:rPr>
              <a:t>않아도됨</a:t>
            </a:r>
            <a:r>
              <a:rPr lang="en-US" altLang="ko-KR" sz="2400" b="1" dirty="0" smtClean="0">
                <a:latin typeface="Noto Sans KR"/>
              </a:rPr>
              <a:t>)</a:t>
            </a:r>
          </a:p>
          <a:p>
            <a:endParaRPr lang="en-US" altLang="ko-KR" sz="2400" b="1" dirty="0">
              <a:latin typeface="Noto Sans KR"/>
            </a:endParaRPr>
          </a:p>
          <a:p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1738" y="549956"/>
            <a:ext cx="10815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/>
              <a:t>CORS : </a:t>
            </a:r>
            <a:r>
              <a:rPr lang="ko-KR" altLang="en-US" sz="2800" b="1" dirty="0" smtClean="0"/>
              <a:t>교차 </a:t>
            </a:r>
            <a:r>
              <a:rPr lang="ko-KR" altLang="en-US" sz="2800" b="1" dirty="0"/>
              <a:t>출처 리소스 공유 </a:t>
            </a:r>
            <a:r>
              <a:rPr lang="en-US" altLang="ko-KR" sz="2800" b="1" dirty="0"/>
              <a:t>(Cross-origin resource sharing)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80831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1738" y="549956"/>
            <a:ext cx="10815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dirty="0" smtClean="0"/>
              <a:t>사용의 편리성</a:t>
            </a:r>
            <a:endParaRPr lang="ko-KR" altLang="en-US" sz="36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842"/>
            <a:ext cx="5857022" cy="5136158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2722179" y="4845269"/>
            <a:ext cx="129277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2722178" y="6468661"/>
            <a:ext cx="129277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23113" y="3531309"/>
            <a:ext cx="3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프록시 서버 설정을 안하면</a:t>
            </a:r>
            <a:r>
              <a:rPr lang="en-US" altLang="ko-KR" sz="2000" b="1" dirty="0" smtClean="0"/>
              <a:t>…</a:t>
            </a:r>
            <a:endParaRPr lang="ko-KR" alt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36365" y="4475937"/>
            <a:ext cx="544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http://localhost:4000/api/create_person/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23113" y="6026639"/>
            <a:ext cx="544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http://localhost:4000/api/update_person/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73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</Words>
  <Application>Microsoft Office PowerPoint</Application>
  <PresentationFormat>와이드스크린</PresentationFormat>
  <Paragraphs>13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Noto Sans KR</vt:lpstr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8</cp:revision>
  <dcterms:created xsi:type="dcterms:W3CDTF">2020-07-24T04:52:29Z</dcterms:created>
  <dcterms:modified xsi:type="dcterms:W3CDTF">2021-04-16T10:56:24Z</dcterms:modified>
</cp:coreProperties>
</file>