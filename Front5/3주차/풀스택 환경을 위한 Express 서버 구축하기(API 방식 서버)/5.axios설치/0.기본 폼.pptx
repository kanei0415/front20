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9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React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57882" cy="597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03742" cy="685800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3153103" y="2238703"/>
            <a:ext cx="1671145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 smtClean="0"/>
              <a:t>axios</a:t>
            </a:r>
            <a:r>
              <a:rPr lang="ko-KR" altLang="en-US" b="1" dirty="0" smtClean="0"/>
              <a:t>란</a:t>
            </a:r>
            <a:r>
              <a:rPr lang="en-US" altLang="ko-KR" b="1" dirty="0" smtClean="0"/>
              <a:t>?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 smtClean="0"/>
              <a:t>비동기 통신</a:t>
            </a:r>
            <a:r>
              <a:rPr lang="en-US" altLang="ko-KR" b="1" dirty="0" smtClean="0"/>
              <a:t>(AJAX)</a:t>
            </a:r>
            <a:r>
              <a:rPr lang="ko-KR" altLang="en-US" b="1" dirty="0" smtClean="0"/>
              <a:t>을 위한 프레임워크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16035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</Words>
  <Application>Microsoft Office PowerPoint</Application>
  <PresentationFormat>와이드스크린</PresentationFormat>
  <Paragraphs>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React 강의자료</vt:lpstr>
      <vt:lpstr>PowerPoint 프레젠테이션</vt:lpstr>
      <vt:lpstr>PowerPoint 프레젠테이션</vt:lpstr>
      <vt:lpstr>axios란?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6</cp:revision>
  <dcterms:created xsi:type="dcterms:W3CDTF">2020-07-24T04:52:29Z</dcterms:created>
  <dcterms:modified xsi:type="dcterms:W3CDTF">2021-04-16T10:50:06Z</dcterms:modified>
</cp:coreProperties>
</file>