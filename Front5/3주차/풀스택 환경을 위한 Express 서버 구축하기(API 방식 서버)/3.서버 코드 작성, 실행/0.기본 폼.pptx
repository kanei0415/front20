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2" r:id="rId5"/>
    <p:sldId id="259" r:id="rId6"/>
    <p:sldId id="263" r:id="rId7"/>
    <p:sldId id="260" r:id="rId8"/>
    <p:sldId id="25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03106" cy="54536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614" y="5579783"/>
            <a:ext cx="46140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</a:t>
            </a:r>
            <a:r>
              <a:rPr lang="en-US" altLang="ko-KR" sz="2400" b="1" dirty="0" smtClean="0"/>
              <a:t>equire(‘express’)</a:t>
            </a:r>
          </a:p>
          <a:p>
            <a:r>
              <a:rPr lang="en-US" altLang="ko-KR" sz="2400" b="1" dirty="0"/>
              <a:t>r</a:t>
            </a:r>
            <a:r>
              <a:rPr lang="en-US" altLang="ko-KR" sz="2400" b="1" dirty="0" smtClean="0"/>
              <a:t>equire</a:t>
            </a:r>
            <a:r>
              <a:rPr lang="ko-KR" altLang="en-US" sz="2400" b="1" dirty="0" smtClean="0"/>
              <a:t>을 이용해서</a:t>
            </a:r>
            <a:endParaRPr lang="en-US" altLang="ko-KR" sz="2400" b="1" dirty="0" smtClean="0"/>
          </a:p>
          <a:p>
            <a:r>
              <a:rPr lang="en-US" altLang="ko-KR" sz="2400" b="1" dirty="0"/>
              <a:t>e</a:t>
            </a:r>
            <a:r>
              <a:rPr lang="en-US" altLang="ko-KR" sz="2400" b="1" dirty="0" smtClean="0"/>
              <a:t>xpress</a:t>
            </a:r>
            <a:r>
              <a:rPr lang="ko-KR" altLang="en-US" sz="2400" b="1" dirty="0" smtClean="0"/>
              <a:t>모듈을 사용</a:t>
            </a:r>
            <a:endParaRPr lang="ko-KR" alt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018690" y="5579782"/>
            <a:ext cx="46140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 smtClean="0"/>
              <a:t>process.env.PORT</a:t>
            </a:r>
            <a:endParaRPr lang="en-US" altLang="ko-KR" sz="2400" b="1" dirty="0" smtClean="0"/>
          </a:p>
          <a:p>
            <a:endParaRPr lang="en-US" altLang="ko-KR" sz="2400" b="1" dirty="0" smtClean="0"/>
          </a:p>
          <a:p>
            <a:r>
              <a:rPr lang="en-US" altLang="ko-KR" sz="2400" b="1" dirty="0" smtClean="0"/>
              <a:t>(</a:t>
            </a:r>
            <a:r>
              <a:rPr lang="ko-KR" altLang="en-US" sz="2400" b="1" dirty="0" smtClean="0"/>
              <a:t>프로세스의 환경변수 </a:t>
            </a:r>
            <a:r>
              <a:rPr lang="en-US" altLang="ko-KR" sz="2400" b="1" dirty="0" smtClean="0"/>
              <a:t>Port</a:t>
            </a:r>
            <a:r>
              <a:rPr lang="ko-KR" altLang="en-US" sz="2400" b="1" dirty="0" smtClean="0"/>
              <a:t>번호</a:t>
            </a:r>
            <a:r>
              <a:rPr lang="en-US" altLang="ko-KR" sz="2400" b="1" dirty="0" smtClean="0"/>
              <a:t>)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03106" cy="5453659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44547" y="5651203"/>
            <a:ext cx="47868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200" b="1" dirty="0">
                <a:solidFill>
                  <a:srgbClr val="FF0000"/>
                </a:solidFill>
                <a:latin typeface="Apple SD Gothic Neo"/>
              </a:rPr>
              <a:t>연결 요청 대기</a:t>
            </a:r>
            <a:r>
              <a:rPr lang="en-US" altLang="ko-KR" sz="3200" b="1" dirty="0">
                <a:solidFill>
                  <a:srgbClr val="FF0000"/>
                </a:solidFill>
                <a:latin typeface="Apple SD Gothic Neo"/>
              </a:rPr>
              <a:t>. (listen())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154243" y="4675269"/>
            <a:ext cx="56477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200" b="1" dirty="0">
                <a:solidFill>
                  <a:srgbClr val="FF0000"/>
                </a:solidFill>
                <a:latin typeface="Apple SD Gothic Neo"/>
              </a:rPr>
              <a:t>연결 </a:t>
            </a:r>
            <a:r>
              <a:rPr lang="ko-KR" altLang="en-US" sz="3200" b="1" dirty="0" smtClean="0">
                <a:solidFill>
                  <a:srgbClr val="FF0000"/>
                </a:solidFill>
                <a:latin typeface="Apple SD Gothic Neo"/>
              </a:rPr>
              <a:t>요청 들어오면 콘솔 출력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611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03106" cy="5453659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44547" y="5651203"/>
            <a:ext cx="47868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200" b="1" dirty="0">
                <a:solidFill>
                  <a:srgbClr val="FF0000"/>
                </a:solidFill>
                <a:latin typeface="Apple SD Gothic Neo"/>
              </a:rPr>
              <a:t>연결 요청 대기</a:t>
            </a:r>
            <a:r>
              <a:rPr lang="en-US" altLang="ko-KR" sz="3200" b="1" dirty="0">
                <a:solidFill>
                  <a:srgbClr val="FF0000"/>
                </a:solidFill>
                <a:latin typeface="Apple SD Gothic Neo"/>
              </a:rPr>
              <a:t>. (listen())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511595" y="2983104"/>
            <a:ext cx="739176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200" b="1" dirty="0" err="1" smtClean="0">
                <a:solidFill>
                  <a:srgbClr val="FF0000"/>
                </a:solidFill>
              </a:rPr>
              <a:t>연결설정되고나서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/ (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루트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)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요청 받으면</a:t>
            </a:r>
            <a:endParaRPr lang="en-US" altLang="ko-KR" sz="3200" b="1" dirty="0" smtClean="0">
              <a:solidFill>
                <a:srgbClr val="FF0000"/>
              </a:solidFill>
            </a:endParaRPr>
          </a:p>
          <a:p>
            <a:r>
              <a:rPr lang="ko-KR" altLang="en-US" sz="3200" b="1" dirty="0" err="1" smtClean="0">
                <a:solidFill>
                  <a:srgbClr val="FF0000"/>
                </a:solidFill>
              </a:rPr>
              <a:t>요청한쪽에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 결과를 보냄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101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75764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71694" y="5044966"/>
            <a:ext cx="46771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4000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번 포트 서버는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ko-KR" altLang="en-US" sz="2400" b="1" dirty="0" smtClean="0">
                <a:solidFill>
                  <a:srgbClr val="FF0000"/>
                </a:solidFill>
              </a:rPr>
              <a:t>직접 들어가서 실행해줘야 함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15045" y="6245772"/>
            <a:ext cx="4677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node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명령어로 실행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/>
              <a:t>왜냐하면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Express.js</a:t>
            </a:r>
            <a:r>
              <a:rPr lang="ko-KR" altLang="en-US" b="1" dirty="0"/>
              <a:t>는 </a:t>
            </a:r>
            <a:r>
              <a:rPr lang="en-US" altLang="ko-KR" b="1" dirty="0"/>
              <a:t>Node.js </a:t>
            </a:r>
            <a:r>
              <a:rPr lang="ko-KR" altLang="en-US" b="1" dirty="0"/>
              <a:t>환경에서 웹 어플리케이션 혹은 </a:t>
            </a:r>
            <a:r>
              <a:rPr lang="en-US" altLang="ko-KR" b="1" dirty="0"/>
              <a:t>API</a:t>
            </a:r>
            <a:r>
              <a:rPr lang="ko-KR" altLang="en-US" b="1" dirty="0"/>
              <a:t>를 제작하기 위해 사용되는 인기있는 프레임워크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206749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341224" cy="419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751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75</Words>
  <Application>Microsoft Office PowerPoint</Application>
  <PresentationFormat>와이드스크린</PresentationFormat>
  <Paragraphs>18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Apple SD Gothic Neo</vt:lpstr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왜냐하면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9</cp:revision>
  <dcterms:created xsi:type="dcterms:W3CDTF">2020-07-24T04:52:29Z</dcterms:created>
  <dcterms:modified xsi:type="dcterms:W3CDTF">2021-04-16T10:39:10Z</dcterms:modified>
</cp:coreProperties>
</file>