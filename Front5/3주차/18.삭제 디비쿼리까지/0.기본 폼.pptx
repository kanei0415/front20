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876283" cy="61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83760" cy="637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5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37522" cy="648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0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66667" cy="4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172200" cy="500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2021-04-09T09:46:40Z</dcterms:modified>
</cp:coreProperties>
</file>