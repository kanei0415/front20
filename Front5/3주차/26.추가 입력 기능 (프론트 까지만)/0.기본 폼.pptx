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59" r:id="rId7"/>
    <p:sldId id="263" r:id="rId8"/>
    <p:sldId id="264" r:id="rId9"/>
    <p:sldId id="265" r:id="rId10"/>
    <p:sldId id="257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828" y="0"/>
            <a:ext cx="21263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76" y="0"/>
            <a:ext cx="108486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562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248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946" y="0"/>
            <a:ext cx="102701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48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42" y="0"/>
            <a:ext cx="114401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125" y="0"/>
            <a:ext cx="8667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163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33" y="1109952"/>
            <a:ext cx="10333333" cy="46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897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2638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와이드스크린</PresentationFormat>
  <Paragraphs>2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4</cp:revision>
  <dcterms:created xsi:type="dcterms:W3CDTF">2020-07-24T04:52:29Z</dcterms:created>
  <dcterms:modified xsi:type="dcterms:W3CDTF">2021-04-19T09:53:50Z</dcterms:modified>
</cp:coreProperties>
</file>