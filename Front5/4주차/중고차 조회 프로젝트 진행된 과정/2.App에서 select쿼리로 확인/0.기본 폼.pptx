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9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3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12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0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95238" cy="6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9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23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2021-04-16T10:15:12Z</dcterms:modified>
</cp:coreProperties>
</file>