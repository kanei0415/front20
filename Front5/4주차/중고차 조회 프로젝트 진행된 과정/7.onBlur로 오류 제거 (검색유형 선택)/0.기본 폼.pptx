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59" r:id="rId8"/>
    <p:sldId id="264" r:id="rId9"/>
    <p:sldId id="265" r:id="rId10"/>
    <p:sldId id="266" r:id="rId11"/>
    <p:sldId id="267" r:id="rId12"/>
    <p:sldId id="25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React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3954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533"/>
            <a:ext cx="12192000" cy="672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211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7129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307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8620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766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7294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93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9722069" cy="547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6652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28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438095" cy="68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068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151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68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106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297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2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React 강의자료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4</cp:revision>
  <dcterms:created xsi:type="dcterms:W3CDTF">2020-07-24T04:52:29Z</dcterms:created>
  <dcterms:modified xsi:type="dcterms:W3CDTF">2021-04-16T10:22:25Z</dcterms:modified>
</cp:coreProperties>
</file>