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59" r:id="rId9"/>
    <p:sldId id="257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0338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677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08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45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36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969876" cy="614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08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178566" cy="601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92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37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173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263"/>
            <a:ext cx="12192000" cy="665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</Words>
  <Application>Microsoft Office PowerPoint</Application>
  <PresentationFormat>와이드스크린</PresentationFormat>
  <Paragraphs>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4</cp:revision>
  <dcterms:created xsi:type="dcterms:W3CDTF">2020-07-24T04:52:29Z</dcterms:created>
  <dcterms:modified xsi:type="dcterms:W3CDTF">2021-04-16T10:21:29Z</dcterms:modified>
</cp:coreProperties>
</file>