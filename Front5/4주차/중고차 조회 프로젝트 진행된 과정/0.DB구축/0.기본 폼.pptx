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8" r:id="rId5"/>
    <p:sldId id="259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9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381750" cy="654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4350" y="869950"/>
            <a:ext cx="9505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 smtClean="0"/>
              <a:t>데이터 삽입은 자료 사용</a:t>
            </a:r>
            <a:endParaRPr lang="ko-KR" altLang="en-US" sz="4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14350" y="2559050"/>
            <a:ext cx="9505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 smtClean="0"/>
              <a:t>insert ~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43389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1314"/>
            <a:ext cx="12192000" cy="336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368703" cy="313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와이드스크린</PresentationFormat>
  <Paragraphs>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6</cp:revision>
  <dcterms:created xsi:type="dcterms:W3CDTF">2020-07-24T04:52:29Z</dcterms:created>
  <dcterms:modified xsi:type="dcterms:W3CDTF">2021-04-16T10:12:42Z</dcterms:modified>
</cp:coreProperties>
</file>