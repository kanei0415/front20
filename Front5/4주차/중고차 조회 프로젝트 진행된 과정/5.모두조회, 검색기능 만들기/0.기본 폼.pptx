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5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22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77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18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702566" cy="631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2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04762" cy="6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96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85"/>
            <a:ext cx="12192000" cy="674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41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043"/>
            <a:ext cx="12192000" cy="59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12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4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19048" cy="6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47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98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8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38095" cy="6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98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90538" cy="57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64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16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6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235"/>
            <a:ext cx="12192000" cy="532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5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932276" cy="419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61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28571" cy="2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50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11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88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18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3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397766" cy="622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87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085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와이드스크린</PresentationFormat>
  <Paragraphs>2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2021-04-16T10:18:49Z</dcterms:modified>
</cp:coreProperties>
</file>