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63" r:id="rId8"/>
    <p:sldId id="264" r:id="rId9"/>
    <p:sldId id="265" r:id="rId10"/>
    <p:sldId id="266" r:id="rId11"/>
    <p:sldId id="25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846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485714" cy="6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30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95238" cy="6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00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239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5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4762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9866667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64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28571" cy="6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44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7893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35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07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42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와이드스크린</PresentationFormat>
  <Paragraphs>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2021-04-16T10:14:41Z</dcterms:modified>
</cp:coreProperties>
</file>