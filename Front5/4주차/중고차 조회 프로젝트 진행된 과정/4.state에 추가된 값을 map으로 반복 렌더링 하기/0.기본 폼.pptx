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64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33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77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09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45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959366" cy="613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4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72855" cy="62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37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2021-04-16T10:16:59Z</dcterms:modified>
</cp:coreProperties>
</file>