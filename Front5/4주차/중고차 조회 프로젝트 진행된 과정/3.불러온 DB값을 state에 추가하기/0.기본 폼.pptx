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59" r:id="rId7"/>
    <p:sldId id="25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418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19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75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1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46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33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96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19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2021-04-16T10:15:48Z</dcterms:modified>
</cp:coreProperties>
</file>