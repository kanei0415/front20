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70" r:id="rId7"/>
    <p:sldId id="271" r:id="rId8"/>
    <p:sldId id="272" r:id="rId9"/>
    <p:sldId id="273" r:id="rId10"/>
    <p:sldId id="263" r:id="rId11"/>
    <p:sldId id="265" r:id="rId12"/>
    <p:sldId id="266" r:id="rId13"/>
    <p:sldId id="274" r:id="rId14"/>
    <p:sldId id="275" r:id="rId15"/>
    <p:sldId id="276" r:id="rId16"/>
    <p:sldId id="277" r:id="rId17"/>
    <p:sldId id="264" r:id="rId18"/>
    <p:sldId id="259" r:id="rId19"/>
    <p:sldId id="260" r:id="rId20"/>
    <p:sldId id="261" r:id="rId21"/>
    <p:sldId id="278" r:id="rId22"/>
    <p:sldId id="262" r:id="rId23"/>
    <p:sldId id="279" r:id="rId24"/>
    <p:sldId id="280" r:id="rId25"/>
    <p:sldId id="269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354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CD08B9A-3CB7-47F3-91C5-5ABBF89A9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B87758DB-87A6-4940-A0C0-E3FF83339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50F753F-27A2-46AE-9192-C740FE8F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2020-09-21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A867308-545D-47AD-8F6E-7F8B6249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2AC48B3-9559-4E73-9C62-A6E959AD9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55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14FE07F-ED37-4D54-97DD-CD9CAEF7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0FD2A3B-CD87-4D7D-BA97-B938D0DAE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48A5E9A-FD49-4149-83E3-05C0F6037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2020-09-21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EBDA8B1-B90F-47A6-AD4C-B2D8719E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AD24FAD-6676-43B4-A442-CF7A1166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762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DBAF6AD-FA50-4B3D-A672-99E5870D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B76060F-C94E-4728-B72E-242130AB5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010DEBB-4148-4C0E-B8FB-436E238F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2020-09-21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4955D8B-308A-4924-9D2F-5FFD6734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BD0ECC4-7639-4DFF-8318-24A8E8EE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269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7D894D9-1A9E-479E-8F2C-BE20CC0D6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21AB2D9-B208-4656-8226-449EEFA17C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CE2892D2-B182-4D9A-B1B2-8A64EBAD9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22C226B7-D1F4-48C8-BC10-20F26F8F1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2020-09-21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965BE4AA-6F9F-4D65-B9F5-F4A3EE8D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3B0D48B1-F06A-466D-9C77-245087B8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6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7182606-0168-4650-95EE-6481EC1D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F3665DC-CD6D-4736-B24E-2AE978A37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7D944012-D74A-4186-B310-8D53E9F1C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DC5651E1-C3B1-4027-89A1-EFA0473BB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72BF7594-22AC-40EC-8EC3-44FEBEC05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3370F108-4D25-4193-B8F4-008B667D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2020-09-21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4E1806D7-65BE-4ACC-9E57-64DEDCCDF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28547933-7C20-492D-837C-EDC64C7E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69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8E68E0B-176F-4CBD-A178-900CB802B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86806F3B-9602-4BCF-9811-CF5D48E5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2020-09-21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104878B-11A8-40E2-B6D5-1C19F118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3CD8585-85EF-4FF1-B985-B04BE0DA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95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942A000D-6ADC-4EA5-A60A-BD0850E8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2020-09-21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27F46163-5378-428A-90CB-900AA4D8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7A5622B7-73AA-4663-A389-E135DD74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65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8692F6F-4615-4064-A3E3-2C635591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4820A0A8-0857-4FFE-87C3-0E0EFF8A0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F5A8E02E-BA4C-4B03-A243-DD56005FC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20B13A6-29E9-4FC1-86D5-B06ACF0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2020-09-21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CDA7ABED-82BA-4E22-8549-1B628C71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4CD966E-8589-4511-AC21-E0C560BA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85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FB80C68-A1F4-4B94-82F9-43F514F18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854A7173-8DC3-48CD-8634-862D5AE19B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20398637-0724-4371-AACB-1672753E9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06A01DC-F4F1-4553-A7EB-6ACAB40CA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2020-09-21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9F70DEF8-AC9F-432D-AC24-1D0E0E10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D1A4C8B6-648F-4CBC-B7AF-A87EFD9B5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44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14E1C0B-2080-427F-8ECC-BE3953E21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5869CAB-50FB-4F69-BB4E-7B2DF2FB0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74B9739-61B5-4526-9DD3-DB1EE3DFF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2020-09-21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D77EA4A-3EC0-49D8-A5A8-F570C38D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798E790-D1D1-40CB-A61A-6AB8276D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33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1DE79AB0-F73B-4D84-ADF9-EA184ED97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3A40F443-9C91-4099-8811-458580C64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DFFEF62-5555-44A9-A896-57A8ADF9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AFB9-684F-4031-9332-6692139FA1A9}" type="datetimeFigureOut">
              <a:rPr lang="ko-KR" altLang="en-US" smtClean="0"/>
              <a:t>2020-09-21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4094825-20FB-45EE-8050-7489B7677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329ECFC-331D-4145-A3E1-68844244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65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329912C4-A985-45CD-8DD3-FE1A19BA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23683237-B92C-49BA-8936-45A6B3141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CFCDBBD-AAB3-48EE-A92D-6A2038E24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9AFB9-684F-4031-9332-6692139FA1A9}" type="datetimeFigureOut">
              <a:rPr lang="ko-KR" altLang="en-US" smtClean="0"/>
              <a:t>2020-09-21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31E06E6-5605-447A-B7C4-928A88DC4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3CBEFE45-8861-4769-98AB-0C9373050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39927-44E4-4DD4-A2BE-30287C3FAF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0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D0AEF95-D2BB-41DA-81CC-E93C7FAC4B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MySQL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174A08AB-9DC5-4C42-A815-577B85228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>
                <a:solidFill>
                  <a:srgbClr val="FF0000"/>
                </a:solidFill>
              </a:rPr>
              <a:t>DATE, TIME, DATETIME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20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AE7BC12-81CA-400C-A3A2-72282312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FF0000"/>
                </a:solidFill>
              </a:rPr>
              <a:t>DATE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853D599-B61E-409E-B05A-976AF5246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36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756822" cy="4530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753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531178" cy="3382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3973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37341" cy="4147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3973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8273143" cy="5951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425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617234" cy="3009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4252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495314" cy="2618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3906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721737" cy="2622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2774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AE7BC12-81CA-400C-A3A2-72282312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TIME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853D599-B61E-409E-B05A-976AF5246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271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7419703" cy="39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3973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18766" cy="34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3973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319657" cy="3805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4240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55131" cy="5134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4240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998926" cy="2409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2609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678647" cy="2281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6640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AE7BC12-81CA-400C-A3A2-72282312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DATETIME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853D599-B61E-409E-B05A-976AF5246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084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29006" cy="4139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9026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62606" cy="3313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356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563497" cy="420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356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8125097" cy="4860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0018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31"/>
            <a:ext cx="11878491" cy="199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356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65577" cy="2535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8909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817531" cy="2227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8909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D0AEF95-D2BB-41DA-81CC-E93C7FAC4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70696"/>
          </a:xfrm>
        </p:spPr>
        <p:txBody>
          <a:bodyPr>
            <a:normAutofit/>
          </a:bodyPr>
          <a:lstStyle/>
          <a:p>
            <a:r>
              <a:rPr lang="ko-KR" altLang="en-US" sz="115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2363874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</Words>
  <Application>Microsoft Office PowerPoint</Application>
  <PresentationFormat>사용자 지정</PresentationFormat>
  <Paragraphs>6</Paragraphs>
  <Slides>25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Office 테마</vt:lpstr>
      <vt:lpstr>MySQL</vt:lpstr>
      <vt:lpstr>DATE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TIME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DATETIME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</dc:title>
  <dc:creator>s</dc:creator>
  <cp:lastModifiedBy>Windows 사용자</cp:lastModifiedBy>
  <cp:revision>12</cp:revision>
  <dcterms:created xsi:type="dcterms:W3CDTF">2020-06-18T07:20:14Z</dcterms:created>
  <dcterms:modified xsi:type="dcterms:W3CDTF">2020-09-21T03:56:48Z</dcterms:modified>
</cp:coreProperties>
</file>