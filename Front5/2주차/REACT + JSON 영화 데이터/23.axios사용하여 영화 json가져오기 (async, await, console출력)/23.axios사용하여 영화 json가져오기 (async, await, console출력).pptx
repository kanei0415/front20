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3.axios사용하여 영화 json가져오기 (async, await, console출력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08218" cy="660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3.axios사용하여 영화 json가져오기 (async, await, console출력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654639" cy="637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3.axios사용하여 영화 json가져오기 (async, await, console출력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32"/>
            <a:ext cx="10182997" cy="298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3.axios사용하여 영화 json가져오기 (async, await, console출력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894618" cy="642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3.axios사용하여 영화 json가져오기 (async, await, console출력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277600" cy="592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16</cp:revision>
  <dcterms:created xsi:type="dcterms:W3CDTF">2020-07-14T07:30:35Z</dcterms:created>
  <dcterms:modified xsi:type="dcterms:W3CDTF">2021-02-14T05:17:12Z</dcterms:modified>
</cp:coreProperties>
</file>