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5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654" y="-8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ownloads\리액트 (21.02.12)\강의자료\강의자료 - NICO\24.axios사용하여 영화 json가져오기 (json데이터 위치접근 방법,console 출력)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3562597" cy="6498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001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(21.02.12)\강의자료\강의자료 - NICO\24.axios사용하여 영화 json가져오기 (json데이터 위치접근 방법,console 출력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707086" cy="633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ownloads\리액트 (21.02.12)\강의자료\강의자료 - NICO\24.axios사용하여 영화 json가져오기 (json데이터 위치접근 방법,console 출력)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0984675" cy="4769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 descr="C:\Users\hb\Downloads\리액트 (21.02.12)\강의자료\강의자료 - NICO\24.axios사용하여 영화 json가져오기 (json데이터 위치접근 방법,console 출력)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0740571" cy="564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b\Downloads\리액트 (21.02.12)\강의자료\강의자료 - NICO\24.axios사용하여 영화 json가져오기 (json데이터 위치접근 방법,console 출력)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7" y="0"/>
            <a:ext cx="10763617" cy="5653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</Words>
  <Application>Microsoft Office PowerPoint</Application>
  <PresentationFormat>사용자 지정</PresentationFormat>
  <Paragraphs>2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hb</cp:lastModifiedBy>
  <cp:revision>15</cp:revision>
  <dcterms:created xsi:type="dcterms:W3CDTF">2020-07-14T07:30:35Z</dcterms:created>
  <dcterms:modified xsi:type="dcterms:W3CDTF">2021-02-14T13:25:11Z</dcterms:modified>
</cp:coreProperties>
</file>