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294" y="-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8.app에 map렌더링 하여 Movie컴포넌트 생성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2826327" cy="657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8.app에 map렌더링 하여 Movie컴포넌트 생성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2" y="0"/>
            <a:ext cx="7925604" cy="590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8.app에 map렌더링 하여 Movie컴포넌트 생성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35294" cy="625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8.app에 map렌더링 하여 Movie컴포넌트 생성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9913546" cy="54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1.02.12)\강의자료\강의자료 - NICO\28.app에 map렌더링 하여 Movie컴포넌트 생성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567055" cy="625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ownloads\리액트 (21.02.12)\강의자료\강의자료 - NICO\28.app에 map렌더링 하여 Movie컴포넌트 생성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30899" cy="649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05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ownloads\리액트 (21.02.12)\강의자료\강의자료 - NICO\28.app에 map렌더링 하여 Movie컴포넌트 생성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52230" cy="620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05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</Words>
  <Application>Microsoft Office PowerPoint</Application>
  <PresentationFormat>사용자 지정</PresentationFormat>
  <Paragraphs>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2021-02-14T13:29:28Z</dcterms:modified>
</cp:coreProperties>
</file>