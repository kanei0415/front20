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654" y="-8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(21.02.12)\강의자료\강의자료 - NICO\25.axios사용하여 영화 json가져오기 (json데이터를 state에 저장하기)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3479470" cy="6451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001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(21.02.12)\강의자료\강의자료 - NICO\25.axios사용하여 영화 json가져오기 (json데이터를 state에 저장하기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70223" cy="6603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(21.02.12)\강의자료\강의자료 - NICO\25.axios사용하여 영화 json가져오기 (json데이터를 state에 저장하기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0533413" cy="4619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(21.02.12)\강의자료\강의자료 - NICO\25.axios사용하여 영화 json가져오기 (json데이터를 state에 저장하기)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11117943" cy="591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</Words>
  <Application>Microsoft Office PowerPoint</Application>
  <PresentationFormat>사용자 지정</PresentationFormat>
  <Paragraphs>2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hb</cp:lastModifiedBy>
  <cp:revision>15</cp:revision>
  <dcterms:created xsi:type="dcterms:W3CDTF">2020-07-14T07:30:35Z</dcterms:created>
  <dcterms:modified xsi:type="dcterms:W3CDTF">2021-02-14T13:26:36Z</dcterms:modified>
</cp:coreProperties>
</file>