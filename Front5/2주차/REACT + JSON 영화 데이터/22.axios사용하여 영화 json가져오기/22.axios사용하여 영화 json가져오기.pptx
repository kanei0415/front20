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96" y="-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1.02.12)\강의자료\강의자료 - NICO\22.axios사용하여 영화 json가져오기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3313216" cy="6102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1.02.12)\강의자료\강의자료 - NICO\22.axios사용하여 영화 json가져오기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4021" cy="312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1.02.12)\강의자료\강의자료 - NICO\22.axios사용하여 영화 json가져오기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8811491" cy="5660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1.02.12)\강의자료\강의자료 - NICO\22.axios사용하여 영화 json가져오기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996551" cy="324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1.02.12)\강의자료\강의자료 - NICO\22.axios사용하여 영화 json가져오기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8989621" cy="643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</Words>
  <Application>Microsoft Office PowerPoint</Application>
  <PresentationFormat>사용자 지정</PresentationFormat>
  <Paragraphs>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15</cp:revision>
  <dcterms:created xsi:type="dcterms:W3CDTF">2020-07-14T07:30:35Z</dcterms:created>
  <dcterms:modified xsi:type="dcterms:W3CDTF">2021-02-14T01:39:01Z</dcterms:modified>
</cp:coreProperties>
</file>