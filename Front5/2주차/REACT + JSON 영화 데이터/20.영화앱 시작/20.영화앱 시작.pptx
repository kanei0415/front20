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96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0.영화앱 시작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3610099" cy="651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0.영화앱 시작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23314" cy="623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0.영화앱 시작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94026" cy="401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0.영화앱 시작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70868" cy="324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2021-02-14T01:34:52Z</dcterms:modified>
</cp:coreProperties>
</file>