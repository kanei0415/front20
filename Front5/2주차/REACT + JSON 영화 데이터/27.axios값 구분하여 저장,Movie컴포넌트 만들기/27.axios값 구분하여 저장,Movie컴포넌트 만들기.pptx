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6"/>
    <p:sldId id="266" r:id="rId7"/>
    <p:sldId id="259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-654" y="-8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B3088329-B203-4ABF-A371-C62719CB0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907E741C-E7AB-400C-BC0B-C3F3D267F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E37A995B-A282-43F9-AB86-C7A313D4A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A03B202-9B93-4014-B747-1ED60B65A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4A201604-82B0-473E-B97C-A75B98CE9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043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C4B207A4-45A4-4D28-B085-F7726D471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F9690C32-3455-4EC1-B6D3-7DB71FEFF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5FB31ADF-4755-4AFF-AF0F-FF458584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22702B5A-1DC0-44E8-9AC6-330D8C9A2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3AE76B73-14D8-45AF-91ED-78FBE2003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38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BF81D2F-675E-484F-922A-BB154D528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91A90DC0-BC09-440B-B5ED-8BA168F5C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E2A2E3A1-70EA-44BD-9D4C-52ACE441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8D0CC96D-945F-4D80-BB1F-C087B1B87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426976CF-58C0-4E65-8327-2871EE844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950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27C3EB5-F467-44BC-8AEE-D0A3F6401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41D8307C-DE30-441A-AD7E-47880B8DD1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F5AD88D6-2678-4B59-A86E-BE1E3D67E6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33F67FAB-B6CF-4D56-9CC5-2005B795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D066E6FC-03A4-44B5-AAE1-CCB9DFDC6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49A9A750-24C4-47F6-B88B-974EBDC4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876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BDC0BFC5-5057-482A-B223-EF8759FF9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7E23A064-1D55-42F5-9A92-7BB9C4D45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44640B66-812C-41D6-ABFB-3576B1291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4EAE7F76-9CDB-44CE-89E9-F623B0E8F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F97A3619-BB5C-4F18-AD2E-D08CF301A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7912564C-1A82-4261-9AB5-A0DB3C4C8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0A58D25E-1AF2-4071-83B1-7B975D0F4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4C691A1F-B0EB-4E37-A8CB-127227EBA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71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7060CEF-39CF-4D7A-A764-878805024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09B1DD04-7560-484A-84C1-1AED4CE09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2F6F53ED-7AE2-4AB3-955A-4E7DB4ABE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BFAE5AFC-08B4-444C-AEA4-674184C67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116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7CD8F445-18B4-42B4-9789-DF2EBE940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D69BBA5F-20BB-4940-AFA5-B532E8921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196F7303-39A7-4555-B397-7D8004565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278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27570BFE-88B3-4C22-8DCE-1E47BB27B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DC38E78F-276F-49CA-B767-2DDAE225A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BF73CB4A-C93C-4F79-B4EB-2E564F216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B024B6CC-AEAF-4CE3-92F5-69F254D2C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A688BDC3-B925-485A-BD46-491BFFFE2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41092FD7-207B-4EB8-B15F-01677CB0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113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48FBE52-933A-477C-92BF-0FB8D866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DFE1AAA7-2782-4EA7-A1A3-937F82177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2A0E6866-AE0A-4608-B116-3262DCA94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5287D9A2-AB91-476D-ACA6-C66FEF1BD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82FB9135-5AB3-4358-AA4F-E6F6E51C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CDA90446-6215-4987-BB1D-379E95B09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885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601C4E8E-1929-46C5-86D0-5CD37F8D7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F12300E1-4CAA-4CF1-B23F-DCB98B251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25AA0A5E-4BEB-4D4E-B023-6040E50F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7E7DE21C-511C-4EDC-A5DC-6DCBDC4A0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DF01986-ECC5-4CAD-9BD0-6182E1A2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903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6EFDA791-F0DE-47DB-835F-0B8DE621B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D3C8B96A-D786-4219-ACF2-7C8C48C2A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71EDF9AE-149F-4BCB-815B-8DD460159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5E5B50DA-CFD8-43A4-82E7-5A15A74D4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3283AD5-8D92-4825-9501-4799A19C3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370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13B6951C-EE95-4DF3-A461-34ECA4BEC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378AF63F-FCFF-47D8-8A39-F5A6AB29E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C14111DA-7AE4-472C-83BD-BDBD9A630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813E79FC-A481-4823-A54E-C03F329EF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153E0EEE-F88D-450D-89F6-523B8380A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711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/>
              <a:t>리액트</a:t>
            </a:r>
            <a:r>
              <a:rPr lang="ko-KR" altLang="en-US" b="1" dirty="0"/>
              <a:t> 자료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60E0AFA5-E103-42E9-8490-B9139D1600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372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b\Downloads\리액트 (21.02.12)\강의자료\강의자료 - NICO\27.axios값 구분하여 저장,Movie컴포넌트 만들기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50078" cy="6363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5001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b\Downloads\리액트 (21.02.12)\강의자료\강의자료 - NICO\27.axios값 구분하여 저장,Movie컴포넌트 만들기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17" y="-1"/>
            <a:ext cx="7691252" cy="5174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425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hb\Downloads\리액트 (21.02.12)\강의자료\강의자료 - NICO\27.axios값 구분하여 저장,Movie컴포넌트 만들기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459688" cy="4767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425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hb\Downloads\리액트 (21.02.12)\강의자료\강의자료 - NICO\27.axios값 구분하여 저장,Movie컴포넌트 만들기\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497787" cy="4908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425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hb\Downloads\리액트 (21.02.12)\강의자료\강의자료 - NICO\27.axios값 구분하여 저장,Movie컴포넌트 만들기\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794171" cy="6473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425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618970"/>
          </a:xfrm>
        </p:spPr>
        <p:txBody>
          <a:bodyPr>
            <a:normAutofit/>
          </a:bodyPr>
          <a:lstStyle/>
          <a:p>
            <a:r>
              <a:rPr lang="ko-KR" altLang="en-US" sz="16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3938135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</Words>
  <Application>Microsoft Office PowerPoint</Application>
  <PresentationFormat>사용자 지정</PresentationFormat>
  <Paragraphs>2</Paragraphs>
  <Slides>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8" baseType="lpstr">
      <vt:lpstr>Office 테마</vt:lpstr>
      <vt:lpstr>리액트 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자료</dc:title>
  <dc:creator>s</dc:creator>
  <cp:lastModifiedBy>hb</cp:lastModifiedBy>
  <cp:revision>15</cp:revision>
  <dcterms:created xsi:type="dcterms:W3CDTF">2020-07-14T07:30:35Z</dcterms:created>
  <dcterms:modified xsi:type="dcterms:W3CDTF">2021-02-14T13:28:31Z</dcterms:modified>
</cp:coreProperties>
</file>