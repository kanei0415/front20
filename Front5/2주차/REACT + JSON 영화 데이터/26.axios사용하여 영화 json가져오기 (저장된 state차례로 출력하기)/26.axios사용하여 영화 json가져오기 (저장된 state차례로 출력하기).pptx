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654" y="-8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(21.02.12)\강의자료\강의자료 - NICO\26.axios사용하여 영화 json가져오기 (저장된 state차례로 출력하기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3562597" cy="63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00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(21.02.12)\강의자료\강의자료 - NICO\26.axios사용하여 영화 json가져오기 (저장된 state차례로 출력하기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7932717" cy="6183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(21.02.12)\강의자료\강의자료 - NICO\26.axios사용하여 영화 json가져오기 (저장된 state차례로 출력하기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469579" cy="6255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1.02.12)\강의자료\강의자료 - NICO\26.axios사용하여 영화 json가져오기 (저장된 state차례로 출력하기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80800" cy="6049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</Words>
  <Application>Microsoft Office PowerPoint</Application>
  <PresentationFormat>사용자 지정</PresentationFormat>
  <Paragraphs>2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hb</cp:lastModifiedBy>
  <cp:revision>15</cp:revision>
  <dcterms:created xsi:type="dcterms:W3CDTF">2020-07-14T07:30:35Z</dcterms:created>
  <dcterms:modified xsi:type="dcterms:W3CDTF">2021-02-14T13:27:54Z</dcterms:modified>
</cp:coreProperties>
</file>