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5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294" y="-6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1.02.12)\강의자료\강의자료 - NICO\29.갯수제한(limit) , movie 컴포넌트 꾸미기 (제목,년도,설명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470900" cy="6556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00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1.02.12)\강의자료\강의자료 - NICO\29.갯수제한(limit) , movie 컴포넌트 꾸미기 (제목,년도,설명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00"/>
            <a:ext cx="2171700" cy="630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1.02.12)\강의자료\강의자료 - NICO\29.갯수제한(limit) , movie 컴포넌트 꾸미기 (제목,년도,설명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723767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1.02.12)\강의자료\강의자료 - NICO\29.갯수제한(limit) , movie 컴포넌트 꾸미기 (제목,년도,설명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29500" cy="6328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1.02.12)\강의자료\강의자료 - NICO\29.갯수제한(limit) , movie 컴포넌트 꾸미기 (제목,년도,설명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5892800" cy="650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425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ownloads\리액트 (21.02.12)\강의자료\강의자료 - NICO\29.갯수제한(limit) , movie 컴포넌트 꾸미기 (제목,년도,설명)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255000" cy="645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548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48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</Words>
  <Application>Microsoft Office PowerPoint</Application>
  <PresentationFormat>사용자 지정</PresentationFormat>
  <Paragraphs>2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hb</cp:lastModifiedBy>
  <cp:revision>15</cp:revision>
  <dcterms:created xsi:type="dcterms:W3CDTF">2020-07-14T07:30:35Z</dcterms:created>
  <dcterms:modified xsi:type="dcterms:W3CDTF">2021-02-14T13:30:54Z</dcterms:modified>
</cp:coreProperties>
</file>