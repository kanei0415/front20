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5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254" y="-1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1.영화API사용해보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63300" cy="599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1.영화API사용해보기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34750" cy="548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1.영화API사용해보기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90275" cy="594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1.영화API사용해보기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563350" cy="623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1.영화API사용해보기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404475" cy="625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(21.02.12)\강의자료\강의자료 - NICO\21.영화API사용해보기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28375" cy="65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10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ownloads\리액트 (21.02.12)\강의자료\강의자료 - NICO\21.영화API사용해보기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67067" cy="674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10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ownloads\리액트 (21.02.12)\강의자료\강의자료 - NICO\21.영화API사용해보기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87100" cy="609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10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b\Downloads\리액트 (21.02.12)\강의자료\강의자료 - NICO\21.영화API사용해보기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52200" cy="612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10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hb\Downloads\리액트 (21.02.12)\강의자료\강의자료 - NICO\21.영화API사용해보기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534650" cy="642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97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사용자 지정</PresentationFormat>
  <Paragraphs>2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2021-02-14T01:36:57Z</dcterms:modified>
</cp:coreProperties>
</file>