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MySQL </a:t>
            </a:r>
            <a:r>
              <a:rPr lang="ko-KR" altLang="en-US" b="1" dirty="0" smtClean="0"/>
              <a:t>강의자료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71925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MySQL(20.09.11)\기본 CRUD 추가연습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2"/>
            <a:ext cx="8100392" cy="391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656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esktop\MySQL(20.09.11)\기본 CRUD 추가연습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1"/>
            <a:ext cx="7524328" cy="437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281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esktop\MySQL(20.09.11)\기본 CRUD 추가연습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32440" cy="372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28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esktop\MySQL(20.09.11)\기본 CRUD 추가연습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536" y="-1"/>
            <a:ext cx="8277944" cy="407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3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istrator\Desktop\MySQL(20.09.11)\기본 CRUD 추가연습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316416" cy="285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3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istrator\Desktop\MySQL(20.09.11)\기본 CRUD 추가연습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32440" cy="315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3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istrator\Desktop\MySQL(20.09.11)\기본 CRUD 추가연습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3"/>
            <a:ext cx="8857802" cy="299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877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istrator\Desktop\MySQL(20.09.11)\기본 CRUD 추가연습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04448" cy="283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877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istrator\Desktop\MySQL(20.09.11)\기본 CRUD 추가연습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16416" cy="384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877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istrator\Desktop\MySQL(20.09.11)\기본 CRUD 추가연습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" y="0"/>
            <a:ext cx="7518216" cy="351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877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istrator\Desktop\MySQL(20.09.11)\기본 CRUD 추가연습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91"/>
            <a:ext cx="8007477" cy="363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877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istrator\Desktop\MySQL(20.09.11)\기본 CRUD 추가연습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1" y="0"/>
            <a:ext cx="8751195" cy="172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877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istrator\Desktop\MySQL(20.09.11)\기본 CRUD 추가연습\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82"/>
            <a:ext cx="8316416" cy="338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877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istrator\Desktop\MySQL(20.09.11)\기본 CRUD 추가연습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248"/>
            <a:ext cx="6012160" cy="601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87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C:\Users\Administrator\Desktop\MySQL(20.09.11)\기본 CRUD 추가연습\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16416" cy="420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836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Administrator\Desktop\MySQL(20.09.11)\기본 CRUD 추가연습\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28384" cy="363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810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4" y="-1"/>
            <a:ext cx="6782544" cy="594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505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8000" b="1" dirty="0" smtClean="0"/>
              <a:t>끝</a:t>
            </a:r>
            <a:endParaRPr lang="ko-KR" alt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23987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</Words>
  <Application>Microsoft Office PowerPoint</Application>
  <PresentationFormat>화면 슬라이드 쇼(4:3)</PresentationFormat>
  <Paragraphs>2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MySQL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강의자료</dc:title>
  <dc:creator>Microsoft Corporation</dc:creator>
  <cp:lastModifiedBy>FullName</cp:lastModifiedBy>
  <cp:revision>7</cp:revision>
  <dcterms:created xsi:type="dcterms:W3CDTF">2006-10-05T04:04:58Z</dcterms:created>
  <dcterms:modified xsi:type="dcterms:W3CDTF">2021-04-20T10:03:19Z</dcterms:modified>
</cp:coreProperties>
</file>