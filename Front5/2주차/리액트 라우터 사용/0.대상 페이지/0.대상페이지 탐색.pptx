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0" r:id="rId8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576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2021-02-18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2021-02-18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2021-02-18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30EDBD-1C2D-4C1E-B459-B60219FAB484}" type="datetimeFigureOut">
              <a:rPr lang="ko-KR" altLang="en-US" smtClean="0"/>
              <a:t>2021-02-18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b="1" dirty="0" err="1" smtClean="0"/>
              <a:t>리액트</a:t>
            </a:r>
            <a:r>
              <a:rPr lang="ko-KR" altLang="en-US" b="1" dirty="0" smtClean="0"/>
              <a:t> 블로그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11972544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024" y="0"/>
            <a:ext cx="884995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70187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325" y="0"/>
            <a:ext cx="88093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02374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584" y="0"/>
            <a:ext cx="877483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43595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484" y="0"/>
            <a:ext cx="878903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9353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481" y="0"/>
            <a:ext cx="879303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06639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908721"/>
            <a:ext cx="7772400" cy="4608512"/>
          </a:xfrm>
        </p:spPr>
        <p:txBody>
          <a:bodyPr>
            <a:normAutofit/>
          </a:bodyPr>
          <a:lstStyle/>
          <a:p>
            <a:r>
              <a:rPr lang="ko-KR" altLang="en-US" sz="8000" b="1" dirty="0" smtClean="0"/>
              <a:t>끝</a:t>
            </a:r>
            <a:endParaRPr lang="ko-KR" altLang="en-US" sz="8000" b="1" dirty="0"/>
          </a:p>
        </p:txBody>
      </p:sp>
    </p:spTree>
    <p:extLst>
      <p:ext uri="{BB962C8B-B14F-4D97-AF65-F5344CB8AC3E}">
        <p14:creationId xmlns:p14="http://schemas.microsoft.com/office/powerpoint/2010/main" val="4432366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</Words>
  <Application>Microsoft Office PowerPoint</Application>
  <PresentationFormat>화면 슬라이드 쇼(4:3)</PresentationFormat>
  <Paragraphs>2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0" baseType="lpstr">
      <vt:lpstr>맑은 고딕</vt:lpstr>
      <vt:lpstr>Arial</vt:lpstr>
      <vt:lpstr>Office 테마</vt:lpstr>
      <vt:lpstr>리액트 블로그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끝</vt:lpstr>
    </vt:vector>
  </TitlesOfParts>
  <Company>R&amp;D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리액트 블로그</dc:title>
  <dc:creator>Microsoft Corporation</dc:creator>
  <cp:lastModifiedBy>lok</cp:lastModifiedBy>
  <cp:revision>5</cp:revision>
  <dcterms:created xsi:type="dcterms:W3CDTF">2006-10-05T04:04:58Z</dcterms:created>
  <dcterms:modified xsi:type="dcterms:W3CDTF">2021-02-18T07:15:32Z</dcterms:modified>
</cp:coreProperties>
</file>