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60" r:id="rId21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167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2021-03-05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err="1" smtClean="0"/>
              <a:t>리액트</a:t>
            </a:r>
            <a:r>
              <a:rPr lang="ko-KR" altLang="en-US" b="1" dirty="0" smtClean="0"/>
              <a:t> 블로그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1972544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95238" cy="667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6639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8748464" cy="2663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8230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575"/>
            <a:ext cx="5580112" cy="4834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2480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792"/>
            <a:ext cx="6732240" cy="6158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0706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5724128" cy="6249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2903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508104" cy="6112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6735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94" y="-1"/>
            <a:ext cx="5438990" cy="6108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9979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9237"/>
            <a:ext cx="5436096" cy="6007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3432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6804248" cy="2438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8281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516216" cy="2452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4907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6660232" cy="2546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281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9254"/>
            <a:ext cx="7020272" cy="2555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7908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7092280" cy="2380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593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5301"/>
            <a:ext cx="9144000" cy="6487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276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23" y="0"/>
            <a:ext cx="89681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6105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44" y="0"/>
            <a:ext cx="89759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0770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34" y="0"/>
            <a:ext cx="89659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0858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38" y="0"/>
            <a:ext cx="91195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3141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908721"/>
            <a:ext cx="7772400" cy="4608512"/>
          </a:xfrm>
        </p:spPr>
        <p:txBody>
          <a:bodyPr>
            <a:normAutofit/>
          </a:bodyPr>
          <a:lstStyle/>
          <a:p>
            <a:r>
              <a:rPr lang="ko-KR" altLang="en-US" sz="8000" b="1" dirty="0" smtClean="0"/>
              <a:t>끝</a:t>
            </a:r>
            <a:endParaRPr lang="ko-KR" altLang="en-US" sz="8000" b="1" dirty="0"/>
          </a:p>
        </p:txBody>
      </p:sp>
    </p:spTree>
    <p:extLst>
      <p:ext uri="{BB962C8B-B14F-4D97-AF65-F5344CB8AC3E}">
        <p14:creationId xmlns:p14="http://schemas.microsoft.com/office/powerpoint/2010/main" val="4432366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</Words>
  <Application>Microsoft Office PowerPoint</Application>
  <PresentationFormat>화면 슬라이드 쇼(4:3)</PresentationFormat>
  <Paragraphs>2</Paragraphs>
  <Slides>20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3" baseType="lpstr">
      <vt:lpstr>맑은 고딕</vt:lpstr>
      <vt:lpstr>Arial</vt:lpstr>
      <vt:lpstr>Office 테마</vt:lpstr>
      <vt:lpstr>리액트 블로그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Company>R&amp;D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리액트 블로그</dc:title>
  <dc:creator>Microsoft Corporation</dc:creator>
  <cp:lastModifiedBy>Windows 사용자</cp:lastModifiedBy>
  <cp:revision>8</cp:revision>
  <dcterms:created xsi:type="dcterms:W3CDTF">2006-10-05T04:04:58Z</dcterms:created>
  <dcterms:modified xsi:type="dcterms:W3CDTF">2021-03-05T11:32:48Z</dcterms:modified>
</cp:coreProperties>
</file>