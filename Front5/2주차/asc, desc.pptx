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5" r:id="rId5"/>
    <p:sldId id="264" r:id="rId6"/>
    <p:sldId id="262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/>
          <a:lstStyle/>
          <a:p>
            <a:r>
              <a:rPr lang="en-US" altLang="ko-KR" b="1" dirty="0" err="1" smtClean="0"/>
              <a:t>asc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desc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쿼리 예제</a:t>
            </a:r>
            <a:endParaRPr lang="ko-KR" altLang="en-US" b="1" dirty="0"/>
          </a:p>
        </p:txBody>
      </p:sp>
      <p:pic>
        <p:nvPicPr>
          <p:cNvPr id="4" name="Picture 2" descr="C:\Users\kgitbank\Desktop\마이에스큐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20888"/>
            <a:ext cx="4176464" cy="21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89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2520280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asc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8158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gitbank\Desktop\수업자료 모음\15. MySQL(18.07.28)\mysql 오름차순 내림차순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88"/>
            <a:ext cx="9144000" cy="364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1259632" y="404664"/>
            <a:ext cx="77048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3698173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오름차순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chemeClr val="tx2"/>
                </a:solidFill>
              </a:rPr>
              <a:t>ascending order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의 </a:t>
            </a:r>
            <a:r>
              <a:rPr lang="ko-KR" altLang="en-US" b="1" dirty="0" err="1" smtClean="0"/>
              <a:t>줄임말</a:t>
            </a:r>
            <a:r>
              <a:rPr lang="ko-KR" altLang="en-US" b="1" dirty="0" smtClean="0"/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asc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648" y="4365104"/>
            <a:ext cx="468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gpa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평점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을 오름 차순 기준으로 조회</a:t>
            </a:r>
            <a:endParaRPr lang="ko-KR" altLang="en-US" b="1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7020272" y="1412776"/>
            <a:ext cx="0" cy="14401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각 삼각형 10"/>
          <p:cNvSpPr/>
          <p:nvPr/>
        </p:nvSpPr>
        <p:spPr>
          <a:xfrm rot="16200000">
            <a:off x="3982534" y="3996354"/>
            <a:ext cx="1476164" cy="147616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98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2520280"/>
          </a:xfrm>
        </p:spPr>
        <p:txBody>
          <a:bodyPr>
            <a:normAutofit/>
          </a:bodyPr>
          <a:lstStyle/>
          <a:p>
            <a:r>
              <a:rPr lang="en-US" altLang="ko-KR" b="1" dirty="0" err="1" smtClean="0"/>
              <a:t>desc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280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gitbank\Desktop\수업자료 모음\15. MySQL(18.07.28)\mysql 오름차순 내림차순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" y="8"/>
            <a:ext cx="9142840" cy="340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1259632" y="404664"/>
            <a:ext cx="78488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3402480"/>
            <a:ext cx="5184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내림차순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chemeClr val="tx2"/>
                </a:solidFill>
              </a:rPr>
              <a:t>descending order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의 </a:t>
            </a:r>
            <a:r>
              <a:rPr lang="ko-KR" altLang="en-US" b="1" dirty="0" err="1" smtClean="0"/>
              <a:t>줄임말</a:t>
            </a:r>
            <a:r>
              <a:rPr lang="ko-KR" altLang="en-US" b="1" dirty="0" smtClean="0"/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desc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648" y="4365104"/>
            <a:ext cx="468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TOEIC(</a:t>
            </a:r>
            <a:r>
              <a:rPr lang="ko-KR" altLang="en-US" b="1" dirty="0" err="1" smtClean="0"/>
              <a:t>토익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을 내림 차순 기준으로 조회</a:t>
            </a:r>
            <a:endParaRPr lang="ko-KR" altLang="en-US" b="1" dirty="0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8100392" y="1268760"/>
            <a:ext cx="0" cy="14401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각 삼각형 9"/>
          <p:cNvSpPr/>
          <p:nvPr/>
        </p:nvSpPr>
        <p:spPr>
          <a:xfrm>
            <a:off x="4720616" y="3996354"/>
            <a:ext cx="1476164" cy="147616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71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791960"/>
            <a:ext cx="280831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 smtClean="0"/>
              <a:t>끝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109726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42</Words>
  <Application>Microsoft Office PowerPoint</Application>
  <PresentationFormat>화면 슬라이드 쇼(4:3)</PresentationFormat>
  <Paragraphs>8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asc, desc 쿼리 예제</vt:lpstr>
      <vt:lpstr>asc</vt:lpstr>
      <vt:lpstr>PowerPoint 프레젠테이션</vt:lpstr>
      <vt:lpstr>desc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Windows 사용자</cp:lastModifiedBy>
  <cp:revision>15</cp:revision>
  <dcterms:created xsi:type="dcterms:W3CDTF">2006-10-05T04:04:58Z</dcterms:created>
  <dcterms:modified xsi:type="dcterms:W3CDTF">2020-09-11T05:52:13Z</dcterms:modified>
</cp:coreProperties>
</file>