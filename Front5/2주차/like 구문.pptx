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08B9A-3CB7-47F3-91C5-5ABBF89A9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7758DB-87A6-4940-A0C0-E3FF83339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0F753F-27A2-46AE-9192-C740FE8F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67308-545D-47AD-8F6E-7F8B6249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C48B3-9559-4E73-9C62-A6E959AD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55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FE07F-ED37-4D54-97DD-CD9CAEF7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FD2A3B-CD87-4D7D-BA97-B938D0DAE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A5E9A-FD49-4149-83E3-05C0F6037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BDA8B1-B90F-47A6-AD4C-B2D8719E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24FAD-6676-43B4-A442-CF7A1166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762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AF6AD-FA50-4B3D-A672-99E5870D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76060F-C94E-4728-B72E-242130AB5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10DEBB-4148-4C0E-B8FB-436E238F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55D8B-308A-4924-9D2F-5FFD6734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D0ECC4-7639-4DFF-8318-24A8E8EE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269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894D9-1A9E-479E-8F2C-BE20CC0D6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1AB2D9-B208-4656-8226-449EEFA17C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2892D2-B182-4D9A-B1B2-8A64EBAD9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C226B7-D1F4-48C8-BC10-20F26F8F1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5BE4AA-6F9F-4D65-B9F5-F4A3EE8D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0D48B1-F06A-466D-9C77-245087B8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6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82606-0168-4650-95EE-6481EC1D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3665DC-CD6D-4736-B24E-2AE978A37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944012-D74A-4186-B310-8D53E9F1C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5651E1-C3B1-4027-89A1-EFA0473BB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BF7594-22AC-40EC-8EC3-44FEBEC05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70F108-4D25-4193-B8F4-008B667D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E1806D7-65BE-4ACC-9E57-64DEDCCDF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547933-7C20-492D-837C-EDC64C7E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69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68E0B-176F-4CBD-A178-900CB802B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806F3B-9602-4BCF-9811-CF5D48E5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04878B-11A8-40E2-B6D5-1C19F118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CD8585-85EF-4FF1-B985-B04BE0DA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95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2A000D-6ADC-4EA5-A60A-BD0850E8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F46163-5378-428A-90CB-900AA4D8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5622B7-73AA-4663-A389-E135DD74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65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92F6F-4615-4064-A3E3-2C635591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20A0A8-0857-4FFE-87C3-0E0EFF8A0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A8E02E-BA4C-4B03-A243-DD56005FC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0B13A6-29E9-4FC1-86D5-B06ACF0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A7ABED-82BA-4E22-8549-1B628C71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CD966E-8589-4511-AC21-E0C560BA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85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80C68-A1F4-4B94-82F9-43F514F18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4A7173-8DC3-48CD-8634-862D5AE19B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398637-0724-4371-AACB-1672753E9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6A01DC-F4F1-4553-A7EB-6ACAB40CA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0DEF8-AC9F-432D-AC24-1D0E0E10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A4C8B6-648F-4CBC-B7AF-A87EFD9B5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44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E1C0B-2080-427F-8ECC-BE3953E21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869CAB-50FB-4F69-BB4E-7B2DF2FB0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4B9739-61B5-4526-9DD3-DB1EE3DFF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77EA4A-3EC0-49D8-A5A8-F570C38D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98E790-D1D1-40CB-A61A-6AB8276D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33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E79AB0-F73B-4D84-ADF9-EA184ED97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40F443-9C91-4099-8811-458580C64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FFEF62-5555-44A9-A896-57A8ADF9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94825-20FB-45EE-8050-7489B7677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29ECFC-331D-4145-A3E1-68844244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65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9912C4-A985-45CD-8DD3-FE1A19BA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683237-B92C-49BA-8936-45A6B3141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FCDBBD-AAB3-48EE-A92D-6A2038E24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9AFB9-684F-4031-9332-6692139FA1A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1E06E6-5605-447A-B7C4-928A88DC4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EFE45-8861-4769-98AB-0C9373050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0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AEF95-D2BB-41DA-81CC-E93C7FAC4B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MySQL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4A08AB-9DC5-4C42-A815-577B85228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/>
              <a:t>like</a:t>
            </a:r>
            <a:r>
              <a:rPr lang="ko-KR" altLang="en-US" b="1" dirty="0"/>
              <a:t>구문</a:t>
            </a:r>
          </a:p>
        </p:txBody>
      </p:sp>
    </p:spTree>
    <p:extLst>
      <p:ext uri="{BB962C8B-B14F-4D97-AF65-F5344CB8AC3E}">
        <p14:creationId xmlns:p14="http://schemas.microsoft.com/office/powerpoint/2010/main" val="410320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86440-739F-4E15-9C29-AB9BC0D1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like</a:t>
            </a:r>
            <a:r>
              <a:rPr lang="ko-KR" altLang="en-US" b="1" dirty="0"/>
              <a:t>구문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EA8221-F769-48D9-90C0-5C90F0D7C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불닭으로</a:t>
            </a:r>
            <a:r>
              <a:rPr lang="ko-KR" altLang="en-US" b="1" dirty="0"/>
              <a:t> 시작하는 데이터 검색</a:t>
            </a:r>
          </a:p>
          <a:p>
            <a:r>
              <a:rPr lang="en-US" altLang="ko-KR" b="1" dirty="0"/>
              <a:t>select * from </a:t>
            </a:r>
            <a:r>
              <a:rPr lang="en-US" altLang="ko-KR" b="1" dirty="0" err="1"/>
              <a:t>samyang_ramen</a:t>
            </a:r>
            <a:r>
              <a:rPr lang="en-US" altLang="ko-KR" b="1" dirty="0"/>
              <a:t> where </a:t>
            </a:r>
            <a:r>
              <a:rPr lang="en-US" altLang="ko-KR" b="1" dirty="0" smtClean="0"/>
              <a:t>name </a:t>
            </a:r>
            <a:r>
              <a:rPr lang="en-US" altLang="ko-KR" b="1" dirty="0"/>
              <a:t>like '</a:t>
            </a:r>
            <a:r>
              <a:rPr lang="ko-KR" altLang="en-US" b="1" dirty="0" err="1"/>
              <a:t>불닭</a:t>
            </a:r>
            <a:r>
              <a:rPr lang="en-US" altLang="ko-KR" b="1" dirty="0"/>
              <a:t>%';</a:t>
            </a:r>
          </a:p>
          <a:p>
            <a:endParaRPr lang="en-US" altLang="ko-KR" b="1" dirty="0"/>
          </a:p>
          <a:p>
            <a:r>
              <a:rPr lang="ko-KR" altLang="en-US" b="1" dirty="0" err="1"/>
              <a:t>불닭으로</a:t>
            </a:r>
            <a:r>
              <a:rPr lang="ko-KR" altLang="en-US" b="1" dirty="0"/>
              <a:t> 끝나는 데이터 검색</a:t>
            </a:r>
          </a:p>
          <a:p>
            <a:r>
              <a:rPr lang="en-US" altLang="ko-KR" b="1" dirty="0"/>
              <a:t>select * from </a:t>
            </a:r>
            <a:r>
              <a:rPr lang="en-US" altLang="ko-KR" b="1" dirty="0" err="1"/>
              <a:t>samyang_ramen</a:t>
            </a:r>
            <a:r>
              <a:rPr lang="en-US" altLang="ko-KR" b="1" dirty="0"/>
              <a:t> where name like '%</a:t>
            </a:r>
            <a:r>
              <a:rPr lang="ko-KR" altLang="en-US" b="1" dirty="0" err="1"/>
              <a:t>불닭</a:t>
            </a:r>
            <a:r>
              <a:rPr lang="en-US" altLang="ko-KR" b="1" dirty="0"/>
              <a:t>';</a:t>
            </a:r>
          </a:p>
          <a:p>
            <a:endParaRPr lang="en-US" altLang="ko-KR" b="1" dirty="0"/>
          </a:p>
          <a:p>
            <a:r>
              <a:rPr lang="ko-KR" altLang="en-US" b="1" dirty="0" err="1"/>
              <a:t>불닭이</a:t>
            </a:r>
            <a:r>
              <a:rPr lang="ko-KR" altLang="en-US" b="1" dirty="0"/>
              <a:t> 들어가는 데이터 검색</a:t>
            </a:r>
          </a:p>
          <a:p>
            <a:r>
              <a:rPr lang="en-US" altLang="ko-KR" b="1" dirty="0"/>
              <a:t>select * from </a:t>
            </a:r>
            <a:r>
              <a:rPr lang="en-US" altLang="ko-KR" b="1" dirty="0" err="1"/>
              <a:t>samyang_ramen</a:t>
            </a:r>
            <a:r>
              <a:rPr lang="en-US" altLang="ko-KR" b="1" dirty="0"/>
              <a:t> where name like '%</a:t>
            </a:r>
            <a:r>
              <a:rPr lang="ko-KR" altLang="en-US" b="1" dirty="0" err="1"/>
              <a:t>불닭</a:t>
            </a:r>
            <a:r>
              <a:rPr lang="en-US" altLang="ko-KR" b="1" dirty="0"/>
              <a:t>%';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075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7ACDA-1698-43D2-B41E-09763A6EE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create table </a:t>
            </a:r>
            <a:r>
              <a:rPr lang="en-US" altLang="ko-KR" b="1" dirty="0" err="1"/>
              <a:t>samyang_ramen</a:t>
            </a:r>
            <a:r>
              <a:rPr lang="en-US" altLang="ko-KR" b="1" dirty="0"/>
              <a:t>(</a:t>
            </a:r>
          </a:p>
          <a:p>
            <a:r>
              <a:rPr lang="en-US" altLang="ko-KR" b="1" dirty="0"/>
              <a:t>name varchar(20),</a:t>
            </a:r>
          </a:p>
          <a:p>
            <a:r>
              <a:rPr lang="en-US" altLang="ko-KR" b="1" dirty="0" err="1"/>
              <a:t>produce_date</a:t>
            </a:r>
            <a:r>
              <a:rPr lang="en-US" altLang="ko-KR" b="1" dirty="0"/>
              <a:t> date,</a:t>
            </a:r>
          </a:p>
          <a:p>
            <a:r>
              <a:rPr lang="en-US" altLang="ko-KR" b="1" dirty="0"/>
              <a:t>amount int(5)</a:t>
            </a:r>
          </a:p>
          <a:p>
            <a:r>
              <a:rPr lang="en-US" altLang="ko-KR" b="1" dirty="0"/>
              <a:t>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49026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7ACDA-1698-43D2-B41E-09763A6EE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insert into </a:t>
            </a:r>
            <a:r>
              <a:rPr lang="en-US" altLang="ko-KR" b="1" dirty="0" err="1"/>
              <a:t>samyang_ramen</a:t>
            </a:r>
            <a:r>
              <a:rPr lang="en-US" altLang="ko-KR" b="1" dirty="0"/>
              <a:t>('</a:t>
            </a:r>
            <a:r>
              <a:rPr lang="ko-KR" altLang="en-US" b="1" dirty="0" err="1"/>
              <a:t>불닭볶음면</a:t>
            </a:r>
            <a:r>
              <a:rPr lang="en-US" altLang="ko-KR" b="1" dirty="0"/>
              <a:t>' , NOW() , 5000 );</a:t>
            </a:r>
          </a:p>
          <a:p>
            <a:r>
              <a:rPr lang="en-US" altLang="ko-KR" b="1" dirty="0"/>
              <a:t>insert into </a:t>
            </a:r>
            <a:r>
              <a:rPr lang="en-US" altLang="ko-KR" b="1" dirty="0" err="1"/>
              <a:t>samyang_ramen</a:t>
            </a:r>
            <a:r>
              <a:rPr lang="en-US" altLang="ko-KR" b="1" dirty="0"/>
              <a:t>('</a:t>
            </a:r>
            <a:r>
              <a:rPr lang="ko-KR" altLang="en-US" b="1" dirty="0" err="1"/>
              <a:t>핵불닭볶음면</a:t>
            </a:r>
            <a:r>
              <a:rPr lang="en-US" altLang="ko-KR" b="1" dirty="0"/>
              <a:t>' , NOW() , 6500 );</a:t>
            </a:r>
          </a:p>
          <a:p>
            <a:r>
              <a:rPr lang="en-US" altLang="ko-KR" b="1" dirty="0"/>
              <a:t>insert into </a:t>
            </a:r>
            <a:r>
              <a:rPr lang="en-US" altLang="ko-KR" b="1" dirty="0" err="1"/>
              <a:t>samyang_ramen</a:t>
            </a:r>
            <a:r>
              <a:rPr lang="en-US" altLang="ko-KR" b="1" dirty="0"/>
              <a:t>('</a:t>
            </a:r>
            <a:r>
              <a:rPr lang="ko-KR" altLang="en-US" b="1" dirty="0" err="1"/>
              <a:t>까르보불닭</a:t>
            </a:r>
            <a:r>
              <a:rPr lang="en-US" altLang="ko-KR" b="1" dirty="0"/>
              <a:t>' , '2020-05-18' , 900 );</a:t>
            </a:r>
          </a:p>
        </p:txBody>
      </p:sp>
    </p:spTree>
    <p:extLst>
      <p:ext uri="{BB962C8B-B14F-4D97-AF65-F5344CB8AC3E}">
        <p14:creationId xmlns:p14="http://schemas.microsoft.com/office/powerpoint/2010/main" val="855737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8075221" cy="5914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2917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756571" cy="2123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6321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340935" cy="2799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6321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1590317" cy="2970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6924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526252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327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AEF95-D2BB-41DA-81CC-E93C7FAC4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31626"/>
          </a:xfrm>
        </p:spPr>
        <p:txBody>
          <a:bodyPr>
            <a:normAutofit/>
          </a:bodyPr>
          <a:lstStyle/>
          <a:p>
            <a:r>
              <a:rPr lang="ko-KR" altLang="en-US" sz="115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2500520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</Words>
  <Application>Microsoft Office PowerPoint</Application>
  <PresentationFormat>와이드스크린</PresentationFormat>
  <Paragraphs>20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MySQL</vt:lpstr>
      <vt:lpstr>like구문 사용법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</dc:title>
  <dc:creator>s</dc:creator>
  <cp:lastModifiedBy>FullName</cp:lastModifiedBy>
  <cp:revision>12</cp:revision>
  <dcterms:created xsi:type="dcterms:W3CDTF">2020-06-18T07:20:14Z</dcterms:created>
  <dcterms:modified xsi:type="dcterms:W3CDTF">2021-04-20T11:48:25Z</dcterms:modified>
</cp:coreProperties>
</file>