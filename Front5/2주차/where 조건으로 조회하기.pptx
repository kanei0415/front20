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6" d="100"/>
          <a:sy n="116" d="100"/>
        </p:scale>
        <p:origin x="-1494" y="-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772400" cy="1470025"/>
          </a:xfrm>
        </p:spPr>
        <p:txBody>
          <a:bodyPr/>
          <a:lstStyle/>
          <a:p>
            <a:r>
              <a:rPr lang="en-US" altLang="ko-KR" b="1" dirty="0" smtClean="0"/>
              <a:t>select ~ where </a:t>
            </a:r>
            <a:r>
              <a:rPr lang="ko-KR" altLang="en-US" b="1" dirty="0" smtClean="0"/>
              <a:t>쿼리 예제</a:t>
            </a:r>
            <a:endParaRPr lang="ko-KR" altLang="en-US" b="1" dirty="0"/>
          </a:p>
        </p:txBody>
      </p:sp>
      <p:pic>
        <p:nvPicPr>
          <p:cNvPr id="4" name="Picture 2" descr="C:\Users\kgitbank\Desktop\마이에스큐엘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420888"/>
            <a:ext cx="4176464" cy="215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0893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772400" cy="2520280"/>
          </a:xfrm>
        </p:spPr>
        <p:txBody>
          <a:bodyPr>
            <a:normAutofit/>
          </a:bodyPr>
          <a:lstStyle/>
          <a:p>
            <a:r>
              <a:rPr lang="en-US" altLang="ko-KR" b="1" dirty="0"/>
              <a:t>w</a:t>
            </a:r>
            <a:r>
              <a:rPr lang="en-US" altLang="ko-KR" b="1" dirty="0" smtClean="0"/>
              <a:t>here </a:t>
            </a:r>
            <a:r>
              <a:rPr lang="ko-KR" altLang="en-US" b="1" dirty="0" smtClean="0"/>
              <a:t>구문은 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 smtClean="0"/>
              <a:t>조건을 걸어주는 기능입니다</a:t>
            </a:r>
            <a:r>
              <a:rPr lang="en-US" altLang="ko-KR" b="1" dirty="0" smtClean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781582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kgitbank\Desktop\수업자료 모음\15. MySQL(18.07.28)\select, where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20"/>
            <a:ext cx="4932040" cy="685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/>
          <p:cNvCxnSpPr/>
          <p:nvPr/>
        </p:nvCxnSpPr>
        <p:spPr>
          <a:xfrm>
            <a:off x="971600" y="332656"/>
            <a:ext cx="34563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32040" y="22364"/>
            <a:ext cx="4211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연습용 데이터 베이스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practice</a:t>
            </a:r>
            <a:r>
              <a:rPr lang="ko-KR" altLang="en-US" b="1" dirty="0" smtClean="0">
                <a:solidFill>
                  <a:srgbClr val="FF0000"/>
                </a:solidFill>
              </a:rPr>
              <a:t>를 만들어 줍니다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899592" y="1196752"/>
            <a:ext cx="216024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158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kgitbank\Desktop\수업자료 모음\15. MySQL(18.07.28)\select, where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" y="0"/>
            <a:ext cx="9133704" cy="4134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1763688" y="476672"/>
            <a:ext cx="316835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403648" y="4134852"/>
            <a:ext cx="4211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 smtClean="0">
                <a:solidFill>
                  <a:srgbClr val="FF0000"/>
                </a:solidFill>
              </a:rPr>
              <a:t>테이블 생성</a:t>
            </a:r>
            <a:endParaRPr lang="ko-KR" altLang="en-US" sz="48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32040" y="107340"/>
            <a:ext cx="4211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p</a:t>
            </a:r>
            <a:r>
              <a:rPr lang="en-US" altLang="ko-KR" b="1" dirty="0" smtClean="0">
                <a:solidFill>
                  <a:srgbClr val="FF0000"/>
                </a:solidFill>
              </a:rPr>
              <a:t>ractice </a:t>
            </a:r>
            <a:r>
              <a:rPr lang="ko-KR" altLang="en-US" b="1" dirty="0" smtClean="0">
                <a:solidFill>
                  <a:srgbClr val="FF0000"/>
                </a:solidFill>
              </a:rPr>
              <a:t>데이터베이스를 사용한다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988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kgitbank\Desktop\수업자료 모음\15. MySQL(18.07.28)\select, where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6"/>
            <a:ext cx="9144000" cy="3523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-17112" y="3551836"/>
            <a:ext cx="42119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 smtClean="0">
                <a:solidFill>
                  <a:srgbClr val="FF0000"/>
                </a:solidFill>
              </a:rPr>
              <a:t>데이터 삽입</a:t>
            </a:r>
            <a:endParaRPr lang="en-US" altLang="ko-KR" sz="4800" b="1" dirty="0" smtClean="0">
              <a:solidFill>
                <a:srgbClr val="FF0000"/>
              </a:solidFill>
            </a:endParaRPr>
          </a:p>
          <a:p>
            <a:endParaRPr lang="en-US" altLang="ko-KR" sz="4800" b="1" dirty="0">
              <a:solidFill>
                <a:srgbClr val="FF0000"/>
              </a:solidFill>
            </a:endParaRPr>
          </a:p>
          <a:p>
            <a:r>
              <a:rPr lang="en-US" altLang="ko-KR" sz="4800" b="1" dirty="0">
                <a:solidFill>
                  <a:srgbClr val="FF0000"/>
                </a:solidFill>
              </a:rPr>
              <a:t>i</a:t>
            </a:r>
            <a:r>
              <a:rPr lang="en-US" altLang="ko-KR" sz="4800" b="1" dirty="0" smtClean="0">
                <a:solidFill>
                  <a:srgbClr val="FF0000"/>
                </a:solidFill>
              </a:rPr>
              <a:t>nsert into ~</a:t>
            </a:r>
            <a:endParaRPr lang="ko-KR" altLang="en-US" sz="4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988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kgitbank\Desktop\수업자료 모음\15. MySQL(18.07.28)\select, where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67"/>
            <a:ext cx="9144000" cy="2887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43000" y="2994458"/>
            <a:ext cx="9001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select * from student where 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gpa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 &gt;= 4.0;</a:t>
            </a:r>
          </a:p>
          <a:p>
            <a:endParaRPr lang="en-US" altLang="ko-KR" sz="2000" b="1" dirty="0">
              <a:solidFill>
                <a:srgbClr val="FF0000"/>
              </a:solidFill>
            </a:endParaRPr>
          </a:p>
          <a:p>
            <a:r>
              <a:rPr lang="en-US" altLang="ko-KR" sz="2000" b="1" dirty="0" smtClean="0">
                <a:solidFill>
                  <a:srgbClr val="FF0000"/>
                </a:solidFill>
              </a:rPr>
              <a:t>student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테이블에서 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gpa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평점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)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이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4.0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이상인 데이터의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모든것을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조회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988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kgitbank\Desktop\수업자료 모음\15. MySQL(18.07.28)\select, where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"/>
            <a:ext cx="9144000" cy="3589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1500" y="3789040"/>
            <a:ext cx="9001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select * from student where grade &gt;= 2;</a:t>
            </a:r>
          </a:p>
          <a:p>
            <a:endParaRPr lang="en-US" altLang="ko-KR" sz="2000" b="1" dirty="0">
              <a:solidFill>
                <a:srgbClr val="FF0000"/>
              </a:solidFill>
            </a:endParaRPr>
          </a:p>
          <a:p>
            <a:r>
              <a:rPr lang="en-US" altLang="ko-KR" sz="2000" b="1" dirty="0" smtClean="0">
                <a:solidFill>
                  <a:srgbClr val="FF0000"/>
                </a:solidFill>
              </a:rPr>
              <a:t>student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테이블에서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grade (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학년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)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이 </a:t>
            </a:r>
            <a:r>
              <a:rPr lang="en-US" altLang="ko-KR" sz="2000" b="1" dirty="0">
                <a:solidFill>
                  <a:srgbClr val="FF0000"/>
                </a:solidFill>
              </a:rPr>
              <a:t>2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이상인 데이터의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모든것을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조회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988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5856" y="1791960"/>
            <a:ext cx="280831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 b="1" dirty="0" smtClean="0"/>
              <a:t>끝</a:t>
            </a:r>
            <a:endParaRPr lang="ko-KR" altLang="en-US" sz="16600" b="1" dirty="0"/>
          </a:p>
        </p:txBody>
      </p:sp>
    </p:spTree>
    <p:extLst>
      <p:ext uri="{BB962C8B-B14F-4D97-AF65-F5344CB8AC3E}">
        <p14:creationId xmlns:p14="http://schemas.microsoft.com/office/powerpoint/2010/main" val="109726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69</Words>
  <Application>Microsoft Office PowerPoint</Application>
  <PresentationFormat>화면 슬라이드 쇼(4:3)</PresentationFormat>
  <Paragraphs>16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select ~ where 쿼리 예제</vt:lpstr>
      <vt:lpstr>where 구문은   조건을 걸어주는 기능입니다.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Windows 사용자</cp:lastModifiedBy>
  <cp:revision>11</cp:revision>
  <dcterms:created xsi:type="dcterms:W3CDTF">2006-10-05T04:04:58Z</dcterms:created>
  <dcterms:modified xsi:type="dcterms:W3CDTF">2020-09-11T05:51:28Z</dcterms:modified>
</cp:coreProperties>
</file>