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4" r:id="rId9"/>
    <p:sldId id="265" r:id="rId10"/>
    <p:sldId id="266" r:id="rId11"/>
    <p:sldId id="267" r:id="rId1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16" d="100"/>
          <a:sy n="116" d="100"/>
        </p:scale>
        <p:origin x="-1494" y="-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2020-09-11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2020-09-11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2020-09-11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2020-09-11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2020-09-11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2020-09-11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2020-09-11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44624"/>
            <a:ext cx="7772400" cy="1470025"/>
          </a:xfrm>
        </p:spPr>
        <p:txBody>
          <a:bodyPr/>
          <a:lstStyle/>
          <a:p>
            <a:r>
              <a:rPr lang="en-US" altLang="ko-KR" b="1" dirty="0" smtClean="0"/>
              <a:t>alter , update </a:t>
            </a:r>
            <a:r>
              <a:rPr lang="ko-KR" altLang="en-US" b="1" dirty="0" smtClean="0"/>
              <a:t>구문</a:t>
            </a:r>
            <a:endParaRPr lang="ko-KR" altLang="en-US" b="1" dirty="0"/>
          </a:p>
        </p:txBody>
      </p:sp>
      <p:sp>
        <p:nvSpPr>
          <p:cNvPr id="5" name="제목 1"/>
          <p:cNvSpPr txBox="1">
            <a:spLocks/>
          </p:cNvSpPr>
          <p:nvPr/>
        </p:nvSpPr>
        <p:spPr>
          <a:xfrm>
            <a:off x="611560" y="1556792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1" dirty="0" smtClean="0">
                <a:solidFill>
                  <a:srgbClr val="FF0000"/>
                </a:solidFill>
              </a:rPr>
              <a:t>alter</a:t>
            </a:r>
            <a:r>
              <a:rPr lang="ko-KR" altLang="en-US" b="1" dirty="0" smtClean="0">
                <a:solidFill>
                  <a:srgbClr val="FF0000"/>
                </a:solidFill>
              </a:rPr>
              <a:t>는 변경하다 라는 뜻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pic>
        <p:nvPicPr>
          <p:cNvPr id="6" name="Picture 2" descr="C:\Users\kgitbank\Desktop\마이에스큐엘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3026817"/>
            <a:ext cx="4176464" cy="2155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13765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 smtClean="0"/>
              <a:t>alter ~ add </a:t>
            </a:r>
            <a:r>
              <a:rPr lang="ko-KR" altLang="en-US" b="1" dirty="0" smtClean="0"/>
              <a:t>구</a:t>
            </a:r>
            <a:r>
              <a:rPr lang="ko-KR" altLang="en-US" b="1" dirty="0"/>
              <a:t>문</a:t>
            </a:r>
          </a:p>
        </p:txBody>
      </p:sp>
    </p:spTree>
    <p:extLst>
      <p:ext uri="{BB962C8B-B14F-4D97-AF65-F5344CB8AC3E}">
        <p14:creationId xmlns:p14="http://schemas.microsoft.com/office/powerpoint/2010/main" val="926862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C:\Users\kgitbank\Desktop\수업자료 모음\15. MySQL(18.07.28)\update, alter 연습\alter, update\alter, update\alter table, add\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4572000" cy="2272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C:\Users\kgitbank\Desktop\수업자료 모음\15. MySQL(18.07.28)\update, alter 연습\alter, update\alter, update\alter table, add\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448" y="2924944"/>
            <a:ext cx="6007560" cy="3162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600" y="2294978"/>
            <a:ext cx="3779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테이블 데이터 전체 조회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0" y="6165304"/>
            <a:ext cx="7524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Student </a:t>
            </a:r>
            <a:r>
              <a:rPr lang="ko-KR" altLang="en-US" b="1" dirty="0" smtClean="0">
                <a:solidFill>
                  <a:srgbClr val="FF0000"/>
                </a:solidFill>
              </a:rPr>
              <a:t>테이블에 </a:t>
            </a:r>
            <a:r>
              <a:rPr lang="en-US" altLang="ko-KR" b="1" dirty="0" err="1" smtClean="0">
                <a:solidFill>
                  <a:srgbClr val="FF0000"/>
                </a:solidFill>
              </a:rPr>
              <a:t>english</a:t>
            </a:r>
            <a:r>
              <a:rPr lang="en-US" altLang="ko-KR" b="1" dirty="0" smtClean="0">
                <a:solidFill>
                  <a:srgbClr val="FF0000"/>
                </a:solidFill>
              </a:rPr>
              <a:t> (</a:t>
            </a:r>
            <a:r>
              <a:rPr lang="en-US" altLang="ko-KR" b="1" dirty="0" err="1" smtClean="0">
                <a:solidFill>
                  <a:srgbClr val="FF0000"/>
                </a:solidFill>
              </a:rPr>
              <a:t>int</a:t>
            </a:r>
            <a:r>
              <a:rPr lang="ko-KR" altLang="en-US" b="1" dirty="0" smtClean="0">
                <a:solidFill>
                  <a:srgbClr val="FF0000"/>
                </a:solidFill>
              </a:rPr>
              <a:t>형</a:t>
            </a:r>
            <a:r>
              <a:rPr lang="en-US" altLang="ko-KR" b="1" dirty="0">
                <a:solidFill>
                  <a:srgbClr val="FF0000"/>
                </a:solidFill>
              </a:rPr>
              <a:t>)</a:t>
            </a:r>
            <a:r>
              <a:rPr lang="ko-KR" altLang="en-US" b="1" dirty="0" smtClean="0">
                <a:solidFill>
                  <a:srgbClr val="FF0000"/>
                </a:solidFill>
              </a:rPr>
              <a:t>칼럼 추가 기본</a:t>
            </a:r>
            <a:r>
              <a:rPr lang="en-US" altLang="ko-KR" b="1" dirty="0" smtClean="0">
                <a:solidFill>
                  <a:srgbClr val="FF0000"/>
                </a:solidFill>
              </a:rPr>
              <a:t>(default)</a:t>
            </a:r>
            <a:r>
              <a:rPr lang="ko-KR" altLang="en-US" b="1" dirty="0" smtClean="0">
                <a:solidFill>
                  <a:srgbClr val="FF0000"/>
                </a:solidFill>
              </a:rPr>
              <a:t>값 </a:t>
            </a:r>
            <a:r>
              <a:rPr lang="en-US" altLang="ko-KR" b="1" dirty="0" smtClean="0">
                <a:solidFill>
                  <a:srgbClr val="FF0000"/>
                </a:solidFill>
              </a:rPr>
              <a:t>0</a:t>
            </a:r>
            <a:r>
              <a:rPr lang="ko-KR" altLang="en-US" b="1" dirty="0" smtClean="0">
                <a:solidFill>
                  <a:srgbClr val="FF0000"/>
                </a:solidFill>
              </a:rPr>
              <a:t>으로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4499992" y="4005064"/>
            <a:ext cx="1296144" cy="187220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/>
          <p:cNvCxnSpPr/>
          <p:nvPr/>
        </p:nvCxnSpPr>
        <p:spPr>
          <a:xfrm flipH="1">
            <a:off x="5920632" y="3983908"/>
            <a:ext cx="688032" cy="36004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608664" y="3081734"/>
            <a:ext cx="25353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>
                <a:solidFill>
                  <a:srgbClr val="FF0000"/>
                </a:solidFill>
              </a:rPr>
              <a:t>e</a:t>
            </a:r>
            <a:r>
              <a:rPr lang="en-US" altLang="ko-KR" b="1" dirty="0" err="1" smtClean="0">
                <a:solidFill>
                  <a:srgbClr val="FF0000"/>
                </a:solidFill>
              </a:rPr>
              <a:t>nglish</a:t>
            </a:r>
            <a:r>
              <a:rPr lang="en-US" altLang="ko-KR" b="1" dirty="0" smtClean="0">
                <a:solidFill>
                  <a:srgbClr val="FF0000"/>
                </a:solidFill>
              </a:rPr>
              <a:t> </a:t>
            </a:r>
            <a:r>
              <a:rPr lang="ko-KR" altLang="en-US" b="1" dirty="0" smtClean="0">
                <a:solidFill>
                  <a:srgbClr val="FF0000"/>
                </a:solidFill>
              </a:rPr>
              <a:t>칼럼이 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추가 되었고 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기본값은 </a:t>
            </a:r>
            <a:r>
              <a:rPr lang="en-US" altLang="ko-KR" b="1" dirty="0" smtClean="0">
                <a:solidFill>
                  <a:srgbClr val="FF0000"/>
                </a:solidFill>
              </a:rPr>
              <a:t>0</a:t>
            </a:r>
            <a:r>
              <a:rPr lang="ko-KR" altLang="en-US" b="1" dirty="0" smtClean="0">
                <a:solidFill>
                  <a:srgbClr val="FF0000"/>
                </a:solidFill>
              </a:rPr>
              <a:t>으로 설정됨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cxnSp>
        <p:nvCxnSpPr>
          <p:cNvPr id="18" name="직선 연결선 17"/>
          <p:cNvCxnSpPr/>
          <p:nvPr/>
        </p:nvCxnSpPr>
        <p:spPr>
          <a:xfrm>
            <a:off x="827584" y="3212976"/>
            <a:ext cx="515252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686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 descr="C:\Users\kgitbank\Desktop\수업자료 모음\15. MySQL(18.07.28)\update, alter 연습\alter, update\alter, update\alter table, add\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64" y="116632"/>
            <a:ext cx="7704888" cy="3981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07504" y="5088158"/>
            <a:ext cx="352842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rgbClr val="FF0000"/>
                </a:solidFill>
              </a:rPr>
              <a:t>u</a:t>
            </a:r>
            <a:r>
              <a:rPr lang="en-US" altLang="ko-KR" sz="3200" b="1" dirty="0" smtClean="0">
                <a:solidFill>
                  <a:srgbClr val="FF0000"/>
                </a:solidFill>
              </a:rPr>
              <a:t>pdate ~ set ~</a:t>
            </a:r>
          </a:p>
          <a:p>
            <a:endParaRPr lang="en-US" altLang="ko-KR" sz="3200" b="1" dirty="0">
              <a:solidFill>
                <a:srgbClr val="FF0000"/>
              </a:solidFill>
            </a:endParaRPr>
          </a:p>
          <a:p>
            <a:r>
              <a:rPr lang="ko-KR" altLang="en-US" sz="3200" b="1" dirty="0" smtClean="0">
                <a:solidFill>
                  <a:srgbClr val="FF0000"/>
                </a:solidFill>
              </a:rPr>
              <a:t>데이터 변경</a:t>
            </a:r>
            <a:endParaRPr lang="ko-KR" altLang="en-US" sz="3200" b="1" dirty="0">
              <a:solidFill>
                <a:srgbClr val="FF0000"/>
              </a:solidFill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971600" y="3501008"/>
            <a:ext cx="662473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504" y="4212076"/>
            <a:ext cx="8928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chemeClr val="tx2"/>
                </a:solidFill>
              </a:rPr>
              <a:t>name</a:t>
            </a:r>
            <a:r>
              <a:rPr lang="ko-KR" altLang="en-US" b="1" dirty="0" smtClean="0">
                <a:solidFill>
                  <a:schemeClr val="tx2"/>
                </a:solidFill>
              </a:rPr>
              <a:t>이 </a:t>
            </a:r>
            <a:r>
              <a:rPr lang="en-US" altLang="ko-KR" b="1" dirty="0" smtClean="0">
                <a:solidFill>
                  <a:schemeClr val="tx2"/>
                </a:solidFill>
              </a:rPr>
              <a:t>“</a:t>
            </a:r>
            <a:r>
              <a:rPr lang="ko-KR" altLang="en-US" b="1" dirty="0" smtClean="0">
                <a:solidFill>
                  <a:schemeClr val="tx2"/>
                </a:solidFill>
              </a:rPr>
              <a:t>정채연</a:t>
            </a:r>
            <a:r>
              <a:rPr lang="en-US" altLang="ko-KR" b="1" dirty="0" smtClean="0">
                <a:solidFill>
                  <a:schemeClr val="tx2"/>
                </a:solidFill>
              </a:rPr>
              <a:t>”</a:t>
            </a:r>
            <a:r>
              <a:rPr lang="ko-KR" altLang="en-US" b="1" dirty="0" smtClean="0">
                <a:solidFill>
                  <a:schemeClr val="tx2"/>
                </a:solidFill>
              </a:rPr>
              <a:t>인 </a:t>
            </a:r>
            <a:r>
              <a:rPr lang="en-US" altLang="ko-KR" b="1" dirty="0">
                <a:solidFill>
                  <a:schemeClr val="tx2"/>
                </a:solidFill>
              </a:rPr>
              <a:t>s</a:t>
            </a:r>
            <a:r>
              <a:rPr lang="en-US" altLang="ko-KR" b="1" dirty="0" smtClean="0">
                <a:solidFill>
                  <a:schemeClr val="tx2"/>
                </a:solidFill>
              </a:rPr>
              <a:t>tudent </a:t>
            </a:r>
            <a:r>
              <a:rPr lang="ko-KR" altLang="en-US" b="1" dirty="0" smtClean="0">
                <a:solidFill>
                  <a:schemeClr val="tx2"/>
                </a:solidFill>
              </a:rPr>
              <a:t>테이블의 </a:t>
            </a:r>
            <a:r>
              <a:rPr lang="en-US" altLang="ko-KR" b="1" dirty="0" err="1" smtClean="0">
                <a:solidFill>
                  <a:schemeClr val="tx2"/>
                </a:solidFill>
              </a:rPr>
              <a:t>english</a:t>
            </a:r>
            <a:r>
              <a:rPr lang="ko-KR" altLang="en-US" b="1" dirty="0" smtClean="0">
                <a:solidFill>
                  <a:schemeClr val="tx2"/>
                </a:solidFill>
              </a:rPr>
              <a:t>칼럼의 데이터를 </a:t>
            </a:r>
            <a:r>
              <a:rPr lang="en-US" altLang="ko-KR" b="1" dirty="0" smtClean="0">
                <a:solidFill>
                  <a:schemeClr val="tx2"/>
                </a:solidFill>
              </a:rPr>
              <a:t>750</a:t>
            </a:r>
            <a:r>
              <a:rPr lang="ko-KR" altLang="en-US" b="1" dirty="0" smtClean="0">
                <a:solidFill>
                  <a:schemeClr val="tx2"/>
                </a:solidFill>
              </a:rPr>
              <a:t>으로 </a:t>
            </a:r>
            <a:r>
              <a:rPr lang="en-US" altLang="ko-KR" b="1" dirty="0" smtClean="0">
                <a:solidFill>
                  <a:schemeClr val="tx2"/>
                </a:solidFill>
              </a:rPr>
              <a:t>update</a:t>
            </a:r>
            <a:endParaRPr lang="ko-KR" altLang="en-US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9029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kgitbank\Desktop\수업자료 모음\15. MySQL(18.07.28)\update, alter 연습\alter, update\alter, update\alter table, add\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88639"/>
            <a:ext cx="8712968" cy="3402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79512" y="3933056"/>
            <a:ext cx="61926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rgbClr val="FF0000"/>
                </a:solidFill>
              </a:rPr>
              <a:t>u</a:t>
            </a:r>
            <a:r>
              <a:rPr lang="en-US" altLang="ko-KR" sz="3200" b="1" dirty="0" smtClean="0">
                <a:solidFill>
                  <a:srgbClr val="FF0000"/>
                </a:solidFill>
              </a:rPr>
              <a:t>pdate </a:t>
            </a:r>
            <a:r>
              <a:rPr lang="ko-KR" altLang="en-US" sz="3200" b="1" dirty="0" smtClean="0">
                <a:solidFill>
                  <a:srgbClr val="FF0000"/>
                </a:solidFill>
              </a:rPr>
              <a:t>후에 데이터가 변경됨</a:t>
            </a:r>
            <a:endParaRPr lang="ko-KR" altLang="en-US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9029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 smtClean="0"/>
              <a:t>alter ~ change </a:t>
            </a:r>
            <a:r>
              <a:rPr lang="ko-KR" altLang="en-US" b="1" dirty="0" smtClean="0"/>
              <a:t>구문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8363776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kgitbank\Desktop\수업자료 모음\15. MySQL(18.07.28)\update, alter 연습\alter, update\alter, update\alter table, change\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260648"/>
            <a:ext cx="6912768" cy="3733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63480" y="4149080"/>
            <a:ext cx="835292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 smtClean="0">
                <a:solidFill>
                  <a:srgbClr val="FF0000"/>
                </a:solidFill>
              </a:rPr>
              <a:t>student </a:t>
            </a:r>
            <a:r>
              <a:rPr lang="ko-KR" altLang="en-US" sz="3200" b="1" dirty="0" smtClean="0">
                <a:solidFill>
                  <a:srgbClr val="FF0000"/>
                </a:solidFill>
              </a:rPr>
              <a:t>테이블의 </a:t>
            </a:r>
            <a:r>
              <a:rPr lang="en-US" altLang="ko-KR" sz="3200" b="1" dirty="0" err="1" smtClean="0">
                <a:solidFill>
                  <a:srgbClr val="FF0000"/>
                </a:solidFill>
              </a:rPr>
              <a:t>english</a:t>
            </a:r>
            <a:r>
              <a:rPr lang="en-US" altLang="ko-KR" sz="3200" b="1" dirty="0" smtClean="0">
                <a:solidFill>
                  <a:srgbClr val="FF0000"/>
                </a:solidFill>
              </a:rPr>
              <a:t> </a:t>
            </a:r>
            <a:r>
              <a:rPr lang="ko-KR" altLang="en-US" sz="3200" b="1" dirty="0" smtClean="0">
                <a:solidFill>
                  <a:srgbClr val="FF0000"/>
                </a:solidFill>
              </a:rPr>
              <a:t>칼럼의 이름을 </a:t>
            </a:r>
            <a:r>
              <a:rPr lang="en-US" altLang="ko-KR" sz="3200" b="1" dirty="0" smtClean="0">
                <a:solidFill>
                  <a:srgbClr val="FF0000"/>
                </a:solidFill>
              </a:rPr>
              <a:t>TOEIC </a:t>
            </a:r>
            <a:r>
              <a:rPr lang="en-US" altLang="ko-KR" sz="3200" b="1" dirty="0" smtClean="0">
                <a:solidFill>
                  <a:schemeClr val="tx2"/>
                </a:solidFill>
              </a:rPr>
              <a:t>(</a:t>
            </a:r>
            <a:r>
              <a:rPr lang="ko-KR" altLang="en-US" sz="3200" b="1" dirty="0" err="1" smtClean="0">
                <a:solidFill>
                  <a:schemeClr val="tx2"/>
                </a:solidFill>
              </a:rPr>
              <a:t>자료형은</a:t>
            </a:r>
            <a:r>
              <a:rPr lang="ko-KR" altLang="en-US" sz="3200" b="1" dirty="0" smtClean="0">
                <a:solidFill>
                  <a:schemeClr val="tx2"/>
                </a:solidFill>
              </a:rPr>
              <a:t> 정수</a:t>
            </a:r>
            <a:r>
              <a:rPr lang="en-US" altLang="ko-KR" sz="3200" b="1" dirty="0" smtClean="0">
                <a:solidFill>
                  <a:schemeClr val="tx2"/>
                </a:solidFill>
              </a:rPr>
              <a:t>(</a:t>
            </a:r>
            <a:r>
              <a:rPr lang="en-US" altLang="ko-KR" sz="3200" b="1" dirty="0" err="1" smtClean="0">
                <a:solidFill>
                  <a:schemeClr val="tx2"/>
                </a:solidFill>
              </a:rPr>
              <a:t>int</a:t>
            </a:r>
            <a:r>
              <a:rPr lang="en-US" altLang="ko-KR" sz="3200" b="1" dirty="0" smtClean="0">
                <a:solidFill>
                  <a:schemeClr val="tx2"/>
                </a:solidFill>
              </a:rPr>
              <a:t>))</a:t>
            </a:r>
            <a:r>
              <a:rPr lang="ko-KR" altLang="en-US" sz="3200" b="1" dirty="0" smtClean="0">
                <a:solidFill>
                  <a:srgbClr val="FF0000"/>
                </a:solidFill>
              </a:rPr>
              <a:t>으로 변경합니다</a:t>
            </a:r>
            <a:r>
              <a:rPr lang="en-US" altLang="ko-KR" sz="3200" b="1" dirty="0" smtClean="0">
                <a:solidFill>
                  <a:srgbClr val="FF0000"/>
                </a:solidFill>
              </a:rPr>
              <a:t>.</a:t>
            </a:r>
            <a:endParaRPr lang="ko-KR" altLang="en-US" sz="3200" b="1" dirty="0">
              <a:solidFill>
                <a:srgbClr val="FF0000"/>
              </a:solidFill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1115616" y="548680"/>
            <a:ext cx="590465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90292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 smtClean="0"/>
              <a:t>alter ~ rename </a:t>
            </a:r>
            <a:r>
              <a:rPr lang="ko-KR" altLang="en-US" b="1" dirty="0" smtClean="0"/>
              <a:t>구문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1665551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kgitbank\Desktop\수업자료 모음\15. MySQL(18.07.28)\update, alter 연습\alter, update\alter, update\alter table, rename\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2" y="116632"/>
            <a:ext cx="6797336" cy="745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C:\Users\kgitbank\Desktop\수업자료 모음\15. MySQL(18.07.28)\update, alter 연습\alter, update\alter, update\alter table, rename\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04864"/>
            <a:ext cx="6804248" cy="3121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6912" y="877366"/>
            <a:ext cx="619268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rgbClr val="FF0000"/>
                </a:solidFill>
              </a:rPr>
              <a:t>s</a:t>
            </a:r>
            <a:r>
              <a:rPr lang="en-US" altLang="ko-KR" sz="3200" b="1" dirty="0" smtClean="0">
                <a:solidFill>
                  <a:srgbClr val="FF0000"/>
                </a:solidFill>
              </a:rPr>
              <a:t>tudent </a:t>
            </a:r>
            <a:r>
              <a:rPr lang="ko-KR" altLang="en-US" sz="3200" b="1" dirty="0" smtClean="0">
                <a:solidFill>
                  <a:srgbClr val="FF0000"/>
                </a:solidFill>
              </a:rPr>
              <a:t>테이블의 이름을 </a:t>
            </a:r>
            <a:r>
              <a:rPr lang="en-US" altLang="ko-KR" sz="3200" b="1" dirty="0" err="1" smtClean="0">
                <a:solidFill>
                  <a:srgbClr val="FF0000"/>
                </a:solidFill>
              </a:rPr>
              <a:t>univ_student</a:t>
            </a:r>
            <a:r>
              <a:rPr lang="ko-KR" altLang="en-US" sz="3200" b="1" dirty="0" smtClean="0">
                <a:solidFill>
                  <a:srgbClr val="FF0000"/>
                </a:solidFill>
              </a:rPr>
              <a:t>로 변경함</a:t>
            </a:r>
            <a:endParaRPr lang="ko-KR" altLang="en-US" sz="3200" b="1" dirty="0">
              <a:solidFill>
                <a:srgbClr val="FF0000"/>
              </a:solidFill>
            </a:endParaRPr>
          </a:p>
        </p:txBody>
      </p:sp>
      <p:cxnSp>
        <p:nvCxnSpPr>
          <p:cNvPr id="7" name="직선 연결선 6"/>
          <p:cNvCxnSpPr/>
          <p:nvPr/>
        </p:nvCxnSpPr>
        <p:spPr>
          <a:xfrm>
            <a:off x="1115616" y="480065"/>
            <a:ext cx="5688632" cy="910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/>
        </p:nvCxnSpPr>
        <p:spPr>
          <a:xfrm>
            <a:off x="1547664" y="2708920"/>
            <a:ext cx="525658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25016" y="5301208"/>
            <a:ext cx="876746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rgbClr val="FF0000"/>
                </a:solidFill>
              </a:rPr>
              <a:t>p</a:t>
            </a:r>
            <a:r>
              <a:rPr lang="en-US" altLang="ko-KR" sz="3200" b="1" dirty="0" smtClean="0">
                <a:solidFill>
                  <a:srgbClr val="FF0000"/>
                </a:solidFill>
              </a:rPr>
              <a:t>ractice </a:t>
            </a:r>
            <a:r>
              <a:rPr lang="ko-KR" altLang="en-US" sz="3200" b="1" dirty="0" smtClean="0">
                <a:solidFill>
                  <a:srgbClr val="FF0000"/>
                </a:solidFill>
              </a:rPr>
              <a:t>데이터 베이스의 </a:t>
            </a:r>
            <a:endParaRPr lang="en-US" altLang="ko-KR" sz="3200" b="1" dirty="0" smtClean="0">
              <a:solidFill>
                <a:srgbClr val="FF0000"/>
              </a:solidFill>
            </a:endParaRPr>
          </a:p>
          <a:p>
            <a:r>
              <a:rPr lang="ko-KR" altLang="en-US" sz="3200" b="1" dirty="0" smtClean="0">
                <a:solidFill>
                  <a:srgbClr val="FF0000"/>
                </a:solidFill>
              </a:rPr>
              <a:t>테이블들을 봅니다</a:t>
            </a:r>
            <a:r>
              <a:rPr lang="en-US" altLang="ko-KR" sz="3200" b="1" dirty="0" smtClean="0">
                <a:solidFill>
                  <a:srgbClr val="FF0000"/>
                </a:solidFill>
              </a:rPr>
              <a:t>. </a:t>
            </a:r>
            <a:r>
              <a:rPr lang="en-US" altLang="ko-KR" sz="3200" b="1" dirty="0" smtClean="0">
                <a:solidFill>
                  <a:schemeClr val="tx2"/>
                </a:solidFill>
              </a:rPr>
              <a:t>(</a:t>
            </a:r>
            <a:r>
              <a:rPr lang="en-US" altLang="ko-KR" sz="3200" b="1" dirty="0" err="1" smtClean="0">
                <a:solidFill>
                  <a:schemeClr val="tx2"/>
                </a:solidFill>
              </a:rPr>
              <a:t>univ_student</a:t>
            </a:r>
            <a:r>
              <a:rPr lang="en-US" altLang="ko-KR" sz="3200" b="1" dirty="0" smtClean="0">
                <a:solidFill>
                  <a:schemeClr val="tx2"/>
                </a:solidFill>
              </a:rPr>
              <a:t> </a:t>
            </a:r>
            <a:r>
              <a:rPr lang="ko-KR" altLang="en-US" sz="3200" b="1" dirty="0" smtClean="0">
                <a:solidFill>
                  <a:schemeClr val="tx2"/>
                </a:solidFill>
              </a:rPr>
              <a:t>테이블 확인</a:t>
            </a:r>
            <a:r>
              <a:rPr lang="en-US" altLang="ko-KR" sz="3200" b="1" dirty="0" smtClean="0">
                <a:solidFill>
                  <a:schemeClr val="tx2"/>
                </a:solidFill>
              </a:rPr>
              <a:t>)</a:t>
            </a:r>
            <a:endParaRPr lang="ko-KR" altLang="en-US" sz="32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59158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kgitbank\Desktop\수업자료 모음\15. MySQL(18.07.28)\update, alter 연습\alter, update\alter, update\alter table, rename\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88639"/>
            <a:ext cx="7560840" cy="3166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25016" y="3501008"/>
            <a:ext cx="876746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 smtClean="0">
                <a:solidFill>
                  <a:srgbClr val="FF0000"/>
                </a:solidFill>
              </a:rPr>
              <a:t>바뀐 이름인 </a:t>
            </a:r>
            <a:r>
              <a:rPr lang="en-US" altLang="ko-KR" sz="3200" b="1" dirty="0" err="1" smtClean="0">
                <a:solidFill>
                  <a:srgbClr val="FF0000"/>
                </a:solidFill>
              </a:rPr>
              <a:t>univ_student</a:t>
            </a:r>
            <a:r>
              <a:rPr lang="ko-KR" altLang="en-US" sz="3200" b="1" dirty="0" smtClean="0">
                <a:solidFill>
                  <a:srgbClr val="FF0000"/>
                </a:solidFill>
              </a:rPr>
              <a:t>로 </a:t>
            </a:r>
            <a:endParaRPr lang="en-US" altLang="ko-KR" sz="3200" b="1" dirty="0" smtClean="0">
              <a:solidFill>
                <a:srgbClr val="FF0000"/>
              </a:solidFill>
            </a:endParaRPr>
          </a:p>
          <a:p>
            <a:r>
              <a:rPr lang="ko-KR" altLang="en-US" sz="3200" b="1" dirty="0" smtClean="0">
                <a:solidFill>
                  <a:srgbClr val="FF0000"/>
                </a:solidFill>
              </a:rPr>
              <a:t>테이블을 조회해봅니다</a:t>
            </a:r>
            <a:r>
              <a:rPr lang="en-US" altLang="ko-KR" sz="3200" b="1" dirty="0" smtClean="0">
                <a:solidFill>
                  <a:srgbClr val="FF0000"/>
                </a:solidFill>
              </a:rPr>
              <a:t>.</a:t>
            </a:r>
            <a:endParaRPr lang="ko-KR" altLang="en-US" sz="3200" b="1" dirty="0">
              <a:solidFill>
                <a:srgbClr val="FF0000"/>
              </a:solidFill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1187624" y="548680"/>
            <a:ext cx="417646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50649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75856" y="1791960"/>
            <a:ext cx="2808312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600" b="1" dirty="0" smtClean="0"/>
              <a:t>끝</a:t>
            </a:r>
            <a:endParaRPr lang="ko-KR" altLang="en-US" sz="16600" b="1" dirty="0"/>
          </a:p>
        </p:txBody>
      </p:sp>
    </p:spTree>
    <p:extLst>
      <p:ext uri="{BB962C8B-B14F-4D97-AF65-F5344CB8AC3E}">
        <p14:creationId xmlns:p14="http://schemas.microsoft.com/office/powerpoint/2010/main" val="3136727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113</Words>
  <Application>Microsoft Office PowerPoint</Application>
  <PresentationFormat>화면 슬라이드 쇼(4:3)</PresentationFormat>
  <Paragraphs>22</Paragraphs>
  <Slides>11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2" baseType="lpstr">
      <vt:lpstr>Office 테마</vt:lpstr>
      <vt:lpstr>alter , update 구문</vt:lpstr>
      <vt:lpstr>alter ~ add 구문</vt:lpstr>
      <vt:lpstr>PowerPoint 프레젠테이션</vt:lpstr>
      <vt:lpstr>PowerPoint 프레젠테이션</vt:lpstr>
      <vt:lpstr>PowerPoint 프레젠테이션</vt:lpstr>
      <vt:lpstr>alter ~ change 구문</vt:lpstr>
      <vt:lpstr>PowerPoint 프레젠테이션</vt:lpstr>
      <vt:lpstr>alter ~ rename 구문</vt:lpstr>
      <vt:lpstr>PowerPoint 프레젠테이션</vt:lpstr>
      <vt:lpstr>PowerPoint 프레젠테이션</vt:lpstr>
      <vt:lpstr>PowerPoint 프레젠테이션</vt:lpstr>
    </vt:vector>
  </TitlesOfParts>
  <Company>R&amp;D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alter , update</dc:title>
  <dc:creator>Microsoft Corporation</dc:creator>
  <cp:lastModifiedBy>Windows 사용자</cp:lastModifiedBy>
  <cp:revision>10</cp:revision>
  <dcterms:created xsi:type="dcterms:W3CDTF">2006-10-05T04:04:58Z</dcterms:created>
  <dcterms:modified xsi:type="dcterms:W3CDTF">2020-09-11T05:51:46Z</dcterms:modified>
</cp:coreProperties>
</file>