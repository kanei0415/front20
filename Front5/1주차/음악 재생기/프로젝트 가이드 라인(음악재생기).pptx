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5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-96" y="-5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2021-03-21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smtClean="0"/>
              <a:t>프로젝트 가이드라인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b="1" dirty="0" smtClean="0"/>
              <a:t>(</a:t>
            </a:r>
            <a:r>
              <a:rPr lang="ko-KR" altLang="en-US" b="1" dirty="0" smtClean="0"/>
              <a:t>음악 재생기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352300" y="623893"/>
            <a:ext cx="1132114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altLang="ko-KR" sz="2400" b="1" dirty="0" smtClean="0"/>
              <a:t>JavaScript </a:t>
            </a:r>
            <a:r>
              <a:rPr lang="ko-KR" altLang="en-US" sz="2400" b="1" dirty="0" smtClean="0"/>
              <a:t>오디오 객체 사용</a:t>
            </a:r>
            <a:endParaRPr lang="en-US" altLang="ko-KR" sz="2400" b="1" dirty="0" smtClean="0"/>
          </a:p>
          <a:p>
            <a:r>
              <a:rPr lang="en-US" altLang="ko-KR" sz="2400" b="1" dirty="0" smtClean="0"/>
              <a:t>2. button </a:t>
            </a:r>
            <a:r>
              <a:rPr lang="en-US" altLang="ko-KR" sz="2400" b="1" dirty="0" err="1" smtClean="0"/>
              <a:t>onClick</a:t>
            </a:r>
            <a:r>
              <a:rPr lang="en-US" altLang="ko-KR" sz="2400" b="1" dirty="0" smtClean="0"/>
              <a:t> </a:t>
            </a:r>
            <a:r>
              <a:rPr lang="ko-KR" altLang="en-US" sz="2400" b="1" dirty="0" smtClean="0"/>
              <a:t>이벤트</a:t>
            </a:r>
            <a:endParaRPr lang="en-US" altLang="ko-KR" sz="2400" b="1" dirty="0" smtClean="0"/>
          </a:p>
          <a:p>
            <a:r>
              <a:rPr lang="en-US" altLang="ko-KR" sz="2400" b="1" dirty="0" smtClean="0"/>
              <a:t>3. </a:t>
            </a:r>
            <a:r>
              <a:rPr lang="ko-KR" altLang="en-US" sz="2400" b="1" dirty="0" smtClean="0"/>
              <a:t>음악파일</a:t>
            </a:r>
            <a:r>
              <a:rPr lang="en-US" altLang="ko-KR" sz="2400" b="1" dirty="0" smtClean="0"/>
              <a:t>, </a:t>
            </a:r>
            <a:r>
              <a:rPr lang="ko-KR" altLang="en-US" sz="2400" b="1" dirty="0" smtClean="0"/>
              <a:t>이미지파일 </a:t>
            </a:r>
            <a:r>
              <a:rPr lang="ko-KR" altLang="en-US" sz="2400" b="1" dirty="0" err="1" smtClean="0"/>
              <a:t>제시된것</a:t>
            </a:r>
            <a:r>
              <a:rPr lang="ko-KR" altLang="en-US" sz="2400" b="1" dirty="0" smtClean="0"/>
              <a:t> 사용</a:t>
            </a:r>
            <a:endParaRPr lang="en-US" altLang="ko-KR" sz="2400" b="1" dirty="0" smtClean="0"/>
          </a:p>
          <a:p>
            <a:r>
              <a:rPr lang="en-US" altLang="ko-KR" sz="2400" b="1" dirty="0" smtClean="0"/>
              <a:t>(</a:t>
            </a:r>
            <a:r>
              <a:rPr lang="ko-KR" altLang="en-US" sz="2400" b="1" dirty="0" err="1" smtClean="0"/>
              <a:t>다른것으로</a:t>
            </a:r>
            <a:r>
              <a:rPr lang="ko-KR" altLang="en-US" sz="2400" b="1" dirty="0" smtClean="0"/>
              <a:t> </a:t>
            </a:r>
            <a:r>
              <a:rPr lang="ko-KR" altLang="en-US" sz="2400" b="1" dirty="0" err="1" smtClean="0"/>
              <a:t>바꾸어도됨</a:t>
            </a:r>
            <a:r>
              <a:rPr lang="en-US" altLang="ko-KR" sz="2400" b="1" dirty="0" smtClean="0"/>
              <a:t>)</a:t>
            </a:r>
          </a:p>
          <a:p>
            <a:r>
              <a:rPr lang="en-US" altLang="ko-KR" sz="2400" b="1" dirty="0" smtClean="0"/>
              <a:t>4. </a:t>
            </a:r>
            <a:r>
              <a:rPr lang="ko-KR" altLang="en-US" sz="2400" b="1" dirty="0" smtClean="0"/>
              <a:t>이전</a:t>
            </a:r>
            <a:r>
              <a:rPr lang="en-US" altLang="ko-KR" sz="2400" b="1" dirty="0" smtClean="0"/>
              <a:t>, </a:t>
            </a:r>
            <a:r>
              <a:rPr lang="ko-KR" altLang="en-US" sz="2400" b="1" dirty="0" smtClean="0"/>
              <a:t>다음 버튼 누르면 오디오 객체의 파일이 회전하게</a:t>
            </a:r>
            <a:endParaRPr lang="en-US" altLang="ko-KR" sz="2400" b="1" dirty="0" smtClean="0"/>
          </a:p>
          <a:p>
            <a:r>
              <a:rPr lang="en-US" altLang="ko-KR" sz="2400" b="1" dirty="0" smtClean="0"/>
              <a:t>(1,2,3,1,2,3…)</a:t>
            </a:r>
          </a:p>
          <a:p>
            <a:r>
              <a:rPr lang="en-US" altLang="ko-KR" sz="2400" b="1" dirty="0" smtClean="0"/>
              <a:t>5. END (</a:t>
            </a:r>
            <a:r>
              <a:rPr lang="ko-KR" altLang="en-US" sz="2400" b="1" dirty="0" err="1" smtClean="0"/>
              <a:t>음악끄기</a:t>
            </a:r>
            <a:r>
              <a:rPr lang="en-US" altLang="ko-KR" sz="2400" b="1" dirty="0" smtClean="0"/>
              <a:t>), </a:t>
            </a:r>
            <a:r>
              <a:rPr lang="ko-KR" altLang="en-US" sz="2400" b="1" dirty="0" smtClean="0"/>
              <a:t>재생</a:t>
            </a:r>
            <a:r>
              <a:rPr lang="en-US" altLang="ko-KR" sz="2400" b="1" dirty="0" smtClean="0"/>
              <a:t>, </a:t>
            </a:r>
            <a:r>
              <a:rPr lang="ko-KR" altLang="en-US" sz="2400" b="1" dirty="0" err="1" smtClean="0"/>
              <a:t>일시정지</a:t>
            </a:r>
            <a:endParaRPr lang="en-US" altLang="ko-KR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5355771" cy="49764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2403" y="0"/>
            <a:ext cx="5057898" cy="5046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38595"/>
            <a:ext cx="5308270" cy="5050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869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4588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2849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2849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46</Words>
  <Application>Microsoft Office PowerPoint</Application>
  <PresentationFormat>사용자 지정</PresentationFormat>
  <Paragraphs>9</Paragraphs>
  <Slides>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Office 테마</vt:lpstr>
      <vt:lpstr>프로젝트 가이드라인 (음악 재생기)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hb</cp:lastModifiedBy>
  <cp:revision>8</cp:revision>
  <dcterms:created xsi:type="dcterms:W3CDTF">2020-07-24T04:52:29Z</dcterms:created>
  <dcterms:modified xsi:type="dcterms:W3CDTF">2021-03-21T08:40:09Z</dcterms:modified>
</cp:coreProperties>
</file>