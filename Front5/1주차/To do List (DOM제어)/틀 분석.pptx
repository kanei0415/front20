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76" r:id="rId7"/>
    <p:sldId id="277" r:id="rId8"/>
    <p:sldId id="265" r:id="rId9"/>
    <p:sldId id="279" r:id="rId10"/>
    <p:sldId id="266" r:id="rId11"/>
    <p:sldId id="272" r:id="rId12"/>
    <p:sldId id="267" r:id="rId13"/>
    <p:sldId id="273" r:id="rId14"/>
    <p:sldId id="268" r:id="rId15"/>
    <p:sldId id="269" r:id="rId16"/>
    <p:sldId id="264" r:id="rId17"/>
    <p:sldId id="278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to do list </a:t>
            </a:r>
            <a:r>
              <a:rPr lang="ko-KR" altLang="en-US" b="1" dirty="0" smtClean="0"/>
              <a:t>만들기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44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52320" cy="4168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08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9904" y="548680"/>
            <a:ext cx="6768752" cy="4896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12304" y="980728"/>
            <a:ext cx="6256312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59904" y="148570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l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ist-box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2304" y="580618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h1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8943" y="2028910"/>
            <a:ext cx="6256312" cy="4638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18943" y="1628800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write-box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12304" y="2859010"/>
            <a:ext cx="6256312" cy="15781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12304" y="2458901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list-table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12303" y="4829973"/>
            <a:ext cx="6262951" cy="5432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12304" y="4429863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-area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31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2304" y="980728"/>
            <a:ext cx="6256312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12304" y="580618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h1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2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8942" y="2028910"/>
            <a:ext cx="8113497" cy="13280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18943" y="1628800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write-box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71341" y="2484378"/>
            <a:ext cx="6016883" cy="6640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71343" y="2084268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text-basic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32241" y="2484378"/>
            <a:ext cx="1656184" cy="664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702612" y="2084268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btnAdd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42" y="3861048"/>
            <a:ext cx="6169281" cy="130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498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2304" y="2859010"/>
            <a:ext cx="6256312" cy="15781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12304" y="2458901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list-table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0" y="4869159"/>
            <a:ext cx="4433042" cy="143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814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12303" y="4829973"/>
            <a:ext cx="6262951" cy="5432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12304" y="4429863"/>
            <a:ext cx="186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-area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47664" y="4906187"/>
            <a:ext cx="1152128" cy="3908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852192" y="4906187"/>
            <a:ext cx="1152128" cy="3908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156720" y="4906187"/>
            <a:ext cx="1152128" cy="3908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540820" y="5517232"/>
            <a:ext cx="1207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DeleteSel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809643" y="5517232"/>
            <a:ext cx="1359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btnDelLast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156720" y="5517232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btnDelAll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04" y="2780928"/>
            <a:ext cx="6262950" cy="126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839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4624"/>
            <a:ext cx="2304256" cy="132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0808"/>
            <a:ext cx="618172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18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4624"/>
            <a:ext cx="2304256" cy="132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0808"/>
            <a:ext cx="618172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83768" y="708861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패딩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20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좌우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패딩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30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아</a:t>
            </a:r>
            <a:r>
              <a:rPr lang="ko-KR" altLang="en-US" b="1" dirty="0">
                <a:solidFill>
                  <a:srgbClr val="FF0000"/>
                </a:solidFill>
              </a:rPr>
              <a:t>래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패딩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50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972984" y="1844824"/>
            <a:ext cx="450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67544" y="3779232"/>
            <a:ext cx="450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30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724128" y="3806463"/>
            <a:ext cx="450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30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65703" y="5949280"/>
            <a:ext cx="450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50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06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50" y="116631"/>
            <a:ext cx="3229522" cy="2298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4" y="2924944"/>
            <a:ext cx="7940216" cy="1836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3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2" y="1772816"/>
            <a:ext cx="50577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1" y="260648"/>
            <a:ext cx="14382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57" y="2708920"/>
            <a:ext cx="186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초록색이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패딩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3" y="5661248"/>
            <a:ext cx="55721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2" y="3920736"/>
            <a:ext cx="2085501" cy="1274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화살표 연결선 8"/>
          <p:cNvCxnSpPr/>
          <p:nvPr/>
        </p:nvCxnSpPr>
        <p:spPr>
          <a:xfrm flipH="1" flipV="1">
            <a:off x="4139952" y="2492896"/>
            <a:ext cx="216024" cy="70411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39952" y="3197007"/>
            <a:ext cx="186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패</a:t>
            </a:r>
            <a:r>
              <a:rPr lang="ko-KR" altLang="en-US" sz="2000" b="1" dirty="0" err="1">
                <a:solidFill>
                  <a:srgbClr val="FF0000"/>
                </a:solidFill>
              </a:rPr>
              <a:t>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323528" y="1628800"/>
            <a:ext cx="72008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202" y="1279823"/>
            <a:ext cx="186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패</a:t>
            </a:r>
            <a:r>
              <a:rPr lang="ko-KR" altLang="en-US" sz="2000" b="1" dirty="0" err="1">
                <a:solidFill>
                  <a:srgbClr val="FF0000"/>
                </a:solidFill>
              </a:rPr>
              <a:t>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15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2" y="116631"/>
            <a:ext cx="2901240" cy="135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5976664" cy="308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 flipH="1" flipV="1">
            <a:off x="5940152" y="2492896"/>
            <a:ext cx="972108" cy="28803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 flipV="1">
            <a:off x="5920910" y="4859792"/>
            <a:ext cx="972108" cy="28803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27215" y="2580873"/>
            <a:ext cx="186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마진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97819" y="4892924"/>
            <a:ext cx="186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마진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8485" y="5733256"/>
            <a:ext cx="3159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요소 사이의 간격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7624" y="1274299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위 아래 </a:t>
            </a:r>
            <a:r>
              <a:rPr lang="ko-KR" altLang="en-US" sz="2000" b="1" smtClean="0">
                <a:solidFill>
                  <a:srgbClr val="FF0000"/>
                </a:solidFill>
              </a:rPr>
              <a:t>마진만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20,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좌우 마진 없음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66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2" y="116631"/>
            <a:ext cx="2901240" cy="135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35" y="1916832"/>
            <a:ext cx="498157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349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63" y="1340768"/>
            <a:ext cx="7551997" cy="132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1"/>
            <a:ext cx="2376264" cy="822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62" y="3212976"/>
            <a:ext cx="2367421" cy="1367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644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32099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62" y="2276872"/>
            <a:ext cx="2367421" cy="1367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0903" y="3933056"/>
            <a:ext cx="3456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위 아래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패딩은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없고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좌 우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패딩만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10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260362" y="836712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 flipV="1">
            <a:off x="971600" y="836712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V="1">
            <a:off x="2267744" y="836712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1106774" y="836712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3059832" y="836712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2402918" y="806205"/>
            <a:ext cx="135174" cy="79208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64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4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292454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58</Words>
  <Application>Microsoft Office PowerPoint</Application>
  <PresentationFormat>화면 슬라이드 쇼(4:3)</PresentationFormat>
  <Paragraphs>33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 to do list 만들기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to do list 만들기</dc:title>
  <dc:creator>Microsoft Corporation</dc:creator>
  <cp:lastModifiedBy>Windows 사용자</cp:lastModifiedBy>
  <cp:revision>11</cp:revision>
  <dcterms:created xsi:type="dcterms:W3CDTF">2006-10-05T04:04:58Z</dcterms:created>
  <dcterms:modified xsi:type="dcterms:W3CDTF">2020-07-02T10:54:20Z</dcterms:modified>
</cp:coreProperties>
</file>