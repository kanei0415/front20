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프로젝트 가이드라인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/>
              <a:t>(</a:t>
            </a:r>
            <a:r>
              <a:rPr lang="ko-KR" altLang="en-US" b="1" dirty="0" smtClean="0"/>
              <a:t>미로 </a:t>
            </a:r>
            <a:r>
              <a:rPr lang="ko-KR" altLang="en-US" b="1" dirty="0" smtClean="0"/>
              <a:t>만들기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52300" y="623893"/>
            <a:ext cx="113211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 smtClean="0"/>
              <a:t>1. </a:t>
            </a:r>
            <a:r>
              <a:rPr lang="en-US" altLang="ko-KR" sz="2400" b="1" dirty="0" err="1" smtClean="0"/>
              <a:t>Jquery</a:t>
            </a:r>
            <a:r>
              <a:rPr lang="en-US" altLang="ko-KR" sz="2400" b="1" dirty="0" smtClean="0"/>
              <a:t> </a:t>
            </a:r>
            <a:r>
              <a:rPr lang="en-US" altLang="ko-KR" sz="2400" b="1" dirty="0" err="1" smtClean="0"/>
              <a:t>keydown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이벤트 예제 변형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2. </a:t>
            </a:r>
            <a:r>
              <a:rPr lang="ko-KR" altLang="en-US" sz="2400" b="1" dirty="0" smtClean="0"/>
              <a:t>미로 </a:t>
            </a:r>
            <a:r>
              <a:rPr lang="ko-KR" altLang="en-US" sz="2400" b="1" dirty="0" err="1" smtClean="0"/>
              <a:t>맵은</a:t>
            </a:r>
            <a:r>
              <a:rPr lang="ko-KR" altLang="en-US" sz="2400" b="1" dirty="0" smtClean="0"/>
              <a:t> </a:t>
            </a:r>
            <a:r>
              <a:rPr lang="en-US" altLang="ko-KR" sz="2400" b="1" dirty="0" smtClean="0"/>
              <a:t>2</a:t>
            </a:r>
            <a:r>
              <a:rPr lang="ko-KR" altLang="en-US" sz="2400" b="1" dirty="0" smtClean="0"/>
              <a:t>차원 배열 형태로 저장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3. </a:t>
            </a:r>
            <a:r>
              <a:rPr lang="ko-KR" altLang="en-US" sz="2400" b="1" dirty="0" smtClean="0"/>
              <a:t>키를 </a:t>
            </a:r>
            <a:r>
              <a:rPr lang="ko-KR" altLang="en-US" sz="2400" b="1" dirty="0" err="1" smtClean="0"/>
              <a:t>누를때</a:t>
            </a:r>
            <a:r>
              <a:rPr lang="ko-KR" altLang="en-US" sz="2400" b="1" dirty="0" smtClean="0"/>
              <a:t> 방향에 따라 별 모양</a:t>
            </a:r>
            <a:r>
              <a:rPr lang="en-US" altLang="ko-KR" sz="2400" b="1" dirty="0" smtClean="0"/>
              <a:t>(</a:t>
            </a:r>
            <a:r>
              <a:rPr lang="ko-KR" altLang="en-US" sz="2400" b="1" dirty="0" smtClean="0"/>
              <a:t>말판</a:t>
            </a:r>
            <a:r>
              <a:rPr lang="en-US" altLang="ko-KR" sz="2400" b="1" dirty="0" smtClean="0"/>
              <a:t>)</a:t>
            </a:r>
            <a:r>
              <a:rPr lang="ko-KR" altLang="en-US" sz="2400" b="1" dirty="0" smtClean="0"/>
              <a:t>의 좌표를 이동함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4. </a:t>
            </a:r>
            <a:r>
              <a:rPr lang="ko-KR" altLang="en-US" sz="2400" b="1" dirty="0" smtClean="0"/>
              <a:t>영역 밖과</a:t>
            </a:r>
            <a:r>
              <a:rPr lang="en-US" altLang="ko-KR" sz="2400" b="1" dirty="0"/>
              <a:t> </a:t>
            </a:r>
            <a:r>
              <a:rPr lang="ko-KR" altLang="en-US" sz="2400" b="1" dirty="0" smtClean="0"/>
              <a:t>벽을 인식하여 넘어가지 않게 함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5. DOM</a:t>
            </a:r>
            <a:r>
              <a:rPr lang="ko-KR" altLang="en-US" sz="2400" b="1" dirty="0" smtClean="0"/>
              <a:t>제어로 키를 </a:t>
            </a:r>
            <a:r>
              <a:rPr lang="ko-KR" altLang="en-US" sz="2400" b="1" dirty="0" err="1" smtClean="0"/>
              <a:t>누를때마다</a:t>
            </a:r>
            <a:r>
              <a:rPr lang="ko-KR" altLang="en-US" sz="2400" b="1" dirty="0" smtClean="0"/>
              <a:t> 화면을 다시 그려서 이동하는 것 처럼 </a:t>
            </a:r>
            <a:r>
              <a:rPr lang="ko-KR" altLang="en-US" sz="2400" b="1" dirty="0" err="1" smtClean="0"/>
              <a:t>만듬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en-US" altLang="ko-KR" sz="2400" b="1" dirty="0" smtClean="0"/>
              <a:t>-JavaScript (</a:t>
            </a:r>
            <a:r>
              <a:rPr lang="ko-KR" altLang="en-US" sz="2400" b="1" dirty="0" smtClean="0"/>
              <a:t>반복</a:t>
            </a:r>
            <a:r>
              <a:rPr lang="en-US" altLang="ko-KR" sz="2400" b="1" dirty="0" smtClean="0"/>
              <a:t>,</a:t>
            </a:r>
            <a:r>
              <a:rPr lang="ko-KR" altLang="en-US" sz="2400" b="1" dirty="0" smtClean="0"/>
              <a:t>조건</a:t>
            </a:r>
            <a:r>
              <a:rPr lang="en-US" altLang="ko-KR" sz="2400" b="1" dirty="0" smtClean="0"/>
              <a:t>, 2</a:t>
            </a:r>
            <a:r>
              <a:rPr lang="ko-KR" altLang="en-US" sz="2400" b="1" dirty="0" smtClean="0"/>
              <a:t>차원 배열</a:t>
            </a:r>
            <a:r>
              <a:rPr lang="en-US" altLang="ko-KR" sz="2400" b="1" dirty="0" smtClean="0"/>
              <a:t>)</a:t>
            </a:r>
          </a:p>
          <a:p>
            <a:r>
              <a:rPr lang="en-US" altLang="ko-KR" sz="2400" b="1" dirty="0" smtClean="0"/>
              <a:t>-</a:t>
            </a:r>
            <a:r>
              <a:rPr lang="en-US" altLang="ko-KR" sz="2400" b="1" dirty="0" err="1" smtClean="0"/>
              <a:t>Jquery</a:t>
            </a:r>
            <a:r>
              <a:rPr lang="en-US" altLang="ko-KR" sz="2400" b="1" dirty="0" smtClean="0"/>
              <a:t> (</a:t>
            </a:r>
            <a:r>
              <a:rPr lang="en-US" altLang="ko-KR" sz="2400" b="1" dirty="0" err="1" smtClean="0"/>
              <a:t>keydown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이벤트</a:t>
            </a:r>
            <a:r>
              <a:rPr lang="en-US" altLang="ko-KR" sz="2400" b="1" dirty="0" smtClean="0"/>
              <a:t>) </a:t>
            </a:r>
          </a:p>
          <a:p>
            <a:r>
              <a:rPr lang="en-US" altLang="ko-KR" sz="2400" b="1" dirty="0" smtClean="0"/>
              <a:t>-DOM</a:t>
            </a:r>
            <a:r>
              <a:rPr lang="ko-KR" altLang="en-US" sz="2400" b="1" dirty="0" smtClean="0"/>
              <a:t>제어 </a:t>
            </a:r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getElementById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등 사용</a:t>
            </a:r>
            <a:r>
              <a:rPr lang="en-US" altLang="ko-KR" sz="2400" b="1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3740727" cy="2965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279" y="-1"/>
            <a:ext cx="4017570" cy="301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393189"/>
            <a:ext cx="85153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</Words>
  <Application>Microsoft Office PowerPoint</Application>
  <PresentationFormat>와이드스크린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프로젝트 가이드라인 (미로 만들기)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6</cp:revision>
  <dcterms:created xsi:type="dcterms:W3CDTF">2020-07-24T04:52:29Z</dcterms:created>
  <dcterms:modified xsi:type="dcterms:W3CDTF">2021-04-12T10:06:04Z</dcterms:modified>
</cp:coreProperties>
</file>