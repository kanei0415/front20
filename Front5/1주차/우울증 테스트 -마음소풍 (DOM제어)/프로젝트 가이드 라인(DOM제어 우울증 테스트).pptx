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61" r:id="rId4"/>
    <p:sldId id="262" r:id="rId5"/>
    <p:sldId id="263" r:id="rId6"/>
    <p:sldId id="264" r:id="rId7"/>
    <p:sldId id="265" r:id="rId8"/>
    <p:sldId id="257" r:id="rId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66" d="100"/>
          <a:sy n="66" d="100"/>
        </p:scale>
        <p:origin x="-654" y="-88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2021-03-21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b="1" dirty="0" smtClean="0"/>
              <a:t>프로젝트 가이드라인</a:t>
            </a:r>
            <a:r>
              <a:rPr lang="en-US" altLang="ko-KR" b="1" dirty="0"/>
              <a:t/>
            </a:r>
            <a:br>
              <a:rPr lang="en-US" altLang="ko-KR" b="1" dirty="0"/>
            </a:br>
            <a:r>
              <a:rPr lang="en-US" altLang="ko-KR" b="1" dirty="0" smtClean="0"/>
              <a:t>(DOM</a:t>
            </a:r>
            <a:r>
              <a:rPr lang="ko-KR" altLang="en-US" b="1" dirty="0" smtClean="0"/>
              <a:t>제어 우울증 테스트</a:t>
            </a:r>
            <a:r>
              <a:rPr lang="en-US" altLang="ko-KR" b="1" dirty="0" smtClean="0"/>
              <a:t>)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9920652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352300" y="623893"/>
            <a:ext cx="11321143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AutoNum type="arabicPeriod"/>
            </a:pPr>
            <a:r>
              <a:rPr lang="en-US" altLang="ko-KR" sz="2400" b="1" dirty="0" smtClean="0"/>
              <a:t>DOM </a:t>
            </a:r>
            <a:r>
              <a:rPr lang="ko-KR" altLang="en-US" sz="2400" b="1" dirty="0" smtClean="0"/>
              <a:t>제어</a:t>
            </a:r>
            <a:endParaRPr lang="en-US" altLang="ko-KR" sz="2400" b="1" dirty="0"/>
          </a:p>
          <a:p>
            <a:r>
              <a:rPr lang="en-US" altLang="ko-KR" sz="2400" b="1" dirty="0" smtClean="0"/>
              <a:t>(</a:t>
            </a:r>
            <a:r>
              <a:rPr lang="en-US" altLang="ko-KR" sz="2400" b="1" dirty="0" err="1" smtClean="0"/>
              <a:t>getElementById</a:t>
            </a:r>
            <a:r>
              <a:rPr lang="en-US" altLang="ko-KR" sz="2400" b="1" dirty="0" smtClean="0"/>
              <a:t>, </a:t>
            </a:r>
            <a:r>
              <a:rPr lang="en-US" altLang="ko-KR" sz="2400" b="1" dirty="0" err="1" smtClean="0"/>
              <a:t>CreateElement</a:t>
            </a:r>
            <a:r>
              <a:rPr lang="en-US" altLang="ko-KR" sz="2400" b="1" dirty="0" smtClean="0"/>
              <a:t>(</a:t>
            </a:r>
            <a:r>
              <a:rPr lang="ko-KR" altLang="en-US" sz="2400" b="1" dirty="0" err="1" smtClean="0"/>
              <a:t>동적생성</a:t>
            </a:r>
            <a:r>
              <a:rPr lang="en-US" altLang="ko-KR" sz="2400" b="1" dirty="0" smtClean="0"/>
              <a:t>) </a:t>
            </a:r>
            <a:r>
              <a:rPr lang="ko-KR" altLang="en-US" sz="2400" b="1" dirty="0" smtClean="0"/>
              <a:t>등 사용</a:t>
            </a:r>
            <a:r>
              <a:rPr lang="en-US" altLang="ko-KR" sz="2400" b="1" dirty="0" smtClean="0"/>
              <a:t>)</a:t>
            </a:r>
          </a:p>
          <a:p>
            <a:endParaRPr lang="en-US" altLang="ko-KR" sz="2400" b="1" dirty="0"/>
          </a:p>
          <a:p>
            <a:r>
              <a:rPr lang="en-US" altLang="ko-KR" sz="2400" b="1" dirty="0" smtClean="0"/>
              <a:t>2. </a:t>
            </a:r>
            <a:r>
              <a:rPr lang="ko-KR" altLang="en-US" sz="2400" b="1" dirty="0" err="1" smtClean="0"/>
              <a:t>체크안한</a:t>
            </a:r>
            <a:r>
              <a:rPr lang="ko-KR" altLang="en-US" sz="2400" b="1" dirty="0" smtClean="0"/>
              <a:t> 문항 확인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en-US" altLang="ko-KR" sz="2400" b="1" dirty="0" smtClean="0"/>
              <a:t>3. </a:t>
            </a:r>
            <a:r>
              <a:rPr lang="ko-KR" altLang="en-US" sz="2400" b="1" dirty="0" smtClean="0"/>
              <a:t>점수 판별</a:t>
            </a:r>
            <a:endParaRPr lang="en-US" altLang="ko-KR" sz="2400" b="1" dirty="0" smtClean="0"/>
          </a:p>
        </p:txBody>
      </p:sp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8287657" cy="64588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68458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981950" cy="53149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28492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7663543" cy="66926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284929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5708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685005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</Words>
  <Application>Microsoft Office PowerPoint</Application>
  <PresentationFormat>사용자 지정</PresentationFormat>
  <Paragraphs>8</Paragraphs>
  <Slides>8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9" baseType="lpstr">
      <vt:lpstr>Office 테마</vt:lpstr>
      <vt:lpstr>프로젝트 가이드라인 (DOM제어 우울증 테스트)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hb</cp:lastModifiedBy>
  <cp:revision>12</cp:revision>
  <dcterms:created xsi:type="dcterms:W3CDTF">2020-07-24T04:52:29Z</dcterms:created>
  <dcterms:modified xsi:type="dcterms:W3CDTF">2021-03-21T09:03:01Z</dcterms:modified>
</cp:coreProperties>
</file>