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874" y="13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프로젝트 가이드라인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 smtClean="0"/>
              <a:t>(</a:t>
            </a:r>
            <a:r>
              <a:rPr lang="ko-KR" altLang="en-US" b="1" dirty="0" smtClean="0"/>
              <a:t>미로 만들기</a:t>
            </a:r>
            <a:r>
              <a:rPr lang="en-US" altLang="ko-KR" b="1" smtClean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52300" y="623893"/>
            <a:ext cx="1132114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 smtClean="0"/>
              <a:t>1. </a:t>
            </a:r>
            <a:r>
              <a:rPr lang="en-US" altLang="ko-KR" sz="2400" b="1" dirty="0" err="1" smtClean="0"/>
              <a:t>Jquery</a:t>
            </a:r>
            <a:r>
              <a:rPr lang="en-US" altLang="ko-KR" sz="2400" b="1" dirty="0" smtClean="0"/>
              <a:t> </a:t>
            </a:r>
            <a:r>
              <a:rPr lang="en-US" altLang="ko-KR" sz="2400" b="1" dirty="0" err="1" smtClean="0"/>
              <a:t>mousemove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이벤트 예제 변형</a:t>
            </a:r>
            <a:endParaRPr lang="en-US" altLang="ko-KR" sz="2400" b="1" dirty="0" smtClean="0"/>
          </a:p>
          <a:p>
            <a:r>
              <a:rPr lang="en-US" altLang="ko-KR" sz="2400" b="1" dirty="0" smtClean="0"/>
              <a:t>2. </a:t>
            </a:r>
            <a:r>
              <a:rPr lang="ko-KR" altLang="en-US" sz="2400" b="1" dirty="0" smtClean="0"/>
              <a:t>기본 </a:t>
            </a:r>
            <a:r>
              <a:rPr lang="ko-KR" altLang="en-US" sz="2400" b="1" dirty="0" err="1" smtClean="0"/>
              <a:t>절대좌표</a:t>
            </a:r>
            <a:r>
              <a:rPr lang="ko-KR" altLang="en-US" sz="2400" b="1" dirty="0" smtClean="0"/>
              <a:t> 확인</a:t>
            </a:r>
            <a:endParaRPr lang="en-US" altLang="ko-KR" sz="2400" b="1" dirty="0" smtClean="0"/>
          </a:p>
          <a:p>
            <a:r>
              <a:rPr lang="en-US" altLang="ko-KR" sz="2400" b="1" dirty="0" smtClean="0"/>
              <a:t>3. </a:t>
            </a:r>
            <a:r>
              <a:rPr lang="ko-KR" altLang="en-US" sz="2400" b="1" dirty="0" smtClean="0"/>
              <a:t>캔버스</a:t>
            </a:r>
            <a:r>
              <a:rPr lang="en-US" altLang="ko-KR" sz="2400" b="1" dirty="0" smtClean="0"/>
              <a:t>(html </a:t>
            </a:r>
            <a:r>
              <a:rPr lang="ko-KR" altLang="en-US" sz="2400" b="1" dirty="0" smtClean="0"/>
              <a:t>캔버스 태그</a:t>
            </a:r>
            <a:r>
              <a:rPr lang="en-US" altLang="ko-KR" sz="2400" b="1" dirty="0" smtClean="0"/>
              <a:t>)</a:t>
            </a:r>
            <a:r>
              <a:rPr lang="ko-KR" altLang="en-US" sz="2400" b="1" dirty="0" smtClean="0"/>
              <a:t>를 만들고 캔버스 위의 좌표도 확인</a:t>
            </a:r>
            <a:endParaRPr lang="en-US" altLang="ko-KR" sz="2400" b="1" dirty="0" smtClean="0"/>
          </a:p>
          <a:p>
            <a:r>
              <a:rPr lang="en-US" altLang="ko-KR" sz="2400" b="1" dirty="0" smtClean="0"/>
              <a:t>4</a:t>
            </a:r>
            <a:r>
              <a:rPr lang="en-US" altLang="ko-KR" sz="2400" b="1" dirty="0" smtClean="0"/>
              <a:t>. </a:t>
            </a:r>
            <a:r>
              <a:rPr lang="ko-KR" altLang="en-US" sz="2400" b="1" dirty="0" smtClean="0"/>
              <a:t>마우스를 누르고 </a:t>
            </a:r>
            <a:r>
              <a:rPr lang="ko-KR" altLang="en-US" sz="2400" b="1" dirty="0" err="1" smtClean="0"/>
              <a:t>있을때</a:t>
            </a: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(</a:t>
            </a:r>
            <a:r>
              <a:rPr lang="en-US" altLang="ko-KR" sz="2400" b="1" dirty="0" err="1" smtClean="0"/>
              <a:t>mousedown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이벤트</a:t>
            </a:r>
            <a:r>
              <a:rPr lang="en-US" altLang="ko-KR" sz="2400" b="1" dirty="0" smtClean="0"/>
              <a:t>) </a:t>
            </a:r>
            <a:r>
              <a:rPr lang="ko-KR" altLang="en-US" sz="2400" b="1" dirty="0" smtClean="0"/>
              <a:t>이벤트 확인</a:t>
            </a:r>
            <a:endParaRPr lang="en-US" altLang="ko-KR" sz="2400" b="1" dirty="0" smtClean="0"/>
          </a:p>
          <a:p>
            <a:r>
              <a:rPr lang="en-US" altLang="ko-KR" sz="2400" b="1" dirty="0" smtClean="0"/>
              <a:t>5</a:t>
            </a:r>
            <a:r>
              <a:rPr lang="en-US" altLang="ko-KR" sz="2400" b="1" dirty="0" smtClean="0"/>
              <a:t>. </a:t>
            </a:r>
            <a:r>
              <a:rPr lang="ko-KR" altLang="en-US" sz="2400" b="1" dirty="0" smtClean="0"/>
              <a:t>마우스를 눌렀다 </a:t>
            </a:r>
            <a:r>
              <a:rPr lang="ko-KR" altLang="en-US" sz="2400" b="1" dirty="0" err="1" smtClean="0"/>
              <a:t>땠을때</a:t>
            </a: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(</a:t>
            </a:r>
            <a:r>
              <a:rPr lang="en-US" altLang="ko-KR" sz="2400" b="1" dirty="0" err="1" smtClean="0"/>
              <a:t>mouseup</a:t>
            </a:r>
            <a:r>
              <a:rPr lang="en-US" altLang="ko-KR" sz="2400" b="1" dirty="0" smtClean="0"/>
              <a:t> </a:t>
            </a:r>
            <a:r>
              <a:rPr lang="ko-KR" altLang="en-US" sz="2400" b="1" dirty="0"/>
              <a:t>이벤트</a:t>
            </a:r>
            <a:r>
              <a:rPr lang="en-US" altLang="ko-KR" sz="2400" b="1" dirty="0"/>
              <a:t>) </a:t>
            </a:r>
            <a:r>
              <a:rPr lang="ko-KR" altLang="en-US" sz="2400" b="1" dirty="0"/>
              <a:t>이벤트 확인</a:t>
            </a:r>
            <a:endParaRPr lang="en-US" altLang="ko-KR" sz="2400" b="1" dirty="0"/>
          </a:p>
          <a:p>
            <a:r>
              <a:rPr lang="en-US" altLang="ko-KR" sz="2400" b="1" dirty="0" smtClean="0"/>
              <a:t>6. </a:t>
            </a:r>
            <a:r>
              <a:rPr lang="ko-KR" altLang="en-US" sz="2400" b="1" dirty="0" smtClean="0"/>
              <a:t>선을 그리기 위한 함수들 확인</a:t>
            </a:r>
            <a:endParaRPr lang="en-US" altLang="ko-KR" sz="2400" b="1" dirty="0" smtClean="0"/>
          </a:p>
          <a:p>
            <a:r>
              <a:rPr lang="en-US" altLang="ko-KR" sz="2400" b="1" dirty="0" smtClean="0"/>
              <a:t>(</a:t>
            </a:r>
            <a:r>
              <a:rPr lang="en-US" altLang="ko-KR" sz="2400" b="1" dirty="0" err="1" smtClean="0"/>
              <a:t>beginPath</a:t>
            </a:r>
            <a:r>
              <a:rPr lang="en-US" altLang="ko-KR" sz="2400" b="1" dirty="0" smtClean="0"/>
              <a:t>, </a:t>
            </a:r>
            <a:r>
              <a:rPr lang="en-US" altLang="ko-KR" sz="2400" b="1" dirty="0" err="1" smtClean="0"/>
              <a:t>moveTo</a:t>
            </a:r>
            <a:r>
              <a:rPr lang="en-US" altLang="ko-KR" sz="2400" b="1" dirty="0" smtClean="0"/>
              <a:t>, </a:t>
            </a:r>
            <a:r>
              <a:rPr lang="en-US" altLang="ko-KR" sz="2400" b="1" dirty="0" err="1" smtClean="0"/>
              <a:t>lineTo</a:t>
            </a:r>
            <a:r>
              <a:rPr lang="en-US" altLang="ko-KR" sz="2400" b="1" dirty="0" smtClean="0"/>
              <a:t>, stroke…)</a:t>
            </a:r>
            <a:endParaRPr lang="en-US" altLang="ko-KR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57925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8267700" cy="630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78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</Words>
  <Application>Microsoft Office PowerPoint</Application>
  <PresentationFormat>와이드스크린</PresentationFormat>
  <Paragraphs>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프로젝트 가이드라인 (미로 만들기)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8</cp:revision>
  <dcterms:created xsi:type="dcterms:W3CDTF">2020-07-24T04:52:29Z</dcterms:created>
  <dcterms:modified xsi:type="dcterms:W3CDTF">2021-04-12T10:22:41Z</dcterms:modified>
</cp:coreProperties>
</file>